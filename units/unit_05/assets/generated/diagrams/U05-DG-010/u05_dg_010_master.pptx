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bce7c879d74049" /><Relationship Type="http://schemas.openxmlformats.org/officeDocument/2006/relationships/extended-properties" Target="/docProps/app.xml" Id="Raa6aa919dcf54cdb" /><Relationship Type="http://schemas.openxmlformats.org/officeDocument/2006/relationships/officeDocument" Target="/ppt/presentation.xml" Id="R318ff03e2c834b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ceacc8b2194c5a"/>
  </p:sldMasterIdLst>
  <p:notesMasterIdLst>
    <p:notesMasterId xmlns:r="http://schemas.openxmlformats.org/officeDocument/2006/relationships" r:id="R076beeb4bfda4362"/>
  </p:notesMasterIdLst>
  <p:sldIdLst>
    <p:sldId xmlns:r="http://schemas.openxmlformats.org/officeDocument/2006/relationships" id="256" r:id="Rd5a5a44b66b042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a2792447544036" /><Relationship Type="http://schemas.openxmlformats.org/officeDocument/2006/relationships/slideMaster" Target="/ppt/slideMasters/slideMaster1.xml" Id="R77ceacc8b2194c5a" /><Relationship Type="http://schemas.openxmlformats.org/officeDocument/2006/relationships/notesMaster" Target="/ppt/notesMasters/notesMaster1.xml" Id="R076beeb4bfda4362" /><Relationship Type="http://schemas.openxmlformats.org/officeDocument/2006/relationships/presProps" Target="/ppt/presProps.xml" Id="R14a46185f91548d5" /><Relationship Type="http://schemas.openxmlformats.org/officeDocument/2006/relationships/tableStyles" Target="/ppt/tableStyles.xml" Id="R6a829ff5147941bf" /><Relationship Type="http://schemas.openxmlformats.org/officeDocument/2006/relationships/slide" Target="/ppt/slides/slide1.xml" Id="Rd5a5a44b66b042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91f18401b146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116328b5f4488d" /><Relationship Type="http://schemas.openxmlformats.org/officeDocument/2006/relationships/notesMaster" Target="/ppt/notesMasters/notesMaster1.xml" Id="Rdd78d359831945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3dcf3d3c1a44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77c4907903434f" /><Relationship Type="http://schemas.openxmlformats.org/officeDocument/2006/relationships/slideLayout" Target="/ppt/slideLayouts/slideLayout1.xml" Id="R09cec1b025944f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cec1b025944f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7d2fa2f344b53" /><Relationship Type="http://schemas.openxmlformats.org/officeDocument/2006/relationships/notesSlide" Target="/ppt/notesSlides/notesSlide1.xml" Id="R04d1bc5edae942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EBC0C9B6-B91E-45CC-842D-64205FA7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A671AC9-293A-475B-87A0-E366FD84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E429801-72C0-4918-A09B-5559C788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A93EB08-9473-4EE9-B69B-C6919E23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El tipo de filtro indica qué región pasa y cuál se atenúa</a:t>
            </a:r>
          </a:p>
        </p:txBody>
      </p:sp>
      <p:sp>
        <p:nvSpPr>
          <p:cNvPr id="5" name="filter_input_box">
            <a:extLst xmlns:a="http://schemas.openxmlformats.org/drawingml/2006/main">
              <a:ext uri="{FF2B5EF4-FFF2-40B4-BE49-F238E27FC236}">
                <a16:creationId xmlns:a16="http://schemas.microsoft.com/office/drawing/2014/main" id="{0673B0D7-FEA7-4087-A892-9E054E7F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85875"/>
            <a:ext cx="2381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filter_system_box">
            <a:extLst xmlns:a="http://schemas.openxmlformats.org/drawingml/2006/main">
              <a:ext uri="{FF2B5EF4-FFF2-40B4-BE49-F238E27FC236}">
                <a16:creationId xmlns:a16="http://schemas.microsoft.com/office/drawing/2014/main" id="{FC9313F2-1C12-42FB-A70B-084A4F64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285875"/>
            <a:ext cx="2381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filter_output_box">
            <a:extLst xmlns:a="http://schemas.openxmlformats.org/drawingml/2006/main">
              <a:ext uri="{FF2B5EF4-FFF2-40B4-BE49-F238E27FC236}">
                <a16:creationId xmlns:a16="http://schemas.microsoft.com/office/drawing/2014/main" id="{2998A0EC-7EFA-4540-AB10-75DEEFA6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85875"/>
            <a:ext cx="2381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lowpass_box">
            <a:extLst xmlns:a="http://schemas.openxmlformats.org/drawingml/2006/main">
              <a:ext uri="{FF2B5EF4-FFF2-40B4-BE49-F238E27FC236}">
                <a16:creationId xmlns:a16="http://schemas.microsoft.com/office/drawing/2014/main" id="{DB6576E7-35B0-46F6-BD2F-B35AA101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2286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highpass_box">
            <a:extLst xmlns:a="http://schemas.openxmlformats.org/drawingml/2006/main">
              <a:ext uri="{FF2B5EF4-FFF2-40B4-BE49-F238E27FC236}">
                <a16:creationId xmlns:a16="http://schemas.microsoft.com/office/drawing/2014/main" id="{58C757AB-EAF8-4751-A673-BEDD3904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2286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0" name="bandpass_box">
            <a:extLst xmlns:a="http://schemas.openxmlformats.org/drawingml/2006/main">
              <a:ext uri="{FF2B5EF4-FFF2-40B4-BE49-F238E27FC236}">
                <a16:creationId xmlns:a16="http://schemas.microsoft.com/office/drawing/2014/main" id="{9DA7AA21-DA98-4555-86C0-5C266578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2286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bandstop_box">
            <a:extLst xmlns:a="http://schemas.openxmlformats.org/drawingml/2006/main">
              <a:ext uri="{FF2B5EF4-FFF2-40B4-BE49-F238E27FC236}">
                <a16:creationId xmlns:a16="http://schemas.microsoft.com/office/drawing/2014/main" id="{5EBBB55B-BCFC-4362-B7F3-8311B472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00500"/>
            <a:ext cx="2286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45" name="filter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524250" y="1833563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filter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86625" y="1833563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filter_branch_1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857375" y="2381250"/>
            <a:ext cx="4238625" cy="1619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filter_branch_2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4619625" y="2381250"/>
            <a:ext cx="1476375" cy="1619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9" name="filter_branch_3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381250"/>
            <a:ext cx="1285875" cy="1619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0" name="filter_branch_4"/>
          <p:cNvCxnSpPr>
            <a:stCxn xmlns:a="http://schemas.openxmlformats.org/drawingml/2006/main" id="6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2381250"/>
            <a:ext cx="4048125" cy="1619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8" name="filter_input_title">
            <a:extLst xmlns:a="http://schemas.openxmlformats.org/drawingml/2006/main">
              <a:ext uri="{FF2B5EF4-FFF2-40B4-BE49-F238E27FC236}">
                <a16:creationId xmlns:a16="http://schemas.microsoft.com/office/drawing/2014/main" id="{9BECC460-345A-4E5E-91DE-6C0E261F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57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Entrada</a:t>
            </a:r>
          </a:p>
        </p:txBody>
      </p:sp>
      <p:sp>
        <p:nvSpPr>
          <p:cNvPr id="19" name="filter_input_body">
            <a:extLst xmlns:a="http://schemas.openxmlformats.org/drawingml/2006/main">
              <a:ext uri="{FF2B5EF4-FFF2-40B4-BE49-F238E27FC236}">
                <a16:creationId xmlns:a16="http://schemas.microsoft.com/office/drawing/2014/main" id="{C59CEB6A-660F-404B-A114-DD4CA896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764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espectro X(f)</a:t>
            </a:r>
          </a:p>
        </p:txBody>
      </p:sp>
      <p:sp>
        <p:nvSpPr>
          <p:cNvPr id="20" name="filter_system_title">
            <a:extLst xmlns:a="http://schemas.openxmlformats.org/drawingml/2006/main">
              <a:ext uri="{FF2B5EF4-FFF2-40B4-BE49-F238E27FC236}">
                <a16:creationId xmlns:a16="http://schemas.microsoft.com/office/drawing/2014/main" id="{F7238304-67FB-496D-9759-49738C40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57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Filtro</a:t>
            </a:r>
          </a:p>
        </p:txBody>
      </p:sp>
      <p:sp>
        <p:nvSpPr>
          <p:cNvPr id="21" name="filter_system_body">
            <a:extLst xmlns:a="http://schemas.openxmlformats.org/drawingml/2006/main">
              <a:ext uri="{FF2B5EF4-FFF2-40B4-BE49-F238E27FC236}">
                <a16:creationId xmlns:a16="http://schemas.microsoft.com/office/drawing/2014/main" id="{D9A724B3-7AD3-422B-AE10-21F7D80A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764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respuesta H(f)</a:t>
            </a:r>
          </a:p>
        </p:txBody>
      </p:sp>
      <p:sp>
        <p:nvSpPr>
          <p:cNvPr id="22" name="filter_output_title">
            <a:extLst xmlns:a="http://schemas.openxmlformats.org/drawingml/2006/main">
              <a:ext uri="{FF2B5EF4-FFF2-40B4-BE49-F238E27FC236}">
                <a16:creationId xmlns:a16="http://schemas.microsoft.com/office/drawing/2014/main" id="{E768ADDF-A38C-4408-AE03-D33E6527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57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Salida</a:t>
            </a:r>
          </a:p>
        </p:txBody>
      </p:sp>
      <p:sp>
        <p:nvSpPr>
          <p:cNvPr id="23" name="filter_output_body">
            <a:extLst xmlns:a="http://schemas.openxmlformats.org/drawingml/2006/main">
              <a:ext uri="{FF2B5EF4-FFF2-40B4-BE49-F238E27FC236}">
                <a16:creationId xmlns:a16="http://schemas.microsoft.com/office/drawing/2014/main" id="{38E33E5D-AEB4-4B6F-B887-BF26BE52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764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Y(f)=X(f)H(f)</a:t>
            </a:r>
          </a:p>
        </p:txBody>
      </p:sp>
      <p:sp>
        <p:nvSpPr>
          <p:cNvPr id="24" name="lowpass_title">
            <a:extLst xmlns:a="http://schemas.openxmlformats.org/drawingml/2006/main">
              <a:ext uri="{FF2B5EF4-FFF2-40B4-BE49-F238E27FC236}">
                <a16:creationId xmlns:a16="http://schemas.microsoft.com/office/drawing/2014/main" id="{C7E4D0C0-CBFD-4E14-86A2-A50323CA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Pasa bajos</a:t>
            </a:r>
          </a:p>
        </p:txBody>
      </p:sp>
      <p:sp>
        <p:nvSpPr>
          <p:cNvPr id="25" name="lowpass_body">
            <a:extLst xmlns:a="http://schemas.openxmlformats.org/drawingml/2006/main">
              <a:ext uri="{FF2B5EF4-FFF2-40B4-BE49-F238E27FC236}">
                <a16:creationId xmlns:a16="http://schemas.microsoft.com/office/drawing/2014/main" id="{A65D2DB4-1F9D-442E-875D-D9DBA7BD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910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pasa f bajas</a:t>
            </a:r>
          </a:p>
        </p:txBody>
      </p:sp>
      <p:sp>
        <p:nvSpPr>
          <p:cNvPr id="26" name="highpass_title">
            <a:extLst xmlns:a="http://schemas.openxmlformats.org/drawingml/2006/main">
              <a:ext uri="{FF2B5EF4-FFF2-40B4-BE49-F238E27FC236}">
                <a16:creationId xmlns:a16="http://schemas.microsoft.com/office/drawing/2014/main" id="{6B3B116D-1A4E-4009-9A74-11F4466F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719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Pasa altos</a:t>
            </a:r>
          </a:p>
        </p:txBody>
      </p:sp>
      <p:sp>
        <p:nvSpPr>
          <p:cNvPr id="27" name="highpass_body">
            <a:extLst xmlns:a="http://schemas.openxmlformats.org/drawingml/2006/main">
              <a:ext uri="{FF2B5EF4-FFF2-40B4-BE49-F238E27FC236}">
                <a16:creationId xmlns:a16="http://schemas.microsoft.com/office/drawing/2014/main" id="{0D18B472-AA20-4F9D-8A11-473844C4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910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pasa f altas</a:t>
            </a:r>
          </a:p>
        </p:txBody>
      </p:sp>
      <p:sp>
        <p:nvSpPr>
          <p:cNvPr id="28" name="bandpass_title">
            <a:extLst xmlns:a="http://schemas.openxmlformats.org/drawingml/2006/main">
              <a:ext uri="{FF2B5EF4-FFF2-40B4-BE49-F238E27FC236}">
                <a16:creationId xmlns:a16="http://schemas.microsoft.com/office/drawing/2014/main" id="{E0735BE1-D1D2-4253-B64A-88C44302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719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Pasa banda</a:t>
            </a:r>
          </a:p>
        </p:txBody>
      </p:sp>
      <p:sp>
        <p:nvSpPr>
          <p:cNvPr id="29" name="bandpass_body">
            <a:extLst xmlns:a="http://schemas.openxmlformats.org/drawingml/2006/main">
              <a:ext uri="{FF2B5EF4-FFF2-40B4-BE49-F238E27FC236}">
                <a16:creationId xmlns:a16="http://schemas.microsoft.com/office/drawing/2014/main" id="{D429FAFA-821A-46A3-BCC1-460CC914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910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pasa f_L…f_H</a:t>
            </a:r>
          </a:p>
        </p:txBody>
      </p:sp>
      <p:sp>
        <p:nvSpPr>
          <p:cNvPr id="30" name="bandstop_title">
            <a:extLst xmlns:a="http://schemas.openxmlformats.org/drawingml/2006/main">
              <a:ext uri="{FF2B5EF4-FFF2-40B4-BE49-F238E27FC236}">
                <a16:creationId xmlns:a16="http://schemas.microsoft.com/office/drawing/2014/main" id="{73D6822C-37B5-4CC3-B851-BD5A022F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719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Rechazo</a:t>
            </a:r>
          </a:p>
        </p:txBody>
      </p:sp>
      <p:sp>
        <p:nvSpPr>
          <p:cNvPr id="31" name="bandstop_body">
            <a:extLst xmlns:a="http://schemas.openxmlformats.org/drawingml/2006/main">
              <a:ext uri="{FF2B5EF4-FFF2-40B4-BE49-F238E27FC236}">
                <a16:creationId xmlns:a16="http://schemas.microsoft.com/office/drawing/2014/main" id="{3D4F8B7C-7C45-4ADB-AE14-24CE8B7B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5910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f_L…f_H</a:t>
            </a:r>
          </a:p>
        </p:txBody>
      </p:sp>
      <p:sp>
        <p:nvSpPr>
          <p:cNvPr id="32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C5431FA1-0F3A-4960-BEDA-A59D6222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Frecuencia de corte: declarar criterio · ideal y real no son equivalentes.</a:t>
            </a:r>
          </a:p>
        </p:txBody>
      </p:sp>
      <p:sp>
        <p:nvSpPr>
          <p:cNvPr id="3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4BBB43C0-6A38-47DD-B3A5-0C85BC6A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sección 5.9; curvas cuantitativas en U05-CH-016.</a:t>
            </a:r>
          </a:p>
        </p:txBody>
      </p:sp>
    </p:spTree>
    <p:extLst>
      <p:ext uri="{BB962C8B-B14F-4D97-AF65-F5344CB8AC3E}">
        <p14:creationId xmlns:p14="http://schemas.microsoft.com/office/powerpoint/2010/main" val="714116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2026-07-31T20:40:26.9520000Z</dcterms:created>
  <dcterms:modified xsi:type="dcterms:W3CDTF">2026-07-31T20:40:26.9520000Z</dcterms:modified>
</coreProperties>
</file>