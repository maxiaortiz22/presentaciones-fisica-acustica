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29d324026b4182" /><Relationship Type="http://schemas.openxmlformats.org/officeDocument/2006/relationships/extended-properties" Target="/docProps/app.xml" Id="R0b5c050a06494316" /><Relationship Type="http://schemas.openxmlformats.org/officeDocument/2006/relationships/officeDocument" Target="/ppt/presentation.xml" Id="R05d98ce6beb245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10f216c2564e98"/>
  </p:sldMasterIdLst>
  <p:notesMasterIdLst>
    <p:notesMasterId xmlns:r="http://schemas.openxmlformats.org/officeDocument/2006/relationships" r:id="Rac658e560e4a4863"/>
  </p:notesMasterIdLst>
  <p:sldIdLst>
    <p:sldId xmlns:r="http://schemas.openxmlformats.org/officeDocument/2006/relationships" id="256" r:id="Rf682861ee77f47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f122bc0c7f411a" /><Relationship Type="http://schemas.openxmlformats.org/officeDocument/2006/relationships/slideMaster" Target="/ppt/slideMasters/slideMaster1.xml" Id="R0610f216c2564e98" /><Relationship Type="http://schemas.openxmlformats.org/officeDocument/2006/relationships/notesMaster" Target="/ppt/notesMasters/notesMaster1.xml" Id="Rac658e560e4a4863" /><Relationship Type="http://schemas.openxmlformats.org/officeDocument/2006/relationships/presProps" Target="/ppt/presProps.xml" Id="R58928cf0e01c48b6" /><Relationship Type="http://schemas.openxmlformats.org/officeDocument/2006/relationships/tableStyles" Target="/ppt/tableStyles.xml" Id="Rd1cf094462744c36" /><Relationship Type="http://schemas.openxmlformats.org/officeDocument/2006/relationships/slide" Target="/ppt/slides/slide1.xml" Id="Rf682861ee77f47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afffbd4c864d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b11a1910a44954" /><Relationship Type="http://schemas.openxmlformats.org/officeDocument/2006/relationships/notesMaster" Target="/ppt/notesMasters/notesMaster1.xml" Id="R7c6c893470ed4b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c1b92ca39f46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b8fbd39b7c4c86" /><Relationship Type="http://schemas.openxmlformats.org/officeDocument/2006/relationships/slideLayout" Target="/ppt/slideLayouts/slideLayout1.xml" Id="Ra6f542b1f55140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f542b1f55140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c52a13aa14b6e" /><Relationship Type="http://schemas.openxmlformats.org/officeDocument/2006/relationships/notesSlide" Target="/ppt/notesSlides/notesSlide1.xml" Id="Rd2b3d2798deb4b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9FEBF82C-9188-483A-BF4C-A736B60C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72878C6E-7C09-44FF-8B09-F52FBB54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A06588A7-DB64-4181-AF8C-37CC1137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5FAAA2E3-5B27-4C62-BC2D-37DF8D00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El nivel informado resulta de una cadena de decisiones</a:t>
            </a:r>
          </a:p>
        </p:txBody>
      </p:sp>
      <p:sp>
        <p:nvSpPr>
          <p:cNvPr id="5" name="meter_mic_box">
            <a:extLst xmlns:a="http://schemas.openxmlformats.org/drawingml/2006/main">
              <a:ext uri="{FF2B5EF4-FFF2-40B4-BE49-F238E27FC236}">
                <a16:creationId xmlns:a16="http://schemas.microsoft.com/office/drawing/2014/main" id="{93CFE827-E7DB-4AEB-985B-124F1A5A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meter_pre_box">
            <a:extLst xmlns:a="http://schemas.openxmlformats.org/drawingml/2006/main">
              <a:ext uri="{FF2B5EF4-FFF2-40B4-BE49-F238E27FC236}">
                <a16:creationId xmlns:a16="http://schemas.microsoft.com/office/drawing/2014/main" id="{5D422715-E935-489D-BC3E-50BADA50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76375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7" name="meter_freq_box">
            <a:extLst xmlns:a="http://schemas.openxmlformats.org/drawingml/2006/main">
              <a:ext uri="{FF2B5EF4-FFF2-40B4-BE49-F238E27FC236}">
                <a16:creationId xmlns:a16="http://schemas.microsoft.com/office/drawing/2014/main" id="{D35AAF18-61B6-40CA-A1B9-E9FD972D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76375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meter_detect_box">
            <a:extLst xmlns:a="http://schemas.openxmlformats.org/drawingml/2006/main">
              <a:ext uri="{FF2B5EF4-FFF2-40B4-BE49-F238E27FC236}">
                <a16:creationId xmlns:a16="http://schemas.microsoft.com/office/drawing/2014/main" id="{DE910D03-5496-4529-B104-90A6A4B3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meter_time_box">
            <a:extLst xmlns:a="http://schemas.openxmlformats.org/drawingml/2006/main">
              <a:ext uri="{FF2B5EF4-FFF2-40B4-BE49-F238E27FC236}">
                <a16:creationId xmlns:a16="http://schemas.microsoft.com/office/drawing/2014/main" id="{EE14C0EB-4383-4B1C-900B-81EE37D2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1475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0" name="meter_report_box">
            <a:extLst xmlns:a="http://schemas.openxmlformats.org/drawingml/2006/main">
              <a:ext uri="{FF2B5EF4-FFF2-40B4-BE49-F238E27FC236}">
                <a16:creationId xmlns:a16="http://schemas.microsoft.com/office/drawing/2014/main" id="{436FDAD0-3E48-4651-848A-556181C3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857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40" name="meter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714750" y="20955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1" name="meter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24750" y="20955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2" name="meter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9906000" y="2714625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3" name="meter_4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524750" y="43338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4" name="meter_5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3714750" y="43338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meter_mic_title">
            <a:extLst xmlns:a="http://schemas.openxmlformats.org/drawingml/2006/main">
              <a:ext uri="{FF2B5EF4-FFF2-40B4-BE49-F238E27FC236}">
                <a16:creationId xmlns:a16="http://schemas.microsoft.com/office/drawing/2014/main" id="{93D8B08C-E41C-4983-8B98-FA95ADC5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478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1 · Micrófono</a:t>
            </a:r>
          </a:p>
        </p:txBody>
      </p:sp>
      <p:sp>
        <p:nvSpPr>
          <p:cNvPr id="17" name="meter_mic_body">
            <a:extLst xmlns:a="http://schemas.openxmlformats.org/drawingml/2006/main">
              <a:ext uri="{FF2B5EF4-FFF2-40B4-BE49-F238E27FC236}">
                <a16:creationId xmlns:a16="http://schemas.microsoft.com/office/drawing/2014/main" id="{C52A5046-82AA-4CB7-8255-1CB67233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669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p(t) en Pa</a:t>
            </a:r>
          </a:p>
        </p:txBody>
      </p:sp>
      <p:sp>
        <p:nvSpPr>
          <p:cNvPr id="18" name="meter_pre_title">
            <a:extLst xmlns:a="http://schemas.openxmlformats.org/drawingml/2006/main">
              <a:ext uri="{FF2B5EF4-FFF2-40B4-BE49-F238E27FC236}">
                <a16:creationId xmlns:a16="http://schemas.microsoft.com/office/drawing/2014/main" id="{126E5344-F681-4DB6-8C21-071D1FD1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478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2 · Conversión</a:t>
            </a:r>
          </a:p>
        </p:txBody>
      </p:sp>
      <p:sp>
        <p:nvSpPr>
          <p:cNvPr id="19" name="meter_pre_body">
            <a:extLst xmlns:a="http://schemas.openxmlformats.org/drawingml/2006/main">
              <a:ext uri="{FF2B5EF4-FFF2-40B4-BE49-F238E27FC236}">
                <a16:creationId xmlns:a16="http://schemas.microsoft.com/office/drawing/2014/main" id="{64320BCD-ADED-4A4E-B164-316A66A1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669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señal digital</a:t>
            </a:r>
          </a:p>
        </p:txBody>
      </p:sp>
      <p:sp>
        <p:nvSpPr>
          <p:cNvPr id="20" name="meter_freq_title">
            <a:extLst xmlns:a="http://schemas.openxmlformats.org/drawingml/2006/main">
              <a:ext uri="{FF2B5EF4-FFF2-40B4-BE49-F238E27FC236}">
                <a16:creationId xmlns:a16="http://schemas.microsoft.com/office/drawing/2014/main" id="{65EE065A-B9FD-44FB-B7CE-18CA614C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478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3 · Ponderación</a:t>
            </a:r>
          </a:p>
        </p:txBody>
      </p:sp>
      <p:sp>
        <p:nvSpPr>
          <p:cNvPr id="21" name="meter_freq_body">
            <a:extLst xmlns:a="http://schemas.openxmlformats.org/drawingml/2006/main">
              <a:ext uri="{FF2B5EF4-FFF2-40B4-BE49-F238E27FC236}">
                <a16:creationId xmlns:a16="http://schemas.microsoft.com/office/drawing/2014/main" id="{2A284DE5-A749-4E71-A816-F9E7D4FB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669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A · C · Z</a:t>
            </a:r>
          </a:p>
        </p:txBody>
      </p:sp>
      <p:sp>
        <p:nvSpPr>
          <p:cNvPr id="22" name="meter_detect_title">
            <a:extLst xmlns:a="http://schemas.openxmlformats.org/drawingml/2006/main">
              <a:ext uri="{FF2B5EF4-FFF2-40B4-BE49-F238E27FC236}">
                <a16:creationId xmlns:a16="http://schemas.microsoft.com/office/drawing/2014/main" id="{A84FCBE7-D037-4F30-A94C-80CCBB38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862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4 · Detector</a:t>
            </a:r>
          </a:p>
        </p:txBody>
      </p:sp>
      <p:sp>
        <p:nvSpPr>
          <p:cNvPr id="23" name="meter_detect_body">
            <a:extLst xmlns:a="http://schemas.openxmlformats.org/drawingml/2006/main">
              <a:ext uri="{FF2B5EF4-FFF2-40B4-BE49-F238E27FC236}">
                <a16:creationId xmlns:a16="http://schemas.microsoft.com/office/drawing/2014/main" id="{FEE9C0C2-A31A-4F27-B4C3-9EBBE022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053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RMS o pico</a:t>
            </a:r>
          </a:p>
        </p:txBody>
      </p:sp>
      <p:sp>
        <p:nvSpPr>
          <p:cNvPr id="24" name="meter_time_title">
            <a:extLst xmlns:a="http://schemas.openxmlformats.org/drawingml/2006/main">
              <a:ext uri="{FF2B5EF4-FFF2-40B4-BE49-F238E27FC236}">
                <a16:creationId xmlns:a16="http://schemas.microsoft.com/office/drawing/2014/main" id="{539AD445-5D23-4531-8EEE-391920BF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862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5 · Temporal</a:t>
            </a:r>
          </a:p>
        </p:txBody>
      </p:sp>
      <p:sp>
        <p:nvSpPr>
          <p:cNvPr id="25" name="meter_time_body">
            <a:extLst xmlns:a="http://schemas.openxmlformats.org/drawingml/2006/main">
              <a:ext uri="{FF2B5EF4-FFF2-40B4-BE49-F238E27FC236}">
                <a16:creationId xmlns:a16="http://schemas.microsoft.com/office/drawing/2014/main" id="{53F3F22E-927B-4795-95CD-9477B4C8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053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 o S</a:t>
            </a:r>
          </a:p>
        </p:txBody>
      </p:sp>
      <p:sp>
        <p:nvSpPr>
          <p:cNvPr id="26" name="meter_report_title">
            <a:extLst xmlns:a="http://schemas.openxmlformats.org/drawingml/2006/main">
              <a:ext uri="{FF2B5EF4-FFF2-40B4-BE49-F238E27FC236}">
                <a16:creationId xmlns:a16="http://schemas.microsoft.com/office/drawing/2014/main" id="{3277CDA8-C320-4F0F-A7A7-F7C039BB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862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6 · Informe</a:t>
            </a:r>
          </a:p>
        </p:txBody>
      </p:sp>
      <p:sp>
        <p:nvSpPr>
          <p:cNvPr id="27" name="meter_report_body">
            <a:extLst xmlns:a="http://schemas.openxmlformats.org/drawingml/2006/main">
              <a:ext uri="{FF2B5EF4-FFF2-40B4-BE49-F238E27FC236}">
                <a16:creationId xmlns:a16="http://schemas.microsoft.com/office/drawing/2014/main" id="{137CA9BD-6077-4990-905A-B556E778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053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magnitud · T</a:t>
            </a:r>
          </a:p>
        </p:txBody>
      </p:sp>
      <p:sp>
        <p:nvSpPr>
          <p:cNvPr id="28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79A18AA3-BA41-4B39-8690-633E94E6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1062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Cadena conceptual; no representa la arquitectura interna de un modelo comercial.</a:t>
            </a:r>
          </a:p>
        </p:txBody>
      </p:sp>
      <p:sp>
        <p:nvSpPr>
          <p:cNvPr id="29" name="source_note">
            <a:extLst xmlns:a="http://schemas.openxmlformats.org/drawingml/2006/main">
              <a:ext uri="{FF2B5EF4-FFF2-40B4-BE49-F238E27FC236}">
                <a16:creationId xmlns:a16="http://schemas.microsoft.com/office/drawing/2014/main" id="{8E17D615-121F-41B3-B617-797143D3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sección 5.11 y figura 5.8.</a:t>
            </a:r>
          </a:p>
        </p:txBody>
      </p:sp>
    </p:spTree>
    <p:extLst>
      <p:ext uri="{BB962C8B-B14F-4D97-AF65-F5344CB8AC3E}">
        <p14:creationId xmlns:p14="http://schemas.microsoft.com/office/powerpoint/2010/main" val="11405852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2026-07-31T20:40:27.7950000Z</dcterms:created>
  <dcterms:modified xsi:type="dcterms:W3CDTF">2026-07-31T20:40:27.7950000Z</dcterms:modified>
</coreProperties>
</file>