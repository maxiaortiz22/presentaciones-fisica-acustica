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349b3fc9a04123" /><Relationship Type="http://schemas.openxmlformats.org/officeDocument/2006/relationships/extended-properties" Target="/docProps/app.xml" Id="Rc506f8ca8a4c4597" /><Relationship Type="http://schemas.openxmlformats.org/officeDocument/2006/relationships/officeDocument" Target="/ppt/presentation.xml" Id="R654ccb6f73ab43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b8914cce1c4273"/>
  </p:sldMasterIdLst>
  <p:notesMasterIdLst>
    <p:notesMasterId xmlns:r="http://schemas.openxmlformats.org/officeDocument/2006/relationships" r:id="R617f1e6fb8154bc5"/>
  </p:notesMasterIdLst>
  <p:sldIdLst>
    <p:sldId xmlns:r="http://schemas.openxmlformats.org/officeDocument/2006/relationships" id="256" r:id="Rc8593a4f538d4f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faa13a7f964b0d" /><Relationship Type="http://schemas.openxmlformats.org/officeDocument/2006/relationships/slideMaster" Target="/ppt/slideMasters/slideMaster1.xml" Id="R0cb8914cce1c4273" /><Relationship Type="http://schemas.openxmlformats.org/officeDocument/2006/relationships/notesMaster" Target="/ppt/notesMasters/notesMaster1.xml" Id="R617f1e6fb8154bc5" /><Relationship Type="http://schemas.openxmlformats.org/officeDocument/2006/relationships/presProps" Target="/ppt/presProps.xml" Id="R46ec05a37bce4a63" /><Relationship Type="http://schemas.openxmlformats.org/officeDocument/2006/relationships/tableStyles" Target="/ppt/tableStyles.xml" Id="R70009f2f8845406e" /><Relationship Type="http://schemas.openxmlformats.org/officeDocument/2006/relationships/slide" Target="/ppt/slides/slide1.xml" Id="Rc8593a4f538d4f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d8596fc5ee4a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2998a321be4d93" /><Relationship Type="http://schemas.openxmlformats.org/officeDocument/2006/relationships/notesMaster" Target="/ppt/notesMasters/notesMaster1.xml" Id="R1c64972e5ebd47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7f7ec7d7b4b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eeda59054c48ba" /><Relationship Type="http://schemas.openxmlformats.org/officeDocument/2006/relationships/slideLayout" Target="/ppt/slideLayouts/slideLayout1.xml" Id="Rd2cb6c6408d945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cb6c6408d945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bf4689e6f421b" /><Relationship Type="http://schemas.openxmlformats.org/officeDocument/2006/relationships/notesSlide" Target="/ppt/notesSlides/notesSlide1.xml" Id="R4f746302b3ba43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ECE66A5B-2580-4146-9B26-4EA6EACC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212711AF-943A-4BF2-AB19-807EB4CF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C3493F18-87D4-4B78-B6A1-87AE6E42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A030E424-EFBA-4D05-B11E-C4B5897D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De la señal a una medición interpretable</a:t>
            </a:r>
          </a:p>
        </p:txBody>
      </p:sp>
      <p:sp>
        <p:nvSpPr>
          <p:cNvPr id="5" name="stage_signal_box">
            <a:extLst xmlns:a="http://schemas.openxmlformats.org/drawingml/2006/main">
              <a:ext uri="{FF2B5EF4-FFF2-40B4-BE49-F238E27FC236}">
                <a16:creationId xmlns:a16="http://schemas.microsoft.com/office/drawing/2014/main" id="{5383513E-AC45-4760-A79E-55E5CA95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repr_box">
            <a:extLst xmlns:a="http://schemas.openxmlformats.org/drawingml/2006/main">
              <a:ext uri="{FF2B5EF4-FFF2-40B4-BE49-F238E27FC236}">
                <a16:creationId xmlns:a16="http://schemas.microsoft.com/office/drawing/2014/main" id="{15A7D406-E7DD-4FE8-9090-67A8A12A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interpret_box">
            <a:extLst xmlns:a="http://schemas.openxmlformats.org/drawingml/2006/main">
              <a:ext uri="{FF2B5EF4-FFF2-40B4-BE49-F238E27FC236}">
                <a16:creationId xmlns:a16="http://schemas.microsoft.com/office/drawing/2014/main" id="{3E0EA5A7-A7EF-46F3-8F7F-1D3D015D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age_measure_box">
            <a:extLst xmlns:a="http://schemas.openxmlformats.org/drawingml/2006/main">
              <a:ext uri="{FF2B5EF4-FFF2-40B4-BE49-F238E27FC236}">
                <a16:creationId xmlns:a16="http://schemas.microsoft.com/office/drawing/2014/main" id="{0264BAEE-F891-4782-9C1E-D1E8339E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9" name="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95625" y="3095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0" name="edge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57875" y="3095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edge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20125" y="3095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signal_title">
            <a:extLst xmlns:a="http://schemas.openxmlformats.org/drawingml/2006/main">
              <a:ext uri="{FF2B5EF4-FFF2-40B4-BE49-F238E27FC236}">
                <a16:creationId xmlns:a16="http://schemas.microsoft.com/office/drawing/2014/main" id="{E666FEA3-E0FF-42DF-9E32-642ADF74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Señal</a:t>
            </a:r>
          </a:p>
        </p:txBody>
      </p:sp>
      <p:sp>
        <p:nvSpPr>
          <p:cNvPr id="13" name="stage_signal_body">
            <a:extLst xmlns:a="http://schemas.openxmlformats.org/drawingml/2006/main">
              <a:ext uri="{FF2B5EF4-FFF2-40B4-BE49-F238E27FC236}">
                <a16:creationId xmlns:a16="http://schemas.microsoft.com/office/drawing/2014/main" id="{A737176C-F807-4017-A0BA-18FF0674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tiempo · RMS</a:t>
            </a:r>
          </a:p>
        </p:txBody>
      </p:sp>
      <p:sp>
        <p:nvSpPr>
          <p:cNvPr id="14" name="stage_repr_title">
            <a:extLst xmlns:a="http://schemas.openxmlformats.org/drawingml/2006/main">
              <a:ext uri="{FF2B5EF4-FFF2-40B4-BE49-F238E27FC236}">
                <a16:creationId xmlns:a16="http://schemas.microsoft.com/office/drawing/2014/main" id="{03EFD934-DE9A-4FCB-8FB5-92FE87D8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Fourier</a:t>
            </a:r>
          </a:p>
        </p:txBody>
      </p:sp>
      <p:sp>
        <p:nvSpPr>
          <p:cNvPr id="15" name="stage_repr_body">
            <a:extLst xmlns:a="http://schemas.openxmlformats.org/drawingml/2006/main">
              <a:ext uri="{FF2B5EF4-FFF2-40B4-BE49-F238E27FC236}">
                <a16:creationId xmlns:a16="http://schemas.microsoft.com/office/drawing/2014/main" id="{282F8B49-6A18-47C8-B80B-533C58F4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serie · DFT</a:t>
            </a:r>
          </a:p>
        </p:txBody>
      </p:sp>
      <p:sp>
        <p:nvSpPr>
          <p:cNvPr id="16" name="stage_interpret_title">
            <a:extLst xmlns:a="http://schemas.openxmlformats.org/drawingml/2006/main">
              <a:ext uri="{FF2B5EF4-FFF2-40B4-BE49-F238E27FC236}">
                <a16:creationId xmlns:a16="http://schemas.microsoft.com/office/drawing/2014/main" id="{A9018EF0-9511-4C8F-9011-A8A790C6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Lectura</a:t>
            </a:r>
          </a:p>
        </p:txBody>
      </p:sp>
      <p:sp>
        <p:nvSpPr>
          <p:cNvPr id="17" name="stage_interpret_body">
            <a:extLst xmlns:a="http://schemas.openxmlformats.org/drawingml/2006/main">
              <a:ext uri="{FF2B5EF4-FFF2-40B4-BE49-F238E27FC236}">
                <a16:creationId xmlns:a16="http://schemas.microsoft.com/office/drawing/2014/main" id="{6775E871-F9B1-4074-BEB0-EA93D52E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sistemas · bandas</a:t>
            </a:r>
          </a:p>
        </p:txBody>
      </p:sp>
      <p:sp>
        <p:nvSpPr>
          <p:cNvPr id="18" name="stage_measure_title">
            <a:extLst xmlns:a="http://schemas.openxmlformats.org/drawingml/2006/main">
              <a:ext uri="{FF2B5EF4-FFF2-40B4-BE49-F238E27FC236}">
                <a16:creationId xmlns:a16="http://schemas.microsoft.com/office/drawing/2014/main" id="{03D4A296-51EF-4B6C-92BE-886F61DD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527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Medición</a:t>
            </a:r>
          </a:p>
        </p:txBody>
      </p:sp>
      <p:sp>
        <p:nvSpPr>
          <p:cNvPr id="19" name="stage_measure_body">
            <a:extLst xmlns:a="http://schemas.openxmlformats.org/drawingml/2006/main">
              <a:ext uri="{FF2B5EF4-FFF2-40B4-BE49-F238E27FC236}">
                <a16:creationId xmlns:a16="http://schemas.microsoft.com/office/drawing/2014/main" id="{FD2A55F4-5670-41B3-A7B0-4B08196D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7180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ponderación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sonómetro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458642E-3E37-4119-B0C9-8FCF7E53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Programa oficial, brief y storyboard U05; mapa narrativo propio.</a:t>
            </a:r>
          </a:p>
        </p:txBody>
      </p:sp>
    </p:spTree>
    <p:extLst>
      <p:ext uri="{BB962C8B-B14F-4D97-AF65-F5344CB8AC3E}">
        <p14:creationId xmlns:p14="http://schemas.microsoft.com/office/powerpoint/2010/main" val="1494526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2026-07-31T20:40:18.2120000Z</dcterms:created>
  <dcterms:modified xsi:type="dcterms:W3CDTF">2026-07-31T20:40:18.2120000Z</dcterms:modified>
</coreProperties>
</file>