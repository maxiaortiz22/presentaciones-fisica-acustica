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4bf96499c3499c" /><Relationship Type="http://schemas.openxmlformats.org/officeDocument/2006/relationships/extended-properties" Target="/docProps/app.xml" Id="R88443809ab734dc9" /><Relationship Type="http://schemas.openxmlformats.org/officeDocument/2006/relationships/officeDocument" Target="/ppt/presentation.xml" Id="R5c00a4635c80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4855e2e4d747e6"/>
  </p:sldMasterIdLst>
  <p:notesMasterIdLst>
    <p:notesMasterId xmlns:r="http://schemas.openxmlformats.org/officeDocument/2006/relationships" r:id="Rde1c2dc9557e423c"/>
  </p:notesMasterIdLst>
  <p:sldIdLst>
    <p:sldId xmlns:r="http://schemas.openxmlformats.org/officeDocument/2006/relationships" id="256" r:id="Ra6fa1eac8e3149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e826ec87e54960" /><Relationship Type="http://schemas.openxmlformats.org/officeDocument/2006/relationships/slideMaster" Target="/ppt/slideMasters/slideMaster1.xml" Id="R1e4855e2e4d747e6" /><Relationship Type="http://schemas.openxmlformats.org/officeDocument/2006/relationships/notesMaster" Target="/ppt/notesMasters/notesMaster1.xml" Id="Rde1c2dc9557e423c" /><Relationship Type="http://schemas.openxmlformats.org/officeDocument/2006/relationships/presProps" Target="/ppt/presProps.xml" Id="Rd9f1e481b79a4add" /><Relationship Type="http://schemas.openxmlformats.org/officeDocument/2006/relationships/tableStyles" Target="/ppt/tableStyles.xml" Id="R406c163ec1e54a83" /><Relationship Type="http://schemas.openxmlformats.org/officeDocument/2006/relationships/slide" Target="/ppt/slides/slide1.xml" Id="Ra6fa1eac8e3149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3873b753044d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2ebf9d46364e44" /><Relationship Type="http://schemas.openxmlformats.org/officeDocument/2006/relationships/notesMaster" Target="/ppt/notesMasters/notesMaster1.xml" Id="Reae001a7672d49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a44901f2d4b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1937a69e634b81" /><Relationship Type="http://schemas.openxmlformats.org/officeDocument/2006/relationships/slideLayout" Target="/ppt/slideLayouts/slideLayout1.xml" Id="R71f645e8773b4a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f645e8773b4a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ed18d2ef44820" /><Relationship Type="http://schemas.openxmlformats.org/officeDocument/2006/relationships/notesSlide" Target="/ppt/notesSlides/notesSlide1.xml" Id="R0b6b9ac2274f4c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7996141C-5364-46F7-B0E8-1A1E9A72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7185FE8-1884-4727-BB72-80824FB0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0E152A8-D5DE-445B-A6B9-D00EA28B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6AE19E0-3002-48C5-8D48-12DFF363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Un rango sólo tiene sentido si sus límites están condicionados</a:t>
            </a:r>
          </a:p>
        </p:txBody>
      </p:sp>
      <p:sp>
        <p:nvSpPr>
          <p:cNvPr id="5" name="frequency_range_box">
            <a:extLst xmlns:a="http://schemas.openxmlformats.org/drawingml/2006/main">
              <a:ext uri="{FF2B5EF4-FFF2-40B4-BE49-F238E27FC236}">
                <a16:creationId xmlns:a16="http://schemas.microsoft.com/office/drawing/2014/main" id="{654AE755-1417-4FDA-B7D8-3158F108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dynamic_range_box">
            <a:extLst xmlns:a="http://schemas.openxmlformats.org/drawingml/2006/main">
              <a:ext uri="{FF2B5EF4-FFF2-40B4-BE49-F238E27FC236}">
                <a16:creationId xmlns:a16="http://schemas.microsoft.com/office/drawing/2014/main" id="{EAD02F25-9C74-484A-A894-04A227E2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76375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ondition_source_box">
            <a:extLst xmlns:a="http://schemas.openxmlformats.org/drawingml/2006/main">
              <a:ext uri="{FF2B5EF4-FFF2-40B4-BE49-F238E27FC236}">
                <a16:creationId xmlns:a16="http://schemas.microsoft.com/office/drawing/2014/main" id="{B77C0AD9-9642-4352-BAFE-9531C41D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2286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dition_stimulus_box">
            <a:extLst xmlns:a="http://schemas.openxmlformats.org/drawingml/2006/main">
              <a:ext uri="{FF2B5EF4-FFF2-40B4-BE49-F238E27FC236}">
                <a16:creationId xmlns:a16="http://schemas.microsoft.com/office/drawing/2014/main" id="{ECE0260A-B5D9-4B78-A1B6-4C21D6D9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10000"/>
            <a:ext cx="2286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ondition_level_box">
            <a:extLst xmlns:a="http://schemas.openxmlformats.org/drawingml/2006/main">
              <a:ext uri="{FF2B5EF4-FFF2-40B4-BE49-F238E27FC236}">
                <a16:creationId xmlns:a16="http://schemas.microsoft.com/office/drawing/2014/main" id="{83D1DFD0-AC11-40E2-838F-64DB7BC8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0000"/>
            <a:ext cx="2286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0" name="condition_method_box">
            <a:extLst xmlns:a="http://schemas.openxmlformats.org/drawingml/2006/main">
              <a:ext uri="{FF2B5EF4-FFF2-40B4-BE49-F238E27FC236}">
                <a16:creationId xmlns:a16="http://schemas.microsoft.com/office/drawing/2014/main" id="{A85BFBF5-D3E0-4214-AACE-D1BF4CB2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10000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7" name="cond_1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286125" y="2809875"/>
            <a:ext cx="142875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cond_2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7381875" y="2809875"/>
            <a:ext cx="152400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frequency_range_title">
            <a:extLst xmlns:a="http://schemas.openxmlformats.org/drawingml/2006/main">
              <a:ext uri="{FF2B5EF4-FFF2-40B4-BE49-F238E27FC236}">
                <a16:creationId xmlns:a16="http://schemas.microsoft.com/office/drawing/2014/main" id="{CEE88301-3C91-4266-9A79-02400F82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478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Región de frecuencia</a:t>
            </a:r>
          </a:p>
        </p:txBody>
      </p:sp>
      <p:sp>
        <p:nvSpPr>
          <p:cNvPr id="14" name="frequency_range_body">
            <a:extLst xmlns:a="http://schemas.openxmlformats.org/drawingml/2006/main">
              <a:ext uri="{FF2B5EF4-FFF2-40B4-BE49-F238E27FC236}">
                <a16:creationId xmlns:a16="http://schemas.microsoft.com/office/drawing/2014/main" id="{B43B1A65-A92E-4572-BBF3-985700A1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669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infra · audible · ultra</a:t>
            </a:r>
          </a:p>
        </p:txBody>
      </p:sp>
      <p:sp>
        <p:nvSpPr>
          <p:cNvPr id="15" name="dynamic_range_title">
            <a:extLst xmlns:a="http://schemas.openxmlformats.org/drawingml/2006/main">
              <a:ext uri="{FF2B5EF4-FFF2-40B4-BE49-F238E27FC236}">
                <a16:creationId xmlns:a16="http://schemas.microsoft.com/office/drawing/2014/main" id="{C7C5EE42-BE55-40FC-A1CC-E736E451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478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Rango dinámico</a:t>
            </a:r>
          </a:p>
        </p:txBody>
      </p:sp>
      <p:sp>
        <p:nvSpPr>
          <p:cNvPr id="16" name="dynamic_range_body">
            <a:extLst xmlns:a="http://schemas.openxmlformats.org/drawingml/2006/main">
              <a:ext uri="{FF2B5EF4-FFF2-40B4-BE49-F238E27FC236}">
                <a16:creationId xmlns:a16="http://schemas.microsoft.com/office/drawing/2014/main" id="{F486F773-96A0-4E56-9351-CFE4B0D8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669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R_D = L_sup − L_inf</a:t>
            </a:r>
          </a:p>
        </p:txBody>
      </p:sp>
      <p:sp>
        <p:nvSpPr>
          <p:cNvPr id="17" name="condition_source_title">
            <a:extLst xmlns:a="http://schemas.openxmlformats.org/drawingml/2006/main">
              <a:ext uri="{FF2B5EF4-FFF2-40B4-BE49-F238E27FC236}">
                <a16:creationId xmlns:a16="http://schemas.microsoft.com/office/drawing/2014/main" id="{1380D52C-2597-4AEC-B3D8-E4348044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Origen</a:t>
            </a:r>
          </a:p>
        </p:txBody>
      </p:sp>
      <p:sp>
        <p:nvSpPr>
          <p:cNvPr id="18" name="condition_source_body">
            <a:extLst xmlns:a="http://schemas.openxmlformats.org/drawingml/2006/main">
              <a:ext uri="{FF2B5EF4-FFF2-40B4-BE49-F238E27FC236}">
                <a16:creationId xmlns:a16="http://schemas.microsoft.com/office/drawing/2014/main" id="{9B2ACA99-B38A-4D57-8805-289ABC95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0055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persona / fuente</a:t>
            </a:r>
          </a:p>
        </p:txBody>
      </p:sp>
      <p:sp>
        <p:nvSpPr>
          <p:cNvPr id="19" name="condition_stimulus_title">
            <a:extLst xmlns:a="http://schemas.openxmlformats.org/drawingml/2006/main">
              <a:ext uri="{FF2B5EF4-FFF2-40B4-BE49-F238E27FC236}">
                <a16:creationId xmlns:a16="http://schemas.microsoft.com/office/drawing/2014/main" id="{02EAF3B8-5D1F-4876-8ED3-857B6918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814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Estímulo</a:t>
            </a:r>
          </a:p>
        </p:txBody>
      </p:sp>
      <p:sp>
        <p:nvSpPr>
          <p:cNvPr id="20" name="condition_stimulus_body">
            <a:extLst xmlns:a="http://schemas.openxmlformats.org/drawingml/2006/main">
              <a:ext uri="{FF2B5EF4-FFF2-40B4-BE49-F238E27FC236}">
                <a16:creationId xmlns:a16="http://schemas.microsoft.com/office/drawing/2014/main" id="{61E8A12C-398E-4344-B87E-2FC5CA45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0055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 · duración</a:t>
            </a:r>
          </a:p>
        </p:txBody>
      </p:sp>
      <p:sp>
        <p:nvSpPr>
          <p:cNvPr id="21" name="condition_level_title">
            <a:extLst xmlns:a="http://schemas.openxmlformats.org/drawingml/2006/main">
              <a:ext uri="{FF2B5EF4-FFF2-40B4-BE49-F238E27FC236}">
                <a16:creationId xmlns:a16="http://schemas.microsoft.com/office/drawing/2014/main" id="{45CE442F-C874-43B0-91AA-F22C7639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814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Descriptor</a:t>
            </a:r>
          </a:p>
        </p:txBody>
      </p:sp>
      <p:sp>
        <p:nvSpPr>
          <p:cNvPr id="22" name="condition_level_body">
            <a:extLst xmlns:a="http://schemas.openxmlformats.org/drawingml/2006/main">
              <a:ext uri="{FF2B5EF4-FFF2-40B4-BE49-F238E27FC236}">
                <a16:creationId xmlns:a16="http://schemas.microsoft.com/office/drawing/2014/main" id="{2D8B26BB-4AA2-4967-90B7-4D5BBC58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0055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RMS · pico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L_eq</a:t>
            </a:r>
          </a:p>
        </p:txBody>
      </p:sp>
      <p:sp>
        <p:nvSpPr>
          <p:cNvPr id="23" name="condition_method_title">
            <a:extLst xmlns:a="http://schemas.openxmlformats.org/drawingml/2006/main">
              <a:ext uri="{FF2B5EF4-FFF2-40B4-BE49-F238E27FC236}">
                <a16:creationId xmlns:a16="http://schemas.microsoft.com/office/drawing/2014/main" id="{DEDCFA12-E5D7-48AC-9CB0-E8D444D4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814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Medición</a:t>
            </a:r>
          </a:p>
        </p:txBody>
      </p:sp>
      <p:sp>
        <p:nvSpPr>
          <p:cNvPr id="24" name="condition_method_body">
            <a:extLst xmlns:a="http://schemas.openxmlformats.org/drawingml/2006/main">
              <a:ext uri="{FF2B5EF4-FFF2-40B4-BE49-F238E27FC236}">
                <a16:creationId xmlns:a16="http://schemas.microsoft.com/office/drawing/2014/main" id="{30B5BB83-6644-450C-8AF0-DB8302FA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00550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distancia · X</a:t>
            </a:r>
          </a:p>
        </p:txBody>
      </p:sp>
      <p:sp>
        <p:nvSpPr>
          <p:cNvPr id="25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134B2A61-A558-4731-8EE8-9E231B05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Fronteras y límites conceptuales; no están a escala ni son universales.</a:t>
            </a:r>
          </a:p>
        </p:txBody>
      </p:sp>
      <p:sp>
        <p:nvSpPr>
          <p:cNvPr id="2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8655BC0B-AC33-4537-9BF7-726BED8A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sección 5.7.</a:t>
            </a:r>
          </a:p>
        </p:txBody>
      </p:sp>
    </p:spTree>
    <p:extLst>
      <p:ext uri="{BB962C8B-B14F-4D97-AF65-F5344CB8AC3E}">
        <p14:creationId xmlns:p14="http://schemas.microsoft.com/office/powerpoint/2010/main" val="1718302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2026-07-31T20:40:25.4310000Z</dcterms:created>
  <dcterms:modified xsi:type="dcterms:W3CDTF">2026-07-31T20:40:25.4310000Z</dcterms:modified>
</coreProperties>
</file>