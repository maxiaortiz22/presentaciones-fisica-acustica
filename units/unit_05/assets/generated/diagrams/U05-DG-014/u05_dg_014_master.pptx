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364e467c64cf3" /><Relationship Type="http://schemas.openxmlformats.org/officeDocument/2006/relationships/extended-properties" Target="/docProps/app.xml" Id="R93a2da20868348ea" /><Relationship Type="http://schemas.openxmlformats.org/officeDocument/2006/relationships/officeDocument" Target="/ppt/presentation.xml" Id="R44959426779349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08545add764320"/>
  </p:sldMasterIdLst>
  <p:notesMasterIdLst>
    <p:notesMasterId xmlns:r="http://schemas.openxmlformats.org/officeDocument/2006/relationships" r:id="R665474548a104a43"/>
  </p:notesMasterIdLst>
  <p:sldIdLst>
    <p:sldId xmlns:r="http://schemas.openxmlformats.org/officeDocument/2006/relationships" id="256" r:id="R8ba738a5947e47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5404c33ae4151" /><Relationship Type="http://schemas.openxmlformats.org/officeDocument/2006/relationships/slideMaster" Target="/ppt/slideMasters/slideMaster1.xml" Id="Rd108545add764320" /><Relationship Type="http://schemas.openxmlformats.org/officeDocument/2006/relationships/notesMaster" Target="/ppt/notesMasters/notesMaster1.xml" Id="R665474548a104a43" /><Relationship Type="http://schemas.openxmlformats.org/officeDocument/2006/relationships/presProps" Target="/ppt/presProps.xml" Id="Rc9096358c9b6451f" /><Relationship Type="http://schemas.openxmlformats.org/officeDocument/2006/relationships/tableStyles" Target="/ppt/tableStyles.xml" Id="Rf2276743359b4249" /><Relationship Type="http://schemas.openxmlformats.org/officeDocument/2006/relationships/slide" Target="/ppt/slides/slide1.xml" Id="R8ba738a5947e47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1218503e9547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e2b8fad5244358" /><Relationship Type="http://schemas.openxmlformats.org/officeDocument/2006/relationships/notesMaster" Target="/ppt/notesMasters/notesMaster1.xml" Id="R519858e0036a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c77015fa44f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b720d26efa4f54" /><Relationship Type="http://schemas.openxmlformats.org/officeDocument/2006/relationships/slideLayout" Target="/ppt/slideLayouts/slideLayout1.xml" Id="R58abdcc54d6d4c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bdcc54d6d4c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543ec715d410d" /><Relationship Type="http://schemas.openxmlformats.org/officeDocument/2006/relationships/notesSlide" Target="/ppt/notesSlides/notesSlide1.xml" Id="R007ea0713dbe4d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3C48547-9843-4A44-904D-D8CDA721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1252D8D-4642-4558-A065-335B0BD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A022765-1AF1-4BE0-ADC3-2724F91C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D81B8E0-089C-496F-B366-313BCAF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Rutina acumulativa de lectura</a:t>
            </a:r>
          </a:p>
        </p:txBody>
      </p:sp>
      <p:sp>
        <p:nvSpPr>
          <p:cNvPr id="5" name="recap_object_box">
            <a:extLst xmlns:a="http://schemas.openxmlformats.org/drawingml/2006/main">
              <a:ext uri="{FF2B5EF4-FFF2-40B4-BE49-F238E27FC236}">
                <a16:creationId xmlns:a16="http://schemas.microsoft.com/office/drawing/2014/main" id="{6BE33681-AA17-48C6-ACA6-A0829A17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recap_axes_box">
            <a:extLst xmlns:a="http://schemas.openxmlformats.org/drawingml/2006/main">
              <a:ext uri="{FF2B5EF4-FFF2-40B4-BE49-F238E27FC236}">
                <a16:creationId xmlns:a16="http://schemas.microsoft.com/office/drawing/2014/main" id="{623A15E3-2EE7-4AFC-81A6-4B63405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recap_units_box">
            <a:extLst xmlns:a="http://schemas.openxmlformats.org/drawingml/2006/main">
              <a:ext uri="{FF2B5EF4-FFF2-40B4-BE49-F238E27FC236}">
                <a16:creationId xmlns:a16="http://schemas.microsoft.com/office/drawing/2014/main" id="{1B517FFE-E908-4EBE-A995-DDED8047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ap_params_box">
            <a:extLst xmlns:a="http://schemas.openxmlformats.org/drawingml/2006/main">
              <a:ext uri="{FF2B5EF4-FFF2-40B4-BE49-F238E27FC236}">
                <a16:creationId xmlns:a16="http://schemas.microsoft.com/office/drawing/2014/main" id="{C733E166-EBD2-4518-9F66-057DD540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recap_limit_box">
            <a:extLst xmlns:a="http://schemas.openxmlformats.org/drawingml/2006/main">
              <a:ext uri="{FF2B5EF4-FFF2-40B4-BE49-F238E27FC236}">
                <a16:creationId xmlns:a16="http://schemas.microsoft.com/office/drawing/2014/main" id="{41CC41E4-3C5B-40FE-AE15-8E55EF67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recap_object_title">
            <a:extLst xmlns:a="http://schemas.openxmlformats.org/drawingml/2006/main">
              <a:ext uri="{FF2B5EF4-FFF2-40B4-BE49-F238E27FC236}">
                <a16:creationId xmlns:a16="http://schemas.microsoft.com/office/drawing/2014/main" id="{A35DD0EA-976A-48E6-9195-AEE6F8DA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Objeto</a:t>
            </a:r>
          </a:p>
        </p:txBody>
      </p:sp>
      <p:sp>
        <p:nvSpPr>
          <p:cNvPr id="11" name="recap_object_body">
            <a:extLst xmlns:a="http://schemas.openxmlformats.org/drawingml/2006/main">
              <a:ext uri="{FF2B5EF4-FFF2-40B4-BE49-F238E27FC236}">
                <a16:creationId xmlns:a16="http://schemas.microsoft.com/office/drawing/2014/main" id="{450E5C92-E5BF-4423-AE5B-91E98AD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/ sistema</a:t>
            </a:r>
          </a:p>
        </p:txBody>
      </p:sp>
      <p:sp>
        <p:nvSpPr>
          <p:cNvPr id="12" name="recap_axes_title">
            <a:extLst xmlns:a="http://schemas.openxmlformats.org/drawingml/2006/main">
              <a:ext uri="{FF2B5EF4-FFF2-40B4-BE49-F238E27FC236}">
                <a16:creationId xmlns:a16="http://schemas.microsoft.com/office/drawing/2014/main" id="{8587E380-5A60-4E65-803F-320D149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Ejes</a:t>
            </a:r>
          </a:p>
        </p:txBody>
      </p:sp>
      <p:sp>
        <p:nvSpPr>
          <p:cNvPr id="13" name="recap_axes_body">
            <a:extLst xmlns:a="http://schemas.openxmlformats.org/drawingml/2006/main">
              <a:ext uri="{FF2B5EF4-FFF2-40B4-BE49-F238E27FC236}">
                <a16:creationId xmlns:a16="http://schemas.microsoft.com/office/drawing/2014/main" id="{ED4799AA-2917-439D-B5CA-1A273A0E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 / f</a:t>
            </a:r>
          </a:p>
        </p:txBody>
      </p:sp>
      <p:sp>
        <p:nvSpPr>
          <p:cNvPr id="14" name="recap_units_title">
            <a:extLst xmlns:a="http://schemas.openxmlformats.org/drawingml/2006/main">
              <a:ext uri="{FF2B5EF4-FFF2-40B4-BE49-F238E27FC236}">
                <a16:creationId xmlns:a16="http://schemas.microsoft.com/office/drawing/2014/main" id="{BCCCB5A5-6040-49F1-A6EA-1D79D04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Unidades</a:t>
            </a:r>
          </a:p>
        </p:txBody>
      </p:sp>
      <p:sp>
        <p:nvSpPr>
          <p:cNvPr id="15" name="recap_units_body">
            <a:extLst xmlns:a="http://schemas.openxmlformats.org/drawingml/2006/main">
              <a:ext uri="{FF2B5EF4-FFF2-40B4-BE49-F238E27FC236}">
                <a16:creationId xmlns:a16="http://schemas.microsoft.com/office/drawing/2014/main" id="{463E54CA-729D-46EB-80C5-94D3569B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 · Hz · Pa · dB</a:t>
            </a:r>
          </a:p>
        </p:txBody>
      </p:sp>
      <p:sp>
        <p:nvSpPr>
          <p:cNvPr id="16" name="recap_params_title">
            <a:extLst xmlns:a="http://schemas.openxmlformats.org/drawingml/2006/main">
              <a:ext uri="{FF2B5EF4-FFF2-40B4-BE49-F238E27FC236}">
                <a16:creationId xmlns:a16="http://schemas.microsoft.com/office/drawing/2014/main" id="{1DAFF4FB-628A-4072-B01F-0CB50ED2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Parámetros</a:t>
            </a:r>
          </a:p>
        </p:txBody>
      </p:sp>
      <p:sp>
        <p:nvSpPr>
          <p:cNvPr id="17" name="recap_params_body">
            <a:extLst xmlns:a="http://schemas.openxmlformats.org/drawingml/2006/main">
              <a:ext uri="{FF2B5EF4-FFF2-40B4-BE49-F238E27FC236}">
                <a16:creationId xmlns:a16="http://schemas.microsoft.com/office/drawing/2014/main" id="{73ADA614-C961-4AB2-A161-9AC5BB12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ventana · N · fₛ</a:t>
            </a:r>
          </a:p>
        </p:txBody>
      </p:sp>
      <p:sp>
        <p:nvSpPr>
          <p:cNvPr id="18" name="recap_limit_title">
            <a:extLst xmlns:a="http://schemas.openxmlformats.org/drawingml/2006/main">
              <a:ext uri="{FF2B5EF4-FFF2-40B4-BE49-F238E27FC236}">
                <a16:creationId xmlns:a16="http://schemas.microsoft.com/office/drawing/2014/main" id="{78D55339-9AF4-4A9A-A26E-90AD1B8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Límite</a:t>
            </a:r>
          </a:p>
        </p:txBody>
      </p:sp>
      <p:sp>
        <p:nvSpPr>
          <p:cNvPr id="19" name="recap_limit_body">
            <a:extLst xmlns:a="http://schemas.openxmlformats.org/drawingml/2006/main">
              <a:ext uri="{FF2B5EF4-FFF2-40B4-BE49-F238E27FC236}">
                <a16:creationId xmlns:a16="http://schemas.microsoft.com/office/drawing/2014/main" id="{80B1EE36-5FAF-4ADA-AEC4-49CD5330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alcance declarado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2F34B82-E997-4138-A2F8-E4600F8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Master editable: el campo nuevo se distingue por color + rótulo + posición estable.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17D782D-47D6-4381-82E4-49FD6CA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Storyboard U05; master de recapitulación parcial.</a:t>
            </a:r>
          </a:p>
        </p:txBody>
      </p:sp>
    </p:spTree>
    <p:extLst>
      <p:ext uri="{BB962C8B-B14F-4D97-AF65-F5344CB8AC3E}">
        <p14:creationId xmlns:p14="http://schemas.microsoft.com/office/powerpoint/2010/main" val="1896205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2026-07-31T20:40:28.8600000Z</dcterms:created>
  <dcterms:modified xsi:type="dcterms:W3CDTF">2026-07-31T20:40:28.8600000Z</dcterms:modified>
</coreProperties>
</file>