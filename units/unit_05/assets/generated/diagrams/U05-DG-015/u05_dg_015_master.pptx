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2cce7d8d0c4b37" /><Relationship Type="http://schemas.openxmlformats.org/officeDocument/2006/relationships/extended-properties" Target="/docProps/app.xml" Id="R1a63996537814a25" /><Relationship Type="http://schemas.openxmlformats.org/officeDocument/2006/relationships/officeDocument" Target="/ppt/presentation.xml" Id="R182a017ce7d14c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62b31e8a714a23"/>
  </p:sldMasterIdLst>
  <p:notesMasterIdLst>
    <p:notesMasterId xmlns:r="http://schemas.openxmlformats.org/officeDocument/2006/relationships" r:id="R1cd72d2e46114ecf"/>
  </p:notesMasterIdLst>
  <p:sldIdLst>
    <p:sldId xmlns:r="http://schemas.openxmlformats.org/officeDocument/2006/relationships" id="256" r:id="Ra4efe887acd042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267206b11a44cb" /><Relationship Type="http://schemas.openxmlformats.org/officeDocument/2006/relationships/slideMaster" Target="/ppt/slideMasters/slideMaster1.xml" Id="R7862b31e8a714a23" /><Relationship Type="http://schemas.openxmlformats.org/officeDocument/2006/relationships/notesMaster" Target="/ppt/notesMasters/notesMaster1.xml" Id="R1cd72d2e46114ecf" /><Relationship Type="http://schemas.openxmlformats.org/officeDocument/2006/relationships/presProps" Target="/ppt/presProps.xml" Id="R1886948bc6614670" /><Relationship Type="http://schemas.openxmlformats.org/officeDocument/2006/relationships/tableStyles" Target="/ppt/tableStyles.xml" Id="Rb5407f64b5964be9" /><Relationship Type="http://schemas.openxmlformats.org/officeDocument/2006/relationships/slide" Target="/ppt/slides/slide1.xml" Id="Ra4efe887acd042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73570722ff4a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79a2b2c91041fa" /><Relationship Type="http://schemas.openxmlformats.org/officeDocument/2006/relationships/notesMaster" Target="/ppt/notesMasters/notesMaster1.xml" Id="R8dcf1f2215d045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6e928291574e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574086086341d6" /><Relationship Type="http://schemas.openxmlformats.org/officeDocument/2006/relationships/slideLayout" Target="/ppt/slideLayouts/slideLayout1.xml" Id="Re6e04d978baf42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e04d978baf42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6ff6d93364403" /><Relationship Type="http://schemas.openxmlformats.org/officeDocument/2006/relationships/notesSlide" Target="/ppt/notesSlides/notesSlide1.xml" Id="R01068f03a2664d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197D3BEA-2574-4D67-98B6-0E9B7991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FEE96464-54E2-479D-A28C-63A82295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3ABB1777-18B6-49CB-99E5-25B11B5E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B0A5EC81-B974-41AB-BFD9-7A8C57E5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Ruta de solución del caso integrador</a:t>
            </a:r>
          </a:p>
        </p:txBody>
      </p:sp>
      <p:sp>
        <p:nvSpPr>
          <p:cNvPr id="5" name="solution_classify_box">
            <a:extLst xmlns:a="http://schemas.openxmlformats.org/drawingml/2006/main">
              <a:ext uri="{FF2B5EF4-FFF2-40B4-BE49-F238E27FC236}">
                <a16:creationId xmlns:a16="http://schemas.microsoft.com/office/drawing/2014/main" id="{10AD595E-8262-4FAA-855D-93E1AF0C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2524125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olution_compute_box">
            <a:extLst xmlns:a="http://schemas.openxmlformats.org/drawingml/2006/main">
              <a:ext uri="{FF2B5EF4-FFF2-40B4-BE49-F238E27FC236}">
                <a16:creationId xmlns:a16="http://schemas.microsoft.com/office/drawing/2014/main" id="{DE38B146-211F-4DFD-AA67-E451BC02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38375"/>
            <a:ext cx="2524125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olution_interpret_box">
            <a:extLst xmlns:a="http://schemas.openxmlformats.org/drawingml/2006/main">
              <a:ext uri="{FF2B5EF4-FFF2-40B4-BE49-F238E27FC236}">
                <a16:creationId xmlns:a16="http://schemas.microsoft.com/office/drawing/2014/main" id="{1195C3D0-4D28-46C9-BA89-2B567859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38375"/>
            <a:ext cx="2524125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olution_conditions_box">
            <a:extLst xmlns:a="http://schemas.openxmlformats.org/drawingml/2006/main">
              <a:ext uri="{FF2B5EF4-FFF2-40B4-BE49-F238E27FC236}">
                <a16:creationId xmlns:a16="http://schemas.microsoft.com/office/drawing/2014/main" id="{201D73BB-0FE3-4238-A839-3245020B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8375"/>
            <a:ext cx="2524125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solution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38500" y="3024188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solution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53125" y="3024188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solution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67750" y="3024188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olution_classify_title">
            <a:extLst xmlns:a="http://schemas.openxmlformats.org/drawingml/2006/main">
              <a:ext uri="{FF2B5EF4-FFF2-40B4-BE49-F238E27FC236}">
                <a16:creationId xmlns:a16="http://schemas.microsoft.com/office/drawing/2014/main" id="{EB15D9C7-DF88-4C1A-BAA3-16CE96CC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0982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1 · Objeto</a:t>
            </a:r>
          </a:p>
        </p:txBody>
      </p:sp>
      <p:sp>
        <p:nvSpPr>
          <p:cNvPr id="13" name="solution_classify_body">
            <a:extLst xmlns:a="http://schemas.openxmlformats.org/drawingml/2006/main">
              <a:ext uri="{FF2B5EF4-FFF2-40B4-BE49-F238E27FC236}">
                <a16:creationId xmlns:a16="http://schemas.microsoft.com/office/drawing/2014/main" id="{F95CB768-0831-4EB8-853F-0C6BF0C6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28925"/>
            <a:ext cx="2143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señal · sistema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medición</a:t>
            </a:r>
          </a:p>
        </p:txBody>
      </p:sp>
      <p:sp>
        <p:nvSpPr>
          <p:cNvPr id="14" name="solution_compute_title">
            <a:extLst xmlns:a="http://schemas.openxmlformats.org/drawingml/2006/main">
              <a:ext uri="{FF2B5EF4-FFF2-40B4-BE49-F238E27FC236}">
                <a16:creationId xmlns:a16="http://schemas.microsoft.com/office/drawing/2014/main" id="{FDF3E8B9-F9AC-44D3-B574-A5F17F1D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982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2 · Cálculo</a:t>
            </a:r>
          </a:p>
        </p:txBody>
      </p:sp>
      <p:sp>
        <p:nvSpPr>
          <p:cNvPr id="15" name="solution_compute_body">
            <a:extLst xmlns:a="http://schemas.openxmlformats.org/drawingml/2006/main">
              <a:ext uri="{FF2B5EF4-FFF2-40B4-BE49-F238E27FC236}">
                <a16:creationId xmlns:a16="http://schemas.microsoft.com/office/drawing/2014/main" id="{744DC717-E73A-4502-B675-7207645D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28925"/>
            <a:ext cx="2143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T_obs · Δf · H · G</a:t>
            </a:r>
          </a:p>
        </p:txBody>
      </p:sp>
      <p:sp>
        <p:nvSpPr>
          <p:cNvPr id="16" name="solution_interpret_title">
            <a:extLst xmlns:a="http://schemas.openxmlformats.org/drawingml/2006/main">
              <a:ext uri="{FF2B5EF4-FFF2-40B4-BE49-F238E27FC236}">
                <a16:creationId xmlns:a16="http://schemas.microsoft.com/office/drawing/2014/main" id="{4B8F1A3C-B012-453C-9B62-118587CB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982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3 · Lectura</a:t>
            </a:r>
          </a:p>
        </p:txBody>
      </p:sp>
      <p:sp>
        <p:nvSpPr>
          <p:cNvPr id="17" name="solution_interpret_body">
            <a:extLst xmlns:a="http://schemas.openxmlformats.org/drawingml/2006/main">
              <a:ext uri="{FF2B5EF4-FFF2-40B4-BE49-F238E27FC236}">
                <a16:creationId xmlns:a16="http://schemas.microsoft.com/office/drawing/2014/main" id="{4AF9A942-2220-4591-883D-9132188D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28925"/>
            <a:ext cx="2143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armónicos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envolvente</a:t>
            </a:r>
          </a:p>
        </p:txBody>
      </p:sp>
      <p:sp>
        <p:nvSpPr>
          <p:cNvPr id="18" name="solution_conditions_title">
            <a:extLst xmlns:a="http://schemas.openxmlformats.org/drawingml/2006/main">
              <a:ext uri="{FF2B5EF4-FFF2-40B4-BE49-F238E27FC236}">
                <a16:creationId xmlns:a16="http://schemas.microsoft.com/office/drawing/2014/main" id="{91EADA86-2EF6-4F52-8BB6-2FD13588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0982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4 · Declarar</a:t>
            </a:r>
          </a:p>
        </p:txBody>
      </p:sp>
      <p:sp>
        <p:nvSpPr>
          <p:cNvPr id="19" name="solution_conditions_body">
            <a:extLst xmlns:a="http://schemas.openxmlformats.org/drawingml/2006/main">
              <a:ext uri="{FF2B5EF4-FFF2-40B4-BE49-F238E27FC236}">
                <a16:creationId xmlns:a16="http://schemas.microsoft.com/office/drawing/2014/main" id="{5FE95F1F-3BEC-473D-B1A4-16638370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28925"/>
            <a:ext cx="2143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método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unidad · límite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998EF2A0-D46A-479A-BE84-3921765C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1062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Usar sólo relaciones ya introducidas; el glosario funciona como índice de retorno.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325459DD-C97F-4FF6-A6EE-2AC565CF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solución I1 y storyboard U05.</a:t>
            </a:r>
          </a:p>
        </p:txBody>
      </p:sp>
    </p:spTree>
    <p:extLst>
      <p:ext uri="{BB962C8B-B14F-4D97-AF65-F5344CB8AC3E}">
        <p14:creationId xmlns:p14="http://schemas.microsoft.com/office/powerpoint/2010/main" val="2621423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2026-07-31T20:40:29.6960000Z</dcterms:created>
  <dcterms:modified xsi:type="dcterms:W3CDTF">2026-07-31T20:40:29.6960000Z</dcterms:modified>
</coreProperties>
</file>