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f1c8c2403d442c" /><Relationship Type="http://schemas.openxmlformats.org/officeDocument/2006/relationships/extended-properties" Target="/docProps/app.xml" Id="Rc759c2be5c964fe0" /><Relationship Type="http://schemas.openxmlformats.org/officeDocument/2006/relationships/officeDocument" Target="/ppt/presentation.xml" Id="R5443d08dbef040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cd3cdd076746d4"/>
  </p:sldMasterIdLst>
  <p:notesMasterIdLst>
    <p:notesMasterId xmlns:r="http://schemas.openxmlformats.org/officeDocument/2006/relationships" r:id="R4d9e6e9129414ceb"/>
  </p:notesMasterIdLst>
  <p:sldIdLst>
    <p:sldId xmlns:r="http://schemas.openxmlformats.org/officeDocument/2006/relationships" id="256" r:id="Rd74d15a96e1141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4a79791b1b465a" /><Relationship Type="http://schemas.openxmlformats.org/officeDocument/2006/relationships/slideMaster" Target="/ppt/slideMasters/slideMaster1.xml" Id="R04cd3cdd076746d4" /><Relationship Type="http://schemas.openxmlformats.org/officeDocument/2006/relationships/notesMaster" Target="/ppt/notesMasters/notesMaster1.xml" Id="R4d9e6e9129414ceb" /><Relationship Type="http://schemas.openxmlformats.org/officeDocument/2006/relationships/presProps" Target="/ppt/presProps.xml" Id="R4eaf585027a74f0f" /><Relationship Type="http://schemas.openxmlformats.org/officeDocument/2006/relationships/tableStyles" Target="/ppt/tableStyles.xml" Id="Rf43478ce15d9438c" /><Relationship Type="http://schemas.openxmlformats.org/officeDocument/2006/relationships/slide" Target="/ppt/slides/slide1.xml" Id="Rd74d15a96e1141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c6fc1d26df4a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22d35e843f47a4" /><Relationship Type="http://schemas.openxmlformats.org/officeDocument/2006/relationships/notesMaster" Target="/ppt/notesMasters/notesMaster1.xml" Id="R5cb12b26c8b146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aaf3d6ed943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987f4ea4f54f50" /><Relationship Type="http://schemas.openxmlformats.org/officeDocument/2006/relationships/slideLayout" Target="/ppt/slideLayouts/slideLayout1.xml" Id="Rf66455e31f3744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6455e31f3744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7219120614895" /><Relationship Type="http://schemas.openxmlformats.org/officeDocument/2006/relationships/notesSlide" Target="/ppt/notesSlides/notesSlide1.xml" Id="R5171f1a4bd5141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489C90B9-0659-46A9-8E7B-80A9D1D8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159B176B-FD65-4C29-9A68-202F0EB1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38C0F6C0-AA4E-4693-B8A8-28723A51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F5FAB076-1C86-47A2-9290-34C733F0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El espectro pertenece a la señal; H(f) pertenece al sistema</a:t>
            </a:r>
          </a:p>
        </p:txBody>
      </p:sp>
      <p:sp>
        <p:nvSpPr>
          <p:cNvPr id="5" name="input_x_box">
            <a:extLst xmlns:a="http://schemas.openxmlformats.org/drawingml/2006/main">
              <a:ext uri="{FF2B5EF4-FFF2-40B4-BE49-F238E27FC236}">
                <a16:creationId xmlns:a16="http://schemas.microsoft.com/office/drawing/2014/main" id="{9B59B1FB-A471-4D07-AA85-13689FFE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4765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ystem_h_box">
            <a:extLst xmlns:a="http://schemas.openxmlformats.org/drawingml/2006/main">
              <a:ext uri="{FF2B5EF4-FFF2-40B4-BE49-F238E27FC236}">
                <a16:creationId xmlns:a16="http://schemas.microsoft.com/office/drawing/2014/main" id="{2BC73290-B486-4A87-A93D-9733A7CF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5500"/>
            <a:ext cx="24765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output_y_box">
            <a:extLst xmlns:a="http://schemas.openxmlformats.org/drawingml/2006/main">
              <a:ext uri="{FF2B5EF4-FFF2-40B4-BE49-F238E27FC236}">
                <a16:creationId xmlns:a16="http://schemas.microsoft.com/office/drawing/2014/main" id="{8756B3FD-D906-4A13-9ADE-35A6FD00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4765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25" name="sys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881313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6" name="sys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334250" y="2881313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0" name="input_x_title">
            <a:extLst xmlns:a="http://schemas.openxmlformats.org/drawingml/2006/main">
              <a:ext uri="{FF2B5EF4-FFF2-40B4-BE49-F238E27FC236}">
                <a16:creationId xmlns:a16="http://schemas.microsoft.com/office/drawing/2014/main" id="{D5F62C1A-330D-4E2E-AA2F-E681057B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Entrada X(f)</a:t>
            </a:r>
          </a:p>
        </p:txBody>
      </p:sp>
      <p:sp>
        <p:nvSpPr>
          <p:cNvPr id="11" name="input_x_body">
            <a:extLst xmlns:a="http://schemas.openxmlformats.org/drawingml/2006/main">
              <a:ext uri="{FF2B5EF4-FFF2-40B4-BE49-F238E27FC236}">
                <a16:creationId xmlns:a16="http://schemas.microsoft.com/office/drawing/2014/main" id="{411BE9D6-74AE-4273-9D64-C06DAAAB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espectro de una señal</a:t>
            </a:r>
          </a:p>
        </p:txBody>
      </p:sp>
      <p:sp>
        <p:nvSpPr>
          <p:cNvPr id="12" name="system_h_title">
            <a:extLst xmlns:a="http://schemas.openxmlformats.org/drawingml/2006/main">
              <a:ext uri="{FF2B5EF4-FFF2-40B4-BE49-F238E27FC236}">
                <a16:creationId xmlns:a16="http://schemas.microsoft.com/office/drawing/2014/main" id="{65E03761-287D-4F93-8E64-91975F9C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66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Sistema H(f)</a:t>
            </a:r>
          </a:p>
        </p:txBody>
      </p:sp>
      <p:sp>
        <p:nvSpPr>
          <p:cNvPr id="13" name="system_h_body">
            <a:extLst xmlns:a="http://schemas.openxmlformats.org/drawingml/2006/main">
              <a:ext uri="{FF2B5EF4-FFF2-40B4-BE49-F238E27FC236}">
                <a16:creationId xmlns:a16="http://schemas.microsoft.com/office/drawing/2014/main" id="{EF0CA62D-E59B-42D5-B0AB-003A9943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respuesta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frecuencial</a:t>
            </a:r>
          </a:p>
        </p:txBody>
      </p:sp>
      <p:sp>
        <p:nvSpPr>
          <p:cNvPr id="14" name="output_y_title">
            <a:extLst xmlns:a="http://schemas.openxmlformats.org/drawingml/2006/main">
              <a:ext uri="{FF2B5EF4-FFF2-40B4-BE49-F238E27FC236}">
                <a16:creationId xmlns:a16="http://schemas.microsoft.com/office/drawing/2014/main" id="{470B8758-0CD1-42BB-BF94-4B0082DF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Salida Y(f)</a:t>
            </a:r>
          </a:p>
        </p:txBody>
      </p:sp>
      <p:sp>
        <p:nvSpPr>
          <p:cNvPr id="15" name="output_y_body">
            <a:extLst xmlns:a="http://schemas.openxmlformats.org/drawingml/2006/main">
              <a:ext uri="{FF2B5EF4-FFF2-40B4-BE49-F238E27FC236}">
                <a16:creationId xmlns:a16="http://schemas.microsoft.com/office/drawing/2014/main" id="{ACE7FEF2-C976-4783-ACDE-1229AF33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espectro de otra señal</a:t>
            </a:r>
          </a:p>
        </p:txBody>
      </p:sp>
      <p:sp>
        <p:nvSpPr>
          <p:cNvPr id="16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B99DCB0C-8CCB-44CF-A775-DB578C28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Y(f)=X(f)H(f)      ·      H(f)=Y(f)/X(f), X(f)≠0      ·      G(f)=20 log₁₀|H(f)|</a:t>
            </a:r>
          </a:p>
        </p:txBody>
      </p:sp>
      <p:sp>
        <p:nvSpPr>
          <p:cNvPr id="17" name="source_note">
            <a:extLst xmlns:a="http://schemas.openxmlformats.org/drawingml/2006/main">
              <a:ext uri="{FF2B5EF4-FFF2-40B4-BE49-F238E27FC236}">
                <a16:creationId xmlns:a16="http://schemas.microsoft.com/office/drawing/2014/main" id="{AFED5780-389D-4071-9930-CBDDDCD9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ecuaciones H(f)=Y(f)/X(f) y G(f)=20 log10|H(f)|.</a:t>
            </a:r>
          </a:p>
        </p:txBody>
      </p:sp>
    </p:spTree>
    <p:extLst>
      <p:ext uri="{BB962C8B-B14F-4D97-AF65-F5344CB8AC3E}">
        <p14:creationId xmlns:p14="http://schemas.microsoft.com/office/powerpoint/2010/main" val="1972869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2026-07-31T20:40:23.5100000Z</dcterms:created>
  <dcterms:modified xsi:type="dcterms:W3CDTF">2026-07-31T20:40:23.5100000Z</dcterms:modified>
</coreProperties>
</file>