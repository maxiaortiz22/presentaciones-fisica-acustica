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542e8274ef466f" /><Relationship Type="http://schemas.openxmlformats.org/officeDocument/2006/relationships/extended-properties" Target="/docProps/app.xml" Id="R577ff9ef825f4502" /><Relationship Type="http://schemas.openxmlformats.org/officeDocument/2006/relationships/officeDocument" Target="/ppt/presentation.xml" Id="Rdf164a720b7441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7003da20c44b47"/>
  </p:sldMasterIdLst>
  <p:notesMasterIdLst>
    <p:notesMasterId xmlns:r="http://schemas.openxmlformats.org/officeDocument/2006/relationships" r:id="R7eeaf162cd844240"/>
  </p:notesMasterIdLst>
  <p:sldIdLst>
    <p:sldId xmlns:r="http://schemas.openxmlformats.org/officeDocument/2006/relationships" id="256" r:id="R3f31cf8859454b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3194efb1e3425e" /><Relationship Type="http://schemas.openxmlformats.org/officeDocument/2006/relationships/slideMaster" Target="/ppt/slideMasters/slideMaster1.xml" Id="R687003da20c44b47" /><Relationship Type="http://schemas.openxmlformats.org/officeDocument/2006/relationships/notesMaster" Target="/ppt/notesMasters/notesMaster1.xml" Id="R7eeaf162cd844240" /><Relationship Type="http://schemas.openxmlformats.org/officeDocument/2006/relationships/presProps" Target="/ppt/presProps.xml" Id="Re4f738bfc4b44c72" /><Relationship Type="http://schemas.openxmlformats.org/officeDocument/2006/relationships/tableStyles" Target="/ppt/tableStyles.xml" Id="R37b017e172b942ad" /><Relationship Type="http://schemas.openxmlformats.org/officeDocument/2006/relationships/slide" Target="/ppt/slides/slide1.xml" Id="R3f31cf8859454b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7c5d1fbfb64e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b25ca2090e414f" /><Relationship Type="http://schemas.openxmlformats.org/officeDocument/2006/relationships/notesMaster" Target="/ppt/notesMasters/notesMaster1.xml" Id="R5d62afad719049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2269ee2ce24b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3ff89b8f28401c" /><Relationship Type="http://schemas.openxmlformats.org/officeDocument/2006/relationships/slideLayout" Target="/ppt/slideLayouts/slideLayout1.xml" Id="R57f5b693bdd541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f5b693bdd541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4121ab5624cfa" /><Relationship Type="http://schemas.openxmlformats.org/officeDocument/2006/relationships/notesSlide" Target="/ppt/notesSlides/notesSlide1.xml" Id="Rfd485c6162464b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2DEE02D1-8CB3-475C-8B5D-607AA4CC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F32ADF1A-F892-4E80-970B-2973FF4C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3D7E83EE-145A-436D-9E14-C2694555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426D4245-0B23-4C69-BA3A-D6862A33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Rutina para leer cualquier representación</a:t>
            </a:r>
          </a:p>
        </p:txBody>
      </p:sp>
      <p:sp>
        <p:nvSpPr>
          <p:cNvPr id="5" name="read_object_box">
            <a:extLst xmlns:a="http://schemas.openxmlformats.org/drawingml/2006/main">
              <a:ext uri="{FF2B5EF4-FFF2-40B4-BE49-F238E27FC236}">
                <a16:creationId xmlns:a16="http://schemas.microsoft.com/office/drawing/2014/main" id="{0601AE38-61E9-490F-B4E8-6D2C25AE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read_axes_box">
            <a:extLst xmlns:a="http://schemas.openxmlformats.org/drawingml/2006/main">
              <a:ext uri="{FF2B5EF4-FFF2-40B4-BE49-F238E27FC236}">
                <a16:creationId xmlns:a16="http://schemas.microsoft.com/office/drawing/2014/main" id="{2D92746C-1207-4A7F-A3F6-32D695D7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76375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read_units_box">
            <a:extLst xmlns:a="http://schemas.openxmlformats.org/drawingml/2006/main">
              <a:ext uri="{FF2B5EF4-FFF2-40B4-BE49-F238E27FC236}">
                <a16:creationId xmlns:a16="http://schemas.microsoft.com/office/drawing/2014/main" id="{818B2A48-FCC3-45B2-B272-0FDCC358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76375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read_conditions_box">
            <a:extLst xmlns:a="http://schemas.openxmlformats.org/drawingml/2006/main">
              <a:ext uri="{FF2B5EF4-FFF2-40B4-BE49-F238E27FC236}">
                <a16:creationId xmlns:a16="http://schemas.microsoft.com/office/drawing/2014/main" id="{5B0E4324-9245-4107-BDE7-D03DFA1E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9" name="read_meaning_box">
            <a:extLst xmlns:a="http://schemas.openxmlformats.org/drawingml/2006/main">
              <a:ext uri="{FF2B5EF4-FFF2-40B4-BE49-F238E27FC236}">
                <a16:creationId xmlns:a16="http://schemas.microsoft.com/office/drawing/2014/main" id="{86006492-2458-4291-A439-8D363BCB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4" name="read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714750" y="20955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read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0955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read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906000" y="271462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read_4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524750" y="43338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read_object_title">
            <a:extLst xmlns:a="http://schemas.openxmlformats.org/drawingml/2006/main">
              <a:ext uri="{FF2B5EF4-FFF2-40B4-BE49-F238E27FC236}">
                <a16:creationId xmlns:a16="http://schemas.microsoft.com/office/drawing/2014/main" id="{E2BC372D-CADD-41F7-837C-20CEBE4C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47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Objeto</a:t>
            </a:r>
          </a:p>
        </p:txBody>
      </p:sp>
      <p:sp>
        <p:nvSpPr>
          <p:cNvPr id="15" name="read_object_body">
            <a:extLst xmlns:a="http://schemas.openxmlformats.org/drawingml/2006/main">
              <a:ext uri="{FF2B5EF4-FFF2-40B4-BE49-F238E27FC236}">
                <a16:creationId xmlns:a16="http://schemas.microsoft.com/office/drawing/2014/main" id="{41A332EC-2D18-47A3-99E1-FA28A24F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669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¿señal o sistema?</a:t>
            </a:r>
          </a:p>
        </p:txBody>
      </p:sp>
      <p:sp>
        <p:nvSpPr>
          <p:cNvPr id="16" name="read_axes_title">
            <a:extLst xmlns:a="http://schemas.openxmlformats.org/drawingml/2006/main">
              <a:ext uri="{FF2B5EF4-FFF2-40B4-BE49-F238E27FC236}">
                <a16:creationId xmlns:a16="http://schemas.microsoft.com/office/drawing/2014/main" id="{0BE802BF-8EE7-4F9D-BE53-F4B775CD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47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2 · Ejes</a:t>
            </a:r>
          </a:p>
        </p:txBody>
      </p:sp>
      <p:sp>
        <p:nvSpPr>
          <p:cNvPr id="17" name="read_axes_body">
            <a:extLst xmlns:a="http://schemas.openxmlformats.org/drawingml/2006/main">
              <a:ext uri="{FF2B5EF4-FFF2-40B4-BE49-F238E27FC236}">
                <a16:creationId xmlns:a16="http://schemas.microsoft.com/office/drawing/2014/main" id="{BD66A1F6-E2B7-4178-88EE-F1556996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669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 o f</a:t>
            </a:r>
          </a:p>
        </p:txBody>
      </p:sp>
      <p:sp>
        <p:nvSpPr>
          <p:cNvPr id="18" name="read_units_title">
            <a:extLst xmlns:a="http://schemas.openxmlformats.org/drawingml/2006/main">
              <a:ext uri="{FF2B5EF4-FFF2-40B4-BE49-F238E27FC236}">
                <a16:creationId xmlns:a16="http://schemas.microsoft.com/office/drawing/2014/main" id="{F4DD8B3D-CB06-4BBE-BFAA-01F40D3E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47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Unidades</a:t>
            </a:r>
          </a:p>
        </p:txBody>
      </p:sp>
      <p:sp>
        <p:nvSpPr>
          <p:cNvPr id="19" name="read_units_body">
            <a:extLst xmlns:a="http://schemas.openxmlformats.org/drawingml/2006/main">
              <a:ext uri="{FF2B5EF4-FFF2-40B4-BE49-F238E27FC236}">
                <a16:creationId xmlns:a16="http://schemas.microsoft.com/office/drawing/2014/main" id="{4DE92ADA-C6AC-460A-93C2-77FA8B56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669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 · Hz · Pa · dB</a:t>
            </a:r>
          </a:p>
        </p:txBody>
      </p:sp>
      <p:sp>
        <p:nvSpPr>
          <p:cNvPr id="20" name="read_conditions_title">
            <a:extLst xmlns:a="http://schemas.openxmlformats.org/drawingml/2006/main">
              <a:ext uri="{FF2B5EF4-FFF2-40B4-BE49-F238E27FC236}">
                <a16:creationId xmlns:a16="http://schemas.microsoft.com/office/drawing/2014/main" id="{E653930C-1DC7-4826-9D1F-AECE1D8A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862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4 · Condiciones</a:t>
            </a:r>
          </a:p>
        </p:txBody>
      </p:sp>
      <p:sp>
        <p:nvSpPr>
          <p:cNvPr id="21" name="read_conditions_body">
            <a:extLst xmlns:a="http://schemas.openxmlformats.org/drawingml/2006/main">
              <a:ext uri="{FF2B5EF4-FFF2-40B4-BE49-F238E27FC236}">
                <a16:creationId xmlns:a16="http://schemas.microsoft.com/office/drawing/2014/main" id="{489BE282-98B6-4A7B-9A9A-E7E02BB2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053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ventana · ref.</a:t>
            </a:r>
          </a:p>
        </p:txBody>
      </p:sp>
      <p:sp>
        <p:nvSpPr>
          <p:cNvPr id="22" name="read_meaning_title">
            <a:extLst xmlns:a="http://schemas.openxmlformats.org/drawingml/2006/main">
              <a:ext uri="{FF2B5EF4-FFF2-40B4-BE49-F238E27FC236}">
                <a16:creationId xmlns:a16="http://schemas.microsoft.com/office/drawing/2014/main" id="{B52E5D41-83E3-484B-9166-4785D397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862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5 · Interpretar</a:t>
            </a:r>
          </a:p>
        </p:txBody>
      </p:sp>
      <p:sp>
        <p:nvSpPr>
          <p:cNvPr id="23" name="read_meaning_body">
            <a:extLst xmlns:a="http://schemas.openxmlformats.org/drawingml/2006/main">
              <a:ext uri="{FF2B5EF4-FFF2-40B4-BE49-F238E27FC236}">
                <a16:creationId xmlns:a16="http://schemas.microsoft.com/office/drawing/2014/main" id="{24A75644-A3AF-407E-8176-AA251B30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053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alcance</a:t>
            </a:r>
          </a:p>
        </p:txBody>
      </p:sp>
      <p:sp>
        <p:nvSpPr>
          <p:cNvPr id="24" name="source_note">
            <a:extLst xmlns:a="http://schemas.openxmlformats.org/drawingml/2006/main">
              <a:ext uri="{FF2B5EF4-FFF2-40B4-BE49-F238E27FC236}">
                <a16:creationId xmlns:a16="http://schemas.microsoft.com/office/drawing/2014/main" id="{DDFFA861-AEAB-4906-90DD-40A2918D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Storyboard U05 y decisiones pedagógicas del proyecto.</a:t>
            </a:r>
          </a:p>
        </p:txBody>
      </p:sp>
    </p:spTree>
    <p:extLst>
      <p:ext uri="{BB962C8B-B14F-4D97-AF65-F5344CB8AC3E}">
        <p14:creationId xmlns:p14="http://schemas.microsoft.com/office/powerpoint/2010/main" val="821233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2026-07-31T20:40:19.7860000Z</dcterms:created>
  <dcterms:modified xsi:type="dcterms:W3CDTF">2026-07-31T20:40:19.7860000Z</dcterms:modified>
</coreProperties>
</file>