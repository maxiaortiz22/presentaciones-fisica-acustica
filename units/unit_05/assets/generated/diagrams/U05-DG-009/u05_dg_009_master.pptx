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6303090bea046a2" /><Relationship Type="http://schemas.openxmlformats.org/officeDocument/2006/relationships/extended-properties" Target="/docProps/app.xml" Id="Rb73c503c6b2946e9" /><Relationship Type="http://schemas.openxmlformats.org/officeDocument/2006/relationships/officeDocument" Target="/ppt/presentation.xml" Id="Rb9a38c17545c426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5dd1ca70c524b01"/>
  </p:sldMasterIdLst>
  <p:notesMasterIdLst>
    <p:notesMasterId xmlns:r="http://schemas.openxmlformats.org/officeDocument/2006/relationships" r:id="Rd75b0dad2fbf4a9c"/>
  </p:notesMasterIdLst>
  <p:sldIdLst>
    <p:sldId xmlns:r="http://schemas.openxmlformats.org/officeDocument/2006/relationships" id="256" r:id="R8df8fff39a80465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e94df1dd7074e48" /><Relationship Type="http://schemas.openxmlformats.org/officeDocument/2006/relationships/slideMaster" Target="/ppt/slideMasters/slideMaster1.xml" Id="R65dd1ca70c524b01" /><Relationship Type="http://schemas.openxmlformats.org/officeDocument/2006/relationships/notesMaster" Target="/ppt/notesMasters/notesMaster1.xml" Id="Rd75b0dad2fbf4a9c" /><Relationship Type="http://schemas.openxmlformats.org/officeDocument/2006/relationships/presProps" Target="/ppt/presProps.xml" Id="R1fa6220c73fd4958" /><Relationship Type="http://schemas.openxmlformats.org/officeDocument/2006/relationships/tableStyles" Target="/ppt/tableStyles.xml" Id="R84ab91c678c04c48" /><Relationship Type="http://schemas.openxmlformats.org/officeDocument/2006/relationships/slide" Target="/ppt/slides/slide1.xml" Id="R8df8fff39a80465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ab71662738f458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0a3bfe226f14839" /><Relationship Type="http://schemas.openxmlformats.org/officeDocument/2006/relationships/notesMaster" Target="/ppt/notesMasters/notesMaster1.xml" Id="R906513441612440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c4c3acfaa54a6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8ddd79edbdc4665" /><Relationship Type="http://schemas.openxmlformats.org/officeDocument/2006/relationships/slideLayout" Target="/ppt/slideLayouts/slideLayout1.xml" Id="R91c3ab2c991f403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1c3ab2c991f403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f1473c2abc4d4e" /><Relationship Type="http://schemas.openxmlformats.org/officeDocument/2006/relationships/notesSlide" Target="/ppt/notesSlides/notesSlide1.xml" Id="R71303cbff2814f5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DEEC2C39-91C3-427A-9698-1E63C3098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96D0A95A-9E54-4162-9B56-DC483A54A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EE501B52-2C29-4A1C-A6E5-E5CBE3DE5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90AB3BB9-B2B4-4655-8995-B039BC6EA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Octava: razón 2:1, no diferencia fija en Hz</a:t>
            </a:r>
          </a:p>
        </p:txBody>
      </p:sp>
      <p:sp>
        <p:nvSpPr>
          <p:cNvPr id="5" name="octave_box">
            <a:extLst xmlns:a="http://schemas.openxmlformats.org/drawingml/2006/main">
              <a:ext uri="{FF2B5EF4-FFF2-40B4-BE49-F238E27FC236}">
                <a16:creationId xmlns:a16="http://schemas.microsoft.com/office/drawing/2014/main" id="{6618F479-0650-4A35-B7E5-C972A6912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381125"/>
            <a:ext cx="86677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6" name="third_low_box">
            <a:extLst xmlns:a="http://schemas.openxmlformats.org/drawingml/2006/main">
              <a:ext uri="{FF2B5EF4-FFF2-40B4-BE49-F238E27FC236}">
                <a16:creationId xmlns:a16="http://schemas.microsoft.com/office/drawing/2014/main" id="{6F3A257E-6B6F-4446-B288-0B868991E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333750"/>
            <a:ext cx="2667000" cy="14763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7" name="third_mid_box">
            <a:extLst xmlns:a="http://schemas.openxmlformats.org/drawingml/2006/main">
              <a:ext uri="{FF2B5EF4-FFF2-40B4-BE49-F238E27FC236}">
                <a16:creationId xmlns:a16="http://schemas.microsoft.com/office/drawing/2014/main" id="{7ECC8E1E-24A3-4E50-A1C7-7469DF855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33750"/>
            <a:ext cx="2667000" cy="14763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8" name="third_high_box">
            <a:extLst xmlns:a="http://schemas.openxmlformats.org/drawingml/2006/main">
              <a:ext uri="{FF2B5EF4-FFF2-40B4-BE49-F238E27FC236}">
                <a16:creationId xmlns:a16="http://schemas.microsoft.com/office/drawing/2014/main" id="{E1ADA9B9-5F50-4254-9FA8-904A17FEC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333750"/>
            <a:ext cx="2667000" cy="14763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cxnSp>
        <p:nvCxnSpPr>
          <p:cNvPr id="29" name="oct_1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429125" y="4071938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0" name="oct_2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429500" y="4071938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1" name="octave_title">
            <a:extLst xmlns:a="http://schemas.openxmlformats.org/drawingml/2006/main">
              <a:ext uri="{FF2B5EF4-FFF2-40B4-BE49-F238E27FC236}">
                <a16:creationId xmlns:a16="http://schemas.microsoft.com/office/drawing/2014/main" id="{85A3D6BC-1369-4F60-A1C2-4FA12BBDB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552575"/>
            <a:ext cx="828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Octava: 707,1 Hz  →  f_c=1000 Hz  →  1414,2 Hz</a:t>
            </a:r>
          </a:p>
        </p:txBody>
      </p:sp>
      <p:sp>
        <p:nvSpPr>
          <p:cNvPr id="12" name="octave_body">
            <a:extLst xmlns:a="http://schemas.openxmlformats.org/drawingml/2006/main">
              <a:ext uri="{FF2B5EF4-FFF2-40B4-BE49-F238E27FC236}">
                <a16:creationId xmlns:a16="http://schemas.microsoft.com/office/drawing/2014/main" id="{FCD89407-5791-406E-BBA9-D5935DC21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971675"/>
            <a:ext cx="828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f_H/f_L = 2</a:t>
            </a:r>
          </a:p>
        </p:txBody>
      </p:sp>
      <p:sp>
        <p:nvSpPr>
          <p:cNvPr id="13" name="third_low_title">
            <a:extLst xmlns:a="http://schemas.openxmlformats.org/drawingml/2006/main">
              <a:ext uri="{FF2B5EF4-FFF2-40B4-BE49-F238E27FC236}">
                <a16:creationId xmlns:a16="http://schemas.microsoft.com/office/drawing/2014/main" id="{CE611A46-6834-4B7D-86F8-1D36B93E1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50520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1.er tercio</a:t>
            </a:r>
          </a:p>
        </p:txBody>
      </p:sp>
      <p:sp>
        <p:nvSpPr>
          <p:cNvPr id="14" name="third_low_body">
            <a:extLst xmlns:a="http://schemas.openxmlformats.org/drawingml/2006/main">
              <a:ext uri="{FF2B5EF4-FFF2-40B4-BE49-F238E27FC236}">
                <a16:creationId xmlns:a16="http://schemas.microsoft.com/office/drawing/2014/main" id="{DF9DED89-9FB7-42B1-9E37-C8E5B2B0F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924300"/>
            <a:ext cx="228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f_c=793,7 Hz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B=183,8 Hz</a:t>
            </a:r>
          </a:p>
        </p:txBody>
      </p:sp>
      <p:sp>
        <p:nvSpPr>
          <p:cNvPr id="15" name="third_mid_title">
            <a:extLst xmlns:a="http://schemas.openxmlformats.org/drawingml/2006/main">
              <a:ext uri="{FF2B5EF4-FFF2-40B4-BE49-F238E27FC236}">
                <a16:creationId xmlns:a16="http://schemas.microsoft.com/office/drawing/2014/main" id="{FDB135B9-A468-48E4-853A-3B59FE6B2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50520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2.º tercio</a:t>
            </a:r>
          </a:p>
        </p:txBody>
      </p:sp>
      <p:sp>
        <p:nvSpPr>
          <p:cNvPr id="16" name="third_mid_body">
            <a:extLst xmlns:a="http://schemas.openxmlformats.org/drawingml/2006/main">
              <a:ext uri="{FF2B5EF4-FFF2-40B4-BE49-F238E27FC236}">
                <a16:creationId xmlns:a16="http://schemas.microsoft.com/office/drawing/2014/main" id="{4119FA74-54A6-4704-ABED-47564E645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924300"/>
            <a:ext cx="228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f_c=1000 Hz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B=231,6 Hz</a:t>
            </a:r>
          </a:p>
        </p:txBody>
      </p:sp>
      <p:sp>
        <p:nvSpPr>
          <p:cNvPr id="17" name="third_high_title">
            <a:extLst xmlns:a="http://schemas.openxmlformats.org/drawingml/2006/main">
              <a:ext uri="{FF2B5EF4-FFF2-40B4-BE49-F238E27FC236}">
                <a16:creationId xmlns:a16="http://schemas.microsoft.com/office/drawing/2014/main" id="{E92969CD-D582-4E42-89C4-0D21DBB5D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50520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3.er tercio</a:t>
            </a:r>
          </a:p>
        </p:txBody>
      </p:sp>
      <p:sp>
        <p:nvSpPr>
          <p:cNvPr id="18" name="third_high_body">
            <a:extLst xmlns:a="http://schemas.openxmlformats.org/drawingml/2006/main">
              <a:ext uri="{FF2B5EF4-FFF2-40B4-BE49-F238E27FC236}">
                <a16:creationId xmlns:a16="http://schemas.microsoft.com/office/drawing/2014/main" id="{A50E6A43-4181-46B3-9EED-1FC3A77AE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924300"/>
            <a:ext cx="228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f_c=1259,9 Hz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B=291,8 Hz</a:t>
            </a:r>
          </a:p>
        </p:txBody>
      </p:sp>
      <p:sp>
        <p:nvSpPr>
          <p:cNvPr id="19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7E652E0C-00D6-4579-AD55-6CFFF14E8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38800"/>
            <a:ext cx="10629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f_c=√(f_L f_H)      ·      f_L=f_c·2^(−1/2b)      ·      f_H=f_c·2^(1/2b)</a:t>
            </a:r>
          </a:p>
        </p:txBody>
      </p:sp>
      <p:sp>
        <p:nvSpPr>
          <p:cNvPr id="20" name="source_note">
            <a:extLst xmlns:a="http://schemas.openxmlformats.org/drawingml/2006/main">
              <a:ext uri="{FF2B5EF4-FFF2-40B4-BE49-F238E27FC236}">
                <a16:creationId xmlns:a16="http://schemas.microsoft.com/office/drawing/2014/main" id="{672FFF37-C578-4515-8B2F-60B444AC4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69FA7"/>
                </a:solidFill>
              </a:defRPr>
            </a:pPr>
            <a:r>
              <a:rPr sz="1200" b="0">
                <a:solidFill>
                  <a:srgbClr val="969FA7"/>
                </a:solidFill>
              </a:rPr>
              <a:t>Libro del curso, ecuaciones de bandas; valores teóricos, no tolerancias normativas.</a:t>
            </a:r>
          </a:p>
        </p:txBody>
      </p:sp>
    </p:spTree>
    <p:extLst>
      <p:ext uri="{BB962C8B-B14F-4D97-AF65-F5344CB8AC3E}">
        <p14:creationId xmlns:p14="http://schemas.microsoft.com/office/powerpoint/2010/main" val="17197842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2026-07-31T20:40:26.0080000Z</dcterms:created>
  <dcterms:modified xsi:type="dcterms:W3CDTF">2026-07-31T20:40:26.0080000Z</dcterms:modified>
</coreProperties>
</file>