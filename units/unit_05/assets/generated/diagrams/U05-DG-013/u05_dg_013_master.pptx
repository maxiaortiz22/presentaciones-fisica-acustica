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c1684a249c47cc" /><Relationship Type="http://schemas.openxmlformats.org/officeDocument/2006/relationships/extended-properties" Target="/docProps/app.xml" Id="R142c4664ab9f4103" /><Relationship Type="http://schemas.openxmlformats.org/officeDocument/2006/relationships/officeDocument" Target="/ppt/presentation.xml" Id="Rd16342bf3540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853eab9844413"/>
  </p:sldMasterIdLst>
  <p:notesMasterIdLst>
    <p:notesMasterId xmlns:r="http://schemas.openxmlformats.org/officeDocument/2006/relationships" r:id="Ra501b9311aa044d1"/>
  </p:notesMasterIdLst>
  <p:sldIdLst>
    <p:sldId xmlns:r="http://schemas.openxmlformats.org/officeDocument/2006/relationships" id="256" r:id="Rf0ec4ecaf03f4a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fad0a6af8049cc" /><Relationship Type="http://schemas.openxmlformats.org/officeDocument/2006/relationships/slideMaster" Target="/ppt/slideMasters/slideMaster1.xml" Id="Rd7a853eab9844413" /><Relationship Type="http://schemas.openxmlformats.org/officeDocument/2006/relationships/notesMaster" Target="/ppt/notesMasters/notesMaster1.xml" Id="Ra501b9311aa044d1" /><Relationship Type="http://schemas.openxmlformats.org/officeDocument/2006/relationships/presProps" Target="/ppt/presProps.xml" Id="R2da425d670854be2" /><Relationship Type="http://schemas.openxmlformats.org/officeDocument/2006/relationships/tableStyles" Target="/ppt/tableStyles.xml" Id="Rf1ccf99301634843" /><Relationship Type="http://schemas.openxmlformats.org/officeDocument/2006/relationships/slide" Target="/ppt/slides/slide1.xml" Id="Rf0ec4ecaf03f4a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9f50d19b9d4a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660e3b0a514e35" /><Relationship Type="http://schemas.openxmlformats.org/officeDocument/2006/relationships/notesMaster" Target="/ppt/notesMasters/notesMaster1.xml" Id="R1a4f5684e96849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767f63bba44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7804f0257746b8" /><Relationship Type="http://schemas.openxmlformats.org/officeDocument/2006/relationships/slideLayout" Target="/ppt/slideLayouts/slideLayout1.xml" Id="Re4237184cb0743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237184cb0743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1164304514490" /><Relationship Type="http://schemas.openxmlformats.org/officeDocument/2006/relationships/notesSlide" Target="/ppt/notesSlides/notesSlide1.xml" Id="R7f3cb1faa5fa49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0FF7C7C-798C-4398-AB04-7A05CA3C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DD0108E-BB6F-463C-A9DF-FE909412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DDD4968B-F9E2-4FF2-AEDB-C2D2C54F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87F29C08-7CBE-45A8-98AA-A8D26AB5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pregunta profesional determina la representación</a:t>
            </a:r>
          </a:p>
        </p:txBody>
      </p:sp>
      <p:sp>
        <p:nvSpPr>
          <p:cNvPr id="5" name="decision_question_box">
            <a:extLst xmlns:a="http://schemas.openxmlformats.org/drawingml/2006/main">
              <a:ext uri="{FF2B5EF4-FFF2-40B4-BE49-F238E27FC236}">
                <a16:creationId xmlns:a16="http://schemas.microsoft.com/office/drawing/2014/main" id="{DCCAFB6B-0489-4E40-AFB7-5F2FF96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95375"/>
            <a:ext cx="4762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decision_signal_box">
            <a:extLst xmlns:a="http://schemas.openxmlformats.org/drawingml/2006/main">
              <a:ext uri="{FF2B5EF4-FFF2-40B4-BE49-F238E27FC236}">
                <a16:creationId xmlns:a16="http://schemas.microsoft.com/office/drawing/2014/main" id="{3B03E1A0-9C40-4462-BF35-E56D93E7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857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decision_system_box">
            <a:extLst xmlns:a="http://schemas.openxmlformats.org/drawingml/2006/main">
              <a:ext uri="{FF2B5EF4-FFF2-40B4-BE49-F238E27FC236}">
                <a16:creationId xmlns:a16="http://schemas.microsoft.com/office/drawing/2014/main" id="{1481CF11-1F58-4DBF-A838-45352101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decision_measure_box">
            <a:extLst xmlns:a="http://schemas.openxmlformats.org/drawingml/2006/main">
              <a:ext uri="{FF2B5EF4-FFF2-40B4-BE49-F238E27FC236}">
                <a16:creationId xmlns:a16="http://schemas.microsoft.com/office/drawing/2014/main" id="{0F004A77-E27D-471F-B3A9-AF29CFDD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8575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decision_limit_box">
            <a:extLst xmlns:a="http://schemas.openxmlformats.org/drawingml/2006/main">
              <a:ext uri="{FF2B5EF4-FFF2-40B4-BE49-F238E27FC236}">
                <a16:creationId xmlns:a16="http://schemas.microsoft.com/office/drawing/2014/main" id="{70019BBF-CA10-484A-968C-722A1B89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4762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6" name="decision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286000" y="2095500"/>
            <a:ext cx="381000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decision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095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decision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095500"/>
            <a:ext cx="381000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decision_4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286000" y="4238625"/>
            <a:ext cx="381000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decision_5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42386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decision_6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6096000" y="4238625"/>
            <a:ext cx="381000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decision_question_title">
            <a:extLst xmlns:a="http://schemas.openxmlformats.org/drawingml/2006/main">
              <a:ext uri="{FF2B5EF4-FFF2-40B4-BE49-F238E27FC236}">
                <a16:creationId xmlns:a16="http://schemas.microsoft.com/office/drawing/2014/main" id="{846E57B4-3C25-4AF2-B23F-38A2401C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2668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¿Qué objeto necesito describir?</a:t>
            </a:r>
          </a:p>
        </p:txBody>
      </p:sp>
      <p:sp>
        <p:nvSpPr>
          <p:cNvPr id="17" name="decision_question_body">
            <a:extLst xmlns:a="http://schemas.openxmlformats.org/drawingml/2006/main">
              <a:ext uri="{FF2B5EF4-FFF2-40B4-BE49-F238E27FC236}">
                <a16:creationId xmlns:a16="http://schemas.microsoft.com/office/drawing/2014/main" id="{6FAF9F49-8C68-4FF8-B71A-0307CDF3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859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elegir antes de graficar</a:t>
            </a:r>
          </a:p>
        </p:txBody>
      </p:sp>
      <p:sp>
        <p:nvSpPr>
          <p:cNvPr id="18" name="decision_signal_title">
            <a:extLst xmlns:a="http://schemas.openxmlformats.org/drawingml/2006/main">
              <a:ext uri="{FF2B5EF4-FFF2-40B4-BE49-F238E27FC236}">
                <a16:creationId xmlns:a16="http://schemas.microsoft.com/office/drawing/2014/main" id="{5A3047B4-D8E8-4659-8787-0CD09660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</a:t>
            </a:r>
          </a:p>
        </p:txBody>
      </p:sp>
      <p:sp>
        <p:nvSpPr>
          <p:cNvPr id="19" name="decision_signal_body">
            <a:extLst xmlns:a="http://schemas.openxmlformats.org/drawingml/2006/main">
              <a:ext uri="{FF2B5EF4-FFF2-40B4-BE49-F238E27FC236}">
                <a16:creationId xmlns:a16="http://schemas.microsoft.com/office/drawing/2014/main" id="{B021AB6A-E00E-49F3-BAE8-38550DA3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tiempo · espectro</a:t>
            </a:r>
          </a:p>
        </p:txBody>
      </p:sp>
      <p:sp>
        <p:nvSpPr>
          <p:cNvPr id="20" name="decision_system_title">
            <a:extLst xmlns:a="http://schemas.openxmlformats.org/drawingml/2006/main">
              <a:ext uri="{FF2B5EF4-FFF2-40B4-BE49-F238E27FC236}">
                <a16:creationId xmlns:a16="http://schemas.microsoft.com/office/drawing/2014/main" id="{38135E64-2F3B-40B0-A6A2-1AAD1E0E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Sistema</a:t>
            </a:r>
          </a:p>
        </p:txBody>
      </p:sp>
      <p:sp>
        <p:nvSpPr>
          <p:cNvPr id="21" name="decision_system_body">
            <a:extLst xmlns:a="http://schemas.openxmlformats.org/drawingml/2006/main">
              <a:ext uri="{FF2B5EF4-FFF2-40B4-BE49-F238E27FC236}">
                <a16:creationId xmlns:a16="http://schemas.microsoft.com/office/drawing/2014/main" id="{A319E134-EB28-47B4-BD2B-1B671410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4330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respuesta H(f)</a:t>
            </a:r>
          </a:p>
        </p:txBody>
      </p:sp>
      <p:sp>
        <p:nvSpPr>
          <p:cNvPr id="22" name="decision_measure_title">
            <a:extLst xmlns:a="http://schemas.openxmlformats.org/drawingml/2006/main">
              <a:ext uri="{FF2B5EF4-FFF2-40B4-BE49-F238E27FC236}">
                <a16:creationId xmlns:a16="http://schemas.microsoft.com/office/drawing/2014/main" id="{E2ED44CC-1E82-4381-93FE-061170CA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Medición</a:t>
            </a:r>
          </a:p>
        </p:txBody>
      </p:sp>
      <p:sp>
        <p:nvSpPr>
          <p:cNvPr id="23" name="decision_measure_body">
            <a:extLst xmlns:a="http://schemas.openxmlformats.org/drawingml/2006/main">
              <a:ext uri="{FF2B5EF4-FFF2-40B4-BE49-F238E27FC236}">
                <a16:creationId xmlns:a16="http://schemas.microsoft.com/office/drawing/2014/main" id="{1554A2FA-5EAE-49F0-9356-5ED22CFA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4330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bandas · X</a:t>
            </a:r>
          </a:p>
        </p:txBody>
      </p:sp>
      <p:sp>
        <p:nvSpPr>
          <p:cNvPr id="24" name="decision_limit_title">
            <a:extLst xmlns:a="http://schemas.openxmlformats.org/drawingml/2006/main">
              <a:ext uri="{FF2B5EF4-FFF2-40B4-BE49-F238E27FC236}">
                <a16:creationId xmlns:a16="http://schemas.microsoft.com/office/drawing/2014/main" id="{0FB5B4F4-A7BD-47DD-B087-52618E09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En toda ruta</a:t>
            </a:r>
          </a:p>
        </p:txBody>
      </p:sp>
      <p:sp>
        <p:nvSpPr>
          <p:cNvPr id="25" name="decision_limit_body">
            <a:extLst xmlns:a="http://schemas.openxmlformats.org/drawingml/2006/main">
              <a:ext uri="{FF2B5EF4-FFF2-40B4-BE49-F238E27FC236}">
                <a16:creationId xmlns:a16="http://schemas.microsoft.com/office/drawing/2014/main" id="{570E75C9-6320-4F80-AE9A-E048FC83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530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método · unidad · límite</a:t>
            </a:r>
          </a:p>
        </p:txBody>
      </p:sp>
      <p:sp>
        <p:nvSpPr>
          <p:cNvPr id="2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0B18D68-203D-4973-A341-F9DF6A69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Storyboard U05, actividad integradora.</a:t>
            </a:r>
          </a:p>
        </p:txBody>
      </p:sp>
    </p:spTree>
    <p:extLst>
      <p:ext uri="{BB962C8B-B14F-4D97-AF65-F5344CB8AC3E}">
        <p14:creationId xmlns:p14="http://schemas.microsoft.com/office/powerpoint/2010/main" val="1110609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2026-07-31T20:40:28.3880000Z</dcterms:created>
  <dcterms:modified xsi:type="dcterms:W3CDTF">2026-07-31T20:40:28.3880000Z</dcterms:modified>
</coreProperties>
</file>