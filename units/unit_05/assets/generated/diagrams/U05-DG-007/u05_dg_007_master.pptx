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c5e06211fb4b71" /><Relationship Type="http://schemas.openxmlformats.org/officeDocument/2006/relationships/extended-properties" Target="/docProps/app.xml" Id="R7b1fa09ff5404baa" /><Relationship Type="http://schemas.openxmlformats.org/officeDocument/2006/relationships/officeDocument" Target="/ppt/presentation.xml" Id="R62634d9f160b46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3d9bf601a94f5a"/>
  </p:sldMasterIdLst>
  <p:notesMasterIdLst>
    <p:notesMasterId xmlns:r="http://schemas.openxmlformats.org/officeDocument/2006/relationships" r:id="R38475f70ba7444c5"/>
  </p:notesMasterIdLst>
  <p:sldIdLst>
    <p:sldId xmlns:r="http://schemas.openxmlformats.org/officeDocument/2006/relationships" id="256" r:id="Rb98ae6da20364d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936611f97e4f93" /><Relationship Type="http://schemas.openxmlformats.org/officeDocument/2006/relationships/slideMaster" Target="/ppt/slideMasters/slideMaster1.xml" Id="R3c3d9bf601a94f5a" /><Relationship Type="http://schemas.openxmlformats.org/officeDocument/2006/relationships/notesMaster" Target="/ppt/notesMasters/notesMaster1.xml" Id="R38475f70ba7444c5" /><Relationship Type="http://schemas.openxmlformats.org/officeDocument/2006/relationships/presProps" Target="/ppt/presProps.xml" Id="Rf33343be4df74b3e" /><Relationship Type="http://schemas.openxmlformats.org/officeDocument/2006/relationships/tableStyles" Target="/ppt/tableStyles.xml" Id="R2c189ab0cdcb429b" /><Relationship Type="http://schemas.openxmlformats.org/officeDocument/2006/relationships/slide" Target="/ppt/slides/slide1.xml" Id="Rb98ae6da20364d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8aa53003ae4f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28326581774696" /><Relationship Type="http://schemas.openxmlformats.org/officeDocument/2006/relationships/notesMaster" Target="/ppt/notesMasters/notesMaster1.xml" Id="Rb9ec83344cf744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cc130d7134b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f7da16fb3c45d0" /><Relationship Type="http://schemas.openxmlformats.org/officeDocument/2006/relationships/slideLayout" Target="/ppt/slideLayouts/slideLayout1.xml" Id="R80e1aedbde5448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e1aedbde5448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43299b5e6498d" /><Relationship Type="http://schemas.openxmlformats.org/officeDocument/2006/relationships/notesSlide" Target="/ppt/notesSlides/notesSlide1.xml" Id="Rb455291c411143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AE36D659-A368-45FF-B368-C9C208FE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AED02FEA-2450-4102-9333-A4474F8C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B4901ECE-D43D-45EF-AD0B-6FC50D3C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15BAEC32-4D81-40B4-AA0A-3C3B2BAB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Los nombres espectrales no describen la misma relación</a:t>
            </a:r>
          </a:p>
        </p:txBody>
      </p:sp>
      <p:sp>
        <p:nvSpPr>
          <p:cNvPr id="5" name="fundamental_box">
            <a:extLst xmlns:a="http://schemas.openxmlformats.org/drawingml/2006/main">
              <a:ext uri="{FF2B5EF4-FFF2-40B4-BE49-F238E27FC236}">
                <a16:creationId xmlns:a16="http://schemas.microsoft.com/office/drawing/2014/main" id="{AF246345-DDE9-4B70-AB9E-EA3DF7B1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3812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harmonic_box">
            <a:extLst xmlns:a="http://schemas.openxmlformats.org/drawingml/2006/main">
              <a:ext uri="{FF2B5EF4-FFF2-40B4-BE49-F238E27FC236}">
                <a16:creationId xmlns:a16="http://schemas.microsoft.com/office/drawing/2014/main" id="{38E94651-5673-4C98-8F0D-7FCB9CA1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81125"/>
            <a:ext cx="23812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partial_box">
            <a:extLst xmlns:a="http://schemas.openxmlformats.org/drawingml/2006/main">
              <a:ext uri="{FF2B5EF4-FFF2-40B4-BE49-F238E27FC236}">
                <a16:creationId xmlns:a16="http://schemas.microsoft.com/office/drawing/2014/main" id="{05DA2584-1455-4F6A-BBA2-E637C2A8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23812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overtone_box">
            <a:extLst xmlns:a="http://schemas.openxmlformats.org/drawingml/2006/main">
              <a:ext uri="{FF2B5EF4-FFF2-40B4-BE49-F238E27FC236}">
                <a16:creationId xmlns:a16="http://schemas.microsoft.com/office/drawing/2014/main" id="{6C6E7B0B-A5D9-43B9-8CA0-2A585A5A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381125"/>
            <a:ext cx="23812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voice_source_box">
            <a:extLst xmlns:a="http://schemas.openxmlformats.org/drawingml/2006/main">
              <a:ext uri="{FF2B5EF4-FFF2-40B4-BE49-F238E27FC236}">
                <a16:creationId xmlns:a16="http://schemas.microsoft.com/office/drawing/2014/main" id="{0C9CA5C2-7606-49BC-ADEA-FC0A0C39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0050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vocal_filter_box">
            <a:extLst xmlns:a="http://schemas.openxmlformats.org/drawingml/2006/main">
              <a:ext uri="{FF2B5EF4-FFF2-40B4-BE49-F238E27FC236}">
                <a16:creationId xmlns:a16="http://schemas.microsoft.com/office/drawing/2014/main" id="{CB3906B3-ABF9-4556-94D1-2A010381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0050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1" name="voice_output_box">
            <a:extLst xmlns:a="http://schemas.openxmlformats.org/drawingml/2006/main">
              <a:ext uri="{FF2B5EF4-FFF2-40B4-BE49-F238E27FC236}">
                <a16:creationId xmlns:a16="http://schemas.microsoft.com/office/drawing/2014/main" id="{C401E9C3-E01E-4866-B69E-C96527BD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0050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44" name="tax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43250" y="19288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tax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57875" y="19288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tax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72500" y="19288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voice_1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048125" y="4572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voice_2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286625" y="4572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fundamental_title">
            <a:extLst xmlns:a="http://schemas.openxmlformats.org/drawingml/2006/main">
              <a:ext uri="{FF2B5EF4-FFF2-40B4-BE49-F238E27FC236}">
                <a16:creationId xmlns:a16="http://schemas.microsoft.com/office/drawing/2014/main" id="{B471A643-A6FA-408D-A003-3C83E6D5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525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Fundamental</a:t>
            </a:r>
          </a:p>
        </p:txBody>
      </p:sp>
      <p:sp>
        <p:nvSpPr>
          <p:cNvPr id="18" name="fundamental_body">
            <a:extLst xmlns:a="http://schemas.openxmlformats.org/drawingml/2006/main">
              <a:ext uri="{FF2B5EF4-FFF2-40B4-BE49-F238E27FC236}">
                <a16:creationId xmlns:a16="http://schemas.microsoft.com/office/drawing/2014/main" id="{B1FBA4A2-8FAD-4CA1-A7F6-8F759059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71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f₀ = 1/T₀</a:t>
            </a:r>
          </a:p>
        </p:txBody>
      </p:sp>
      <p:sp>
        <p:nvSpPr>
          <p:cNvPr id="19" name="harmonic_title">
            <a:extLst xmlns:a="http://schemas.openxmlformats.org/drawingml/2006/main">
              <a:ext uri="{FF2B5EF4-FFF2-40B4-BE49-F238E27FC236}">
                <a16:creationId xmlns:a16="http://schemas.microsoft.com/office/drawing/2014/main" id="{195A4B78-105F-4DDB-B8B6-EAB72C0A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5525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Armónico</a:t>
            </a:r>
          </a:p>
        </p:txBody>
      </p:sp>
      <p:sp>
        <p:nvSpPr>
          <p:cNvPr id="20" name="harmonic_body">
            <a:extLst xmlns:a="http://schemas.openxmlformats.org/drawingml/2006/main">
              <a:ext uri="{FF2B5EF4-FFF2-40B4-BE49-F238E27FC236}">
                <a16:creationId xmlns:a16="http://schemas.microsoft.com/office/drawing/2014/main" id="{4AC1427D-F640-461D-BA2D-B262B037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fₙ = n f₀</a:t>
            </a:r>
          </a:p>
        </p:txBody>
      </p:sp>
      <p:sp>
        <p:nvSpPr>
          <p:cNvPr id="21" name="partial_title">
            <a:extLst xmlns:a="http://schemas.openxmlformats.org/drawingml/2006/main">
              <a:ext uri="{FF2B5EF4-FFF2-40B4-BE49-F238E27FC236}">
                <a16:creationId xmlns:a16="http://schemas.microsoft.com/office/drawing/2014/main" id="{2C4DF306-5C0D-47EC-AB25-4FEBFA54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525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Parcial</a:t>
            </a:r>
          </a:p>
        </p:txBody>
      </p:sp>
      <p:sp>
        <p:nvSpPr>
          <p:cNvPr id="22" name="partial_body">
            <a:extLst xmlns:a="http://schemas.openxmlformats.org/drawingml/2006/main">
              <a:ext uri="{FF2B5EF4-FFF2-40B4-BE49-F238E27FC236}">
                <a16:creationId xmlns:a16="http://schemas.microsoft.com/office/drawing/2014/main" id="{AE794089-9FB7-4E67-A7ED-F65A72D0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71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armónico o no</a:t>
            </a:r>
          </a:p>
        </p:txBody>
      </p:sp>
      <p:sp>
        <p:nvSpPr>
          <p:cNvPr id="23" name="overtone_title">
            <a:extLst xmlns:a="http://schemas.openxmlformats.org/drawingml/2006/main">
              <a:ext uri="{FF2B5EF4-FFF2-40B4-BE49-F238E27FC236}">
                <a16:creationId xmlns:a16="http://schemas.microsoft.com/office/drawing/2014/main" id="{3D7A9429-7B3B-4A79-80B9-F186096A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5525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Sobretono</a:t>
            </a:r>
          </a:p>
        </p:txBody>
      </p:sp>
      <p:sp>
        <p:nvSpPr>
          <p:cNvPr id="24" name="overtone_body">
            <a:extLst xmlns:a="http://schemas.openxmlformats.org/drawingml/2006/main">
              <a:ext uri="{FF2B5EF4-FFF2-40B4-BE49-F238E27FC236}">
                <a16:creationId xmlns:a16="http://schemas.microsoft.com/office/drawing/2014/main" id="{17500BEB-AFB2-4550-8345-F68F1C3A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71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parcial sobre f₀</a:t>
            </a:r>
          </a:p>
        </p:txBody>
      </p:sp>
      <p:sp>
        <p:nvSpPr>
          <p:cNvPr id="25" name="voice_source_title">
            <a:extLst xmlns:a="http://schemas.openxmlformats.org/drawingml/2006/main">
              <a:ext uri="{FF2B5EF4-FFF2-40B4-BE49-F238E27FC236}">
                <a16:creationId xmlns:a16="http://schemas.microsoft.com/office/drawing/2014/main" id="{187FA9B4-1536-49A5-9B32-240E8CEF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1719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Fuente</a:t>
            </a:r>
          </a:p>
        </p:txBody>
      </p:sp>
      <p:sp>
        <p:nvSpPr>
          <p:cNvPr id="26" name="voice_source_body">
            <a:extLst xmlns:a="http://schemas.openxmlformats.org/drawingml/2006/main">
              <a:ext uri="{FF2B5EF4-FFF2-40B4-BE49-F238E27FC236}">
                <a16:creationId xmlns:a16="http://schemas.microsoft.com/office/drawing/2014/main" id="{8CCD95EB-F61A-47A0-A96D-59DC50A3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5910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armónicos</a:t>
            </a:r>
          </a:p>
        </p:txBody>
      </p:sp>
      <p:sp>
        <p:nvSpPr>
          <p:cNvPr id="27" name="vocal_filter_title">
            <a:extLst xmlns:a="http://schemas.openxmlformats.org/drawingml/2006/main">
              <a:ext uri="{FF2B5EF4-FFF2-40B4-BE49-F238E27FC236}">
                <a16:creationId xmlns:a16="http://schemas.microsoft.com/office/drawing/2014/main" id="{030B09DC-EC98-42B3-AD15-A25C305D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1719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Tracto vocal</a:t>
            </a:r>
          </a:p>
        </p:txBody>
      </p:sp>
      <p:sp>
        <p:nvSpPr>
          <p:cNvPr id="28" name="vocal_filter_body">
            <a:extLst xmlns:a="http://schemas.openxmlformats.org/drawingml/2006/main">
              <a:ext uri="{FF2B5EF4-FFF2-40B4-BE49-F238E27FC236}">
                <a16:creationId xmlns:a16="http://schemas.microsoft.com/office/drawing/2014/main" id="{4B7C991C-6314-4FB4-825A-34416347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5910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formantes</a:t>
            </a:r>
          </a:p>
        </p:txBody>
      </p:sp>
      <p:sp>
        <p:nvSpPr>
          <p:cNvPr id="29" name="voice_output_title">
            <a:extLst xmlns:a="http://schemas.openxmlformats.org/drawingml/2006/main">
              <a:ext uri="{FF2B5EF4-FFF2-40B4-BE49-F238E27FC236}">
                <a16:creationId xmlns:a16="http://schemas.microsoft.com/office/drawing/2014/main" id="{3DAB5CE7-90AE-43D4-909E-46D04CDF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719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Salida</a:t>
            </a:r>
          </a:p>
        </p:txBody>
      </p:sp>
      <p:sp>
        <p:nvSpPr>
          <p:cNvPr id="30" name="voice_output_body">
            <a:extLst xmlns:a="http://schemas.openxmlformats.org/drawingml/2006/main">
              <a:ext uri="{FF2B5EF4-FFF2-40B4-BE49-F238E27FC236}">
                <a16:creationId xmlns:a16="http://schemas.microsoft.com/office/drawing/2014/main" id="{70EFA95A-F74E-472E-B0DE-1413EAFE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910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señal filtrada</a:t>
            </a:r>
          </a:p>
        </p:txBody>
      </p:sp>
      <p:sp>
        <p:nvSpPr>
          <p:cNvPr id="31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9A2B3652-56D6-43E0-B44B-7370CA46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1062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Formante ≠ armónico · figura conceptual; no está a escala.</a:t>
            </a:r>
          </a:p>
        </p:txBody>
      </p:sp>
      <p:sp>
        <p:nvSpPr>
          <p:cNvPr id="3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3053C434-BEE3-4D4E-BC1F-DA6E0853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5.5 y 5.6; aplicación fuente–filtro de voz.</a:t>
            </a:r>
          </a:p>
        </p:txBody>
      </p:sp>
    </p:spTree>
    <p:extLst>
      <p:ext uri="{BB962C8B-B14F-4D97-AF65-F5344CB8AC3E}">
        <p14:creationId xmlns:p14="http://schemas.microsoft.com/office/powerpoint/2010/main" val="1606577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2026-07-31T20:40:24.1580000Z</dcterms:created>
  <dcterms:modified xsi:type="dcterms:W3CDTF">2026-07-31T20:40:24.1580000Z</dcterms:modified>
</coreProperties>
</file>