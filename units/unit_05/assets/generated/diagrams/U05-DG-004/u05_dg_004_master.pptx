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a47ea2a9e48fe" /><Relationship Type="http://schemas.openxmlformats.org/officeDocument/2006/relationships/extended-properties" Target="/docProps/app.xml" Id="Re3f8f12594f043fe" /><Relationship Type="http://schemas.openxmlformats.org/officeDocument/2006/relationships/officeDocument" Target="/ppt/presentation.xml" Id="R9e6db9ef1af042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7b54a8a5e4f2e"/>
  </p:sldMasterIdLst>
  <p:notesMasterIdLst>
    <p:notesMasterId xmlns:r="http://schemas.openxmlformats.org/officeDocument/2006/relationships" r:id="R89a1f318ff3e42d9"/>
  </p:notesMasterIdLst>
  <p:sldIdLst>
    <p:sldId xmlns:r="http://schemas.openxmlformats.org/officeDocument/2006/relationships" id="256" r:id="Rc4588c49fdb54a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dfa360b5b41d3" /><Relationship Type="http://schemas.openxmlformats.org/officeDocument/2006/relationships/slideMaster" Target="/ppt/slideMasters/slideMaster1.xml" Id="R1be7b54a8a5e4f2e" /><Relationship Type="http://schemas.openxmlformats.org/officeDocument/2006/relationships/notesMaster" Target="/ppt/notesMasters/notesMaster1.xml" Id="R89a1f318ff3e42d9" /><Relationship Type="http://schemas.openxmlformats.org/officeDocument/2006/relationships/presProps" Target="/ppt/presProps.xml" Id="R9ab7d31d3b9a4409" /><Relationship Type="http://schemas.openxmlformats.org/officeDocument/2006/relationships/tableStyles" Target="/ppt/tableStyles.xml" Id="R406b5e12b79649b0" /><Relationship Type="http://schemas.openxmlformats.org/officeDocument/2006/relationships/slide" Target="/ppt/slides/slide1.xml" Id="Rc4588c49fdb54a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a88e3fce4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94528d1b7484c" /><Relationship Type="http://schemas.openxmlformats.org/officeDocument/2006/relationships/notesMaster" Target="/ppt/notesMasters/notesMaster1.xml" Id="R690df9e0d2da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cd5d9574a47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b051557294a5a" /><Relationship Type="http://schemas.openxmlformats.org/officeDocument/2006/relationships/slideLayout" Target="/ppt/slideLayouts/slideLayout1.xml" Id="R1b7b5c070423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b5c070423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fbb963c74721" /><Relationship Type="http://schemas.openxmlformats.org/officeDocument/2006/relationships/notesSlide" Target="/ppt/notesSlides/notesSlide1.xml" Id="Rf9cac9f6313e46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98FA525-D23D-49EB-8FEA-36029C9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B22AED7-625F-4EA6-949C-B888443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0231FAB-6339-41A6-9B77-2F9C346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B344CF0-A5F4-4483-967A-0AE2A66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cadena digital fija qué frecuencias podemos observar</a:t>
            </a:r>
          </a:p>
        </p:txBody>
      </p:sp>
      <p:sp>
        <p:nvSpPr>
          <p:cNvPr id="5" name="capture_box">
            <a:extLst xmlns:a="http://schemas.openxmlformats.org/drawingml/2006/main">
              <a:ext uri="{FF2B5EF4-FFF2-40B4-BE49-F238E27FC236}">
                <a16:creationId xmlns:a16="http://schemas.microsoft.com/office/drawing/2014/main" id="{F1756893-73F5-4F7C-B08F-E1359D3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amples_box">
            <a:extLst xmlns:a="http://schemas.openxmlformats.org/drawingml/2006/main">
              <a:ext uri="{FF2B5EF4-FFF2-40B4-BE49-F238E27FC236}">
                <a16:creationId xmlns:a16="http://schemas.microsoft.com/office/drawing/2014/main" id="{1700240D-E036-44BE-BDA1-0899B67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egment_box">
            <a:extLst xmlns:a="http://schemas.openxmlformats.org/drawingml/2006/main">
              <a:ext uri="{FF2B5EF4-FFF2-40B4-BE49-F238E27FC236}">
                <a16:creationId xmlns:a16="http://schemas.microsoft.com/office/drawing/2014/main" id="{3F6B9A8F-5884-47C4-B678-F6113A1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window_box">
            <a:extLst xmlns:a="http://schemas.openxmlformats.org/drawingml/2006/main">
              <a:ext uri="{FF2B5EF4-FFF2-40B4-BE49-F238E27FC236}">
                <a16:creationId xmlns:a16="http://schemas.microsoft.com/office/drawing/2014/main" id="{7402F2B3-E8DD-4C63-93E3-65E0C9EF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dft_box">
            <a:extLst xmlns:a="http://schemas.openxmlformats.org/drawingml/2006/main">
              <a:ext uri="{FF2B5EF4-FFF2-40B4-BE49-F238E27FC236}">
                <a16:creationId xmlns:a16="http://schemas.microsoft.com/office/drawing/2014/main" id="{628232F0-A0EF-4591-ADAF-E7DADA6C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bins_box">
            <a:extLst xmlns:a="http://schemas.openxmlformats.org/drawingml/2006/main">
              <a:ext uri="{FF2B5EF4-FFF2-40B4-BE49-F238E27FC236}">
                <a16:creationId xmlns:a16="http://schemas.microsoft.com/office/drawing/2014/main" id="{5519396E-2233-4BCB-AFA0-C1BC0F9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dig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1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dig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dig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06000" y="27146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dig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333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dig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714750" y="4333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capture_title">
            <a:extLst xmlns:a="http://schemas.openxmlformats.org/drawingml/2006/main">
              <a:ext uri="{FF2B5EF4-FFF2-40B4-BE49-F238E27FC236}">
                <a16:creationId xmlns:a16="http://schemas.microsoft.com/office/drawing/2014/main" id="{02E4031E-6B0E-4E2A-B176-2681E636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Captura</a:t>
            </a:r>
          </a:p>
        </p:txBody>
      </p:sp>
      <p:sp>
        <p:nvSpPr>
          <p:cNvPr id="17" name="capture_body">
            <a:extLst xmlns:a="http://schemas.openxmlformats.org/drawingml/2006/main">
              <a:ext uri="{FF2B5EF4-FFF2-40B4-BE49-F238E27FC236}">
                <a16:creationId xmlns:a16="http://schemas.microsoft.com/office/drawing/2014/main" id="{7E915963-274C-4A05-8D52-A5D9174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p(t)</a:t>
            </a:r>
          </a:p>
        </p:txBody>
      </p:sp>
      <p:sp>
        <p:nvSpPr>
          <p:cNvPr id="18" name="samples_title">
            <a:extLst xmlns:a="http://schemas.openxmlformats.org/drawingml/2006/main">
              <a:ext uri="{FF2B5EF4-FFF2-40B4-BE49-F238E27FC236}">
                <a16:creationId xmlns:a16="http://schemas.microsoft.com/office/drawing/2014/main" id="{A238A32F-CA13-42EA-9107-0ED173A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2 · Muestras</a:t>
            </a:r>
          </a:p>
        </p:txBody>
      </p:sp>
      <p:sp>
        <p:nvSpPr>
          <p:cNvPr id="19" name="samples_body">
            <a:extLst xmlns:a="http://schemas.openxmlformats.org/drawingml/2006/main">
              <a:ext uri="{FF2B5EF4-FFF2-40B4-BE49-F238E27FC236}">
                <a16:creationId xmlns:a16="http://schemas.microsoft.com/office/drawing/2014/main" id="{63752B9C-4189-4416-9F84-13C7827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fₛ en Hz</a:t>
            </a:r>
          </a:p>
        </p:txBody>
      </p:sp>
      <p:sp>
        <p:nvSpPr>
          <p:cNvPr id="20" name="segment_title">
            <a:extLst xmlns:a="http://schemas.openxmlformats.org/drawingml/2006/main">
              <a:ext uri="{FF2B5EF4-FFF2-40B4-BE49-F238E27FC236}">
                <a16:creationId xmlns:a16="http://schemas.microsoft.com/office/drawing/2014/main" id="{7153E1FD-79AD-4262-9AEC-E1DCA4C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Segmento</a:t>
            </a:r>
          </a:p>
        </p:txBody>
      </p:sp>
      <p:sp>
        <p:nvSpPr>
          <p:cNvPr id="21" name="segment_body">
            <a:extLst xmlns:a="http://schemas.openxmlformats.org/drawingml/2006/main">
              <a:ext uri="{FF2B5EF4-FFF2-40B4-BE49-F238E27FC236}">
                <a16:creationId xmlns:a16="http://schemas.microsoft.com/office/drawing/2014/main" id="{DF88C9D3-9BE4-463F-B73E-3D6D018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 muestras</a:t>
            </a:r>
          </a:p>
        </p:txBody>
      </p:sp>
      <p:sp>
        <p:nvSpPr>
          <p:cNvPr id="22" name="window_title">
            <a:extLst xmlns:a="http://schemas.openxmlformats.org/drawingml/2006/main">
              <a:ext uri="{FF2B5EF4-FFF2-40B4-BE49-F238E27FC236}">
                <a16:creationId xmlns:a16="http://schemas.microsoft.com/office/drawing/2014/main" id="{2205F348-668D-4F4B-B0F4-F9E0D5BD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4 · Ventana</a:t>
            </a:r>
          </a:p>
        </p:txBody>
      </p:sp>
      <p:sp>
        <p:nvSpPr>
          <p:cNvPr id="23" name="window_body">
            <a:extLst xmlns:a="http://schemas.openxmlformats.org/drawingml/2006/main">
              <a:ext uri="{FF2B5EF4-FFF2-40B4-BE49-F238E27FC236}">
                <a16:creationId xmlns:a16="http://schemas.microsoft.com/office/drawing/2014/main" id="{17DDB4C9-8896-41F1-A6F8-8BF9DF15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recorte declarado</a:t>
            </a:r>
          </a:p>
        </p:txBody>
      </p:sp>
      <p:sp>
        <p:nvSpPr>
          <p:cNvPr id="24" name="dft_title">
            <a:extLst xmlns:a="http://schemas.openxmlformats.org/drawingml/2006/main">
              <a:ext uri="{FF2B5EF4-FFF2-40B4-BE49-F238E27FC236}">
                <a16:creationId xmlns:a16="http://schemas.microsoft.com/office/drawing/2014/main" id="{E1D93A8F-CE02-41D5-B491-A0BBE4D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5 · DFT</a:t>
            </a:r>
          </a:p>
        </p:txBody>
      </p:sp>
      <p:sp>
        <p:nvSpPr>
          <p:cNvPr id="25" name="dft_body">
            <a:extLst xmlns:a="http://schemas.openxmlformats.org/drawingml/2006/main">
              <a:ext uri="{FF2B5EF4-FFF2-40B4-BE49-F238E27FC236}">
                <a16:creationId xmlns:a16="http://schemas.microsoft.com/office/drawing/2014/main" id="{60079229-DE14-4941-8244-176F61EB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FFT = algoritmo</a:t>
            </a:r>
          </a:p>
        </p:txBody>
      </p:sp>
      <p:sp>
        <p:nvSpPr>
          <p:cNvPr id="26" name="bins_title">
            <a:extLst xmlns:a="http://schemas.openxmlformats.org/drawingml/2006/main">
              <a:ext uri="{FF2B5EF4-FFF2-40B4-BE49-F238E27FC236}">
                <a16:creationId xmlns:a16="http://schemas.microsoft.com/office/drawing/2014/main" id="{6DB83B47-9DD2-49D9-AF9C-140BBB7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6 · Bins</a:t>
            </a:r>
          </a:p>
        </p:txBody>
      </p:sp>
      <p:sp>
        <p:nvSpPr>
          <p:cNvPr id="27" name="bins_body">
            <a:extLst xmlns:a="http://schemas.openxmlformats.org/drawingml/2006/main">
              <a:ext uri="{FF2B5EF4-FFF2-40B4-BE49-F238E27FC236}">
                <a16:creationId xmlns:a16="http://schemas.microsoft.com/office/drawing/2014/main" id="{66478DBC-D9AE-44DA-AF05-A710ECA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Δf en Hz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6D7EFB2-39D1-495A-8B9A-D037F2C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T_obs = N/fₛ      ·      Δf = fₛ/N = 1/T_obs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443588B-C42A-42C9-BAB2-F2F5A862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5.4.4 y 5.4.5.</a:t>
            </a:r>
          </a:p>
        </p:txBody>
      </p:sp>
    </p:spTree>
    <p:extLst>
      <p:ext uri="{BB962C8B-B14F-4D97-AF65-F5344CB8AC3E}">
        <p14:creationId xmlns:p14="http://schemas.microsoft.com/office/powerpoint/2010/main" val="913727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2026-07-31T20:40:21.8770000Z</dcterms:created>
  <dcterms:modified xsi:type="dcterms:W3CDTF">2026-07-31T20:40:21.8770000Z</dcterms:modified>
</coreProperties>
</file>