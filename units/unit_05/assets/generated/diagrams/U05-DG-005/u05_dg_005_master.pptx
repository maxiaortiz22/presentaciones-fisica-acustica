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7aaff777d441ef" /><Relationship Type="http://schemas.openxmlformats.org/officeDocument/2006/relationships/extended-properties" Target="/docProps/app.xml" Id="Re3c6ac6aa49849a6" /><Relationship Type="http://schemas.openxmlformats.org/officeDocument/2006/relationships/officeDocument" Target="/ppt/presentation.xml" Id="R25485bb575974e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f92c3e0c884b4c"/>
  </p:sldMasterIdLst>
  <p:notesMasterIdLst>
    <p:notesMasterId xmlns:r="http://schemas.openxmlformats.org/officeDocument/2006/relationships" r:id="R42d1892f072344de"/>
  </p:notesMasterIdLst>
  <p:sldIdLst>
    <p:sldId xmlns:r="http://schemas.openxmlformats.org/officeDocument/2006/relationships" id="256" r:id="R4271901947864a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779ba6da534e85" /><Relationship Type="http://schemas.openxmlformats.org/officeDocument/2006/relationships/slideMaster" Target="/ppt/slideMasters/slideMaster1.xml" Id="R91f92c3e0c884b4c" /><Relationship Type="http://schemas.openxmlformats.org/officeDocument/2006/relationships/notesMaster" Target="/ppt/notesMasters/notesMaster1.xml" Id="R42d1892f072344de" /><Relationship Type="http://schemas.openxmlformats.org/officeDocument/2006/relationships/presProps" Target="/ppt/presProps.xml" Id="R2285f26c60fe4a04" /><Relationship Type="http://schemas.openxmlformats.org/officeDocument/2006/relationships/tableStyles" Target="/ppt/tableStyles.xml" Id="Rcbd6ddfbb1044215" /><Relationship Type="http://schemas.openxmlformats.org/officeDocument/2006/relationships/slide" Target="/ppt/slides/slide1.xml" Id="R427190194786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e1a493467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36f7e1d2146bc" /><Relationship Type="http://schemas.openxmlformats.org/officeDocument/2006/relationships/notesMaster" Target="/ppt/notesMasters/notesMaster1.xml" Id="R65711f2e35a548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dd30716e6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57c9d51d94e2c" /><Relationship Type="http://schemas.openxmlformats.org/officeDocument/2006/relationships/slideLayout" Target="/ppt/slideLayouts/slideLayout1.xml" Id="R87e34178cbd3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34178cbd3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3c9d309eb457b" /><Relationship Type="http://schemas.openxmlformats.org/officeDocument/2006/relationships/notesSlide" Target="/ppt/notesSlides/notesSlide1.xml" Id="R5cde7f4155ff48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363701E-4904-4078-8AA4-292B107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B87CFFB-39D8-4C3F-9BF0-E4080CDA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8571ED6-AA9A-4BA1-991B-217D837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7972452-D55F-455A-9714-C09247A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Recortar y agrupar son operaciones distintas</a:t>
            </a:r>
          </a:p>
        </p:txBody>
      </p:sp>
      <p:sp>
        <p:nvSpPr>
          <p:cNvPr id="5" name="long_signal_box">
            <a:extLst xmlns:a="http://schemas.openxmlformats.org/drawingml/2006/main">
              <a:ext uri="{FF2B5EF4-FFF2-40B4-BE49-F238E27FC236}">
                <a16:creationId xmlns:a16="http://schemas.microsoft.com/office/drawing/2014/main" id="{649FE448-DC57-48ED-AF4F-E388E6C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election_box">
            <a:extLst xmlns:a="http://schemas.openxmlformats.org/drawingml/2006/main">
              <a:ext uri="{FF2B5EF4-FFF2-40B4-BE49-F238E27FC236}">
                <a16:creationId xmlns:a16="http://schemas.microsoft.com/office/drawing/2014/main" id="{F1766B33-CE07-407C-9F1E-CCB4BE6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multiply_window_box">
            <a:extLst xmlns:a="http://schemas.openxmlformats.org/drawingml/2006/main">
              <a:ext uri="{FF2B5EF4-FFF2-40B4-BE49-F238E27FC236}">
                <a16:creationId xmlns:a16="http://schemas.microsoft.com/office/drawing/2014/main" id="{6508CCD4-A6B3-4C30-BFE1-0FAE3684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local_spectra_box">
            <a:extLst xmlns:a="http://schemas.openxmlformats.org/drawingml/2006/main">
              <a:ext uri="{FF2B5EF4-FFF2-40B4-BE49-F238E27FC236}">
                <a16:creationId xmlns:a16="http://schemas.microsoft.com/office/drawing/2014/main" id="{3FEAEBEF-6C96-4248-B9B3-5A6A4B1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group_bands_box">
            <a:extLst xmlns:a="http://schemas.openxmlformats.org/drawingml/2006/main">
              <a:ext uri="{FF2B5EF4-FFF2-40B4-BE49-F238E27FC236}">
                <a16:creationId xmlns:a16="http://schemas.microsoft.com/office/drawing/2014/main" id="{6CF33D4C-7C40-4484-8853-06043023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1809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mix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19375" y="2976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mix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2976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mix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00875" y="2976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mix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91625" y="2976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long_signal_title">
            <a:extLst xmlns:a="http://schemas.openxmlformats.org/drawingml/2006/main">
              <a:ext uri="{FF2B5EF4-FFF2-40B4-BE49-F238E27FC236}">
                <a16:creationId xmlns:a16="http://schemas.microsoft.com/office/drawing/2014/main" id="{01CF5962-8183-41ED-89A7-7D5B802C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5" name="long_signal_body">
            <a:extLst xmlns:a="http://schemas.openxmlformats.org/drawingml/2006/main">
              <a:ext uri="{FF2B5EF4-FFF2-40B4-BE49-F238E27FC236}">
                <a16:creationId xmlns:a16="http://schemas.microsoft.com/office/drawing/2014/main" id="{53285EB0-B33D-4A1C-ADD2-DFA2A693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registro</a:t>
            </a:r>
          </a:p>
        </p:txBody>
      </p:sp>
      <p:sp>
        <p:nvSpPr>
          <p:cNvPr id="16" name="selection_title">
            <a:extLst xmlns:a="http://schemas.openxmlformats.org/drawingml/2006/main">
              <a:ext uri="{FF2B5EF4-FFF2-40B4-BE49-F238E27FC236}">
                <a16:creationId xmlns:a16="http://schemas.microsoft.com/office/drawing/2014/main" id="{4650FEFA-FB81-4046-B7C7-F672741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Tramo</a:t>
            </a:r>
          </a:p>
        </p:txBody>
      </p:sp>
      <p:sp>
        <p:nvSpPr>
          <p:cNvPr id="17" name="selection_body">
            <a:extLst xmlns:a="http://schemas.openxmlformats.org/drawingml/2006/main">
              <a:ext uri="{FF2B5EF4-FFF2-40B4-BE49-F238E27FC236}">
                <a16:creationId xmlns:a16="http://schemas.microsoft.com/office/drawing/2014/main" id="{7D9663C1-3099-49CC-8C31-C7893F33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655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selección</a:t>
            </a:r>
          </a:p>
        </p:txBody>
      </p:sp>
      <p:sp>
        <p:nvSpPr>
          <p:cNvPr id="18" name="multiply_window_title">
            <a:extLst xmlns:a="http://schemas.openxmlformats.org/drawingml/2006/main">
              <a:ext uri="{FF2B5EF4-FFF2-40B4-BE49-F238E27FC236}">
                <a16:creationId xmlns:a16="http://schemas.microsoft.com/office/drawing/2014/main" id="{6F1B9A38-F108-4D28-A451-BFAC624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Ventana</a:t>
            </a:r>
          </a:p>
        </p:txBody>
      </p:sp>
      <p:sp>
        <p:nvSpPr>
          <p:cNvPr id="19" name="multiply_window_body">
            <a:extLst xmlns:a="http://schemas.openxmlformats.org/drawingml/2006/main">
              <a:ext uri="{FF2B5EF4-FFF2-40B4-BE49-F238E27FC236}">
                <a16:creationId xmlns:a16="http://schemas.microsoft.com/office/drawing/2014/main" id="{29E43D00-42A2-4C7A-9183-3A0C5CD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7655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multiplica</a:t>
            </a:r>
          </a:p>
        </p:txBody>
      </p:sp>
      <p:sp>
        <p:nvSpPr>
          <p:cNvPr id="20" name="local_spectra_title">
            <a:extLst xmlns:a="http://schemas.openxmlformats.org/drawingml/2006/main">
              <a:ext uri="{FF2B5EF4-FFF2-40B4-BE49-F238E27FC236}">
                <a16:creationId xmlns:a16="http://schemas.microsoft.com/office/drawing/2014/main" id="{0114D0CB-2F56-400D-A566-03923492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Espectros</a:t>
            </a:r>
          </a:p>
        </p:txBody>
      </p:sp>
      <p:sp>
        <p:nvSpPr>
          <p:cNvPr id="21" name="local_spectra_body">
            <a:extLst xmlns:a="http://schemas.openxmlformats.org/drawingml/2006/main">
              <a:ext uri="{FF2B5EF4-FFF2-40B4-BE49-F238E27FC236}">
                <a16:creationId xmlns:a16="http://schemas.microsoft.com/office/drawing/2014/main" id="{DF8AC0DE-796D-40C6-A4A5-F02454B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7655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rejilla t–f</a:t>
            </a:r>
          </a:p>
        </p:txBody>
      </p:sp>
      <p:sp>
        <p:nvSpPr>
          <p:cNvPr id="22" name="group_bands_title">
            <a:extLst xmlns:a="http://schemas.openxmlformats.org/drawingml/2006/main">
              <a:ext uri="{FF2B5EF4-FFF2-40B4-BE49-F238E27FC236}">
                <a16:creationId xmlns:a16="http://schemas.microsoft.com/office/drawing/2014/main" id="{50682751-E9D2-4FE7-9FA6-95AC19B3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Bandas</a:t>
            </a:r>
          </a:p>
        </p:txBody>
      </p:sp>
      <p:sp>
        <p:nvSpPr>
          <p:cNvPr id="23" name="group_bands_body">
            <a:extLst xmlns:a="http://schemas.openxmlformats.org/drawingml/2006/main">
              <a:ext uri="{FF2B5EF4-FFF2-40B4-BE49-F238E27FC236}">
                <a16:creationId xmlns:a16="http://schemas.microsoft.com/office/drawing/2014/main" id="{1389F921-BB93-4E2B-8144-7C01868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76550"/>
            <a:ext cx="142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suma energía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BA50928-1B45-40F0-B720-710298CF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96EB053-B562-463D-AE9B-D65565E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ventanas, espectrograma y suma por banda.</a:t>
            </a:r>
          </a:p>
        </p:txBody>
      </p:sp>
    </p:spTree>
    <p:extLst>
      <p:ext uri="{BB962C8B-B14F-4D97-AF65-F5344CB8AC3E}">
        <p14:creationId xmlns:p14="http://schemas.microsoft.com/office/powerpoint/2010/main" val="1504607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2026-07-31T20:40:22.7530000Z</dcterms:created>
  <dcterms:modified xsi:type="dcterms:W3CDTF">2026-07-31T20:40:22.7530000Z</dcterms:modified>
</coreProperties>
</file>