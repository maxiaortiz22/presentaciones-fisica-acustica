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1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theme" Target="theme/theme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tableStyles" Target="tableStyle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notesMaster" Target="notesMasters/notesMaster1.xml"/><Relationship Id="rId125" Type="http://schemas.microsoft.com/office/2016/11/relationships/changesInfo" Target="changesInfos/changesInfo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presProps" Target="pres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custSel modSld">
      <pc:chgData name="Maximiliano Ortiz" userId="90727fd8e92db46b" providerId="LiveId" clId="{9BC7EBD1-E6C7-40E2-9BE0-E69EBE0B6810}" dt="2026-08-10T23:47:02.234" v="1542" actId="207"/>
      <pc:docMkLst>
        <pc:docMk/>
      </pc:docMkLst>
      <pc:sldChg chg="addSp modSp mod">
        <pc:chgData name="Maximiliano Ortiz" userId="90727fd8e92db46b" providerId="LiveId" clId="{9BC7EBD1-E6C7-40E2-9BE0-E69EBE0B6810}" dt="2026-08-10T23:46:49.652" v="266" actId="207"/>
        <pc:sldMkLst>
          <pc:docMk/>
          <pc:sldMk cId="1194663102" sldId="256"/>
        </pc:sldMkLst>
        <pc:spChg chg="add mod">
          <ac:chgData name="Maximiliano Ortiz" userId="90727fd8e92db46b" providerId="LiveId" clId="{9BC7EBD1-E6C7-40E2-9BE0-E69EBE0B6810}" dt="2026-08-10T23:46:49.652" v="266" actId="207"/>
          <ac:spMkLst>
            <pc:docMk/>
            <pc:sldMk cId="1194663102" sldId="256"/>
            <ac:spMk id="8" creationId="{9CC75573-96F4-2755-3708-4A98EE9288D7}"/>
          </ac:spMkLst>
        </pc:spChg>
      </pc:sldChg>
      <pc:sldChg chg="addSp modSp mod">
        <pc:chgData name="Maximiliano Ortiz" userId="90727fd8e92db46b" providerId="LiveId" clId="{9BC7EBD1-E6C7-40E2-9BE0-E69EBE0B6810}" dt="2026-08-10T23:46:49.754" v="277" actId="207"/>
        <pc:sldMkLst>
          <pc:docMk/>
          <pc:sldMk cId="281546375" sldId="257"/>
        </pc:sldMkLst>
        <pc:spChg chg="add mod">
          <ac:chgData name="Maximiliano Ortiz" userId="90727fd8e92db46b" providerId="LiveId" clId="{9BC7EBD1-E6C7-40E2-9BE0-E69EBE0B6810}" dt="2026-08-10T23:46:49.754" v="277" actId="207"/>
          <ac:spMkLst>
            <pc:docMk/>
            <pc:sldMk cId="281546375" sldId="257"/>
            <ac:spMk id="9" creationId="{5C69FC8A-034B-2858-07A8-28C819114D20}"/>
          </ac:spMkLst>
        </pc:spChg>
        <pc:spChg chg="mod">
          <ac:chgData name="Maximiliano Ortiz" userId="90727fd8e92db46b" providerId="LiveId" clId="{9BC7EBD1-E6C7-40E2-9BE0-E69EBE0B6810}" dt="2026-08-10T23:46:36.711" v="3"/>
          <ac:spMkLst>
            <pc:docMk/>
            <pc:sldMk cId="281546375" sldId="257"/>
            <ac:spMk id="14" creationId="{002389FD-0ED1-4A2C-9747-E343D7490843}"/>
          </ac:spMkLst>
        </pc:spChg>
      </pc:sldChg>
      <pc:sldChg chg="addSp modSp mod">
        <pc:chgData name="Maximiliano Ortiz" userId="90727fd8e92db46b" providerId="LiveId" clId="{9BC7EBD1-E6C7-40E2-9BE0-E69EBE0B6810}" dt="2026-08-10T23:46:49.920" v="288" actId="207"/>
        <pc:sldMkLst>
          <pc:docMk/>
          <pc:sldMk cId="1833595117" sldId="258"/>
        </pc:sldMkLst>
        <pc:spChg chg="add mod">
          <ac:chgData name="Maximiliano Ortiz" userId="90727fd8e92db46b" providerId="LiveId" clId="{9BC7EBD1-E6C7-40E2-9BE0-E69EBE0B6810}" dt="2026-08-10T23:46:49.920" v="288" actId="207"/>
          <ac:spMkLst>
            <pc:docMk/>
            <pc:sldMk cId="1833595117" sldId="258"/>
            <ac:spMk id="8" creationId="{4F32BCAB-86DA-ADAA-5640-05C96DB32D4D}"/>
          </ac:spMkLst>
        </pc:spChg>
        <pc:spChg chg="mod">
          <ac:chgData name="Maximiliano Ortiz" userId="90727fd8e92db46b" providerId="LiveId" clId="{9BC7EBD1-E6C7-40E2-9BE0-E69EBE0B6810}" dt="2026-08-10T23:46:36.793" v="7"/>
          <ac:spMkLst>
            <pc:docMk/>
            <pc:sldMk cId="1833595117" sldId="258"/>
            <ac:spMk id="12" creationId="{4B206C6E-E8C8-402E-AC0E-B2D5312E7FE2}"/>
          </ac:spMkLst>
        </pc:spChg>
      </pc:sldChg>
      <pc:sldChg chg="addSp modSp mod">
        <pc:chgData name="Maximiliano Ortiz" userId="90727fd8e92db46b" providerId="LiveId" clId="{9BC7EBD1-E6C7-40E2-9BE0-E69EBE0B6810}" dt="2026-08-10T23:46:50.040" v="299" actId="207"/>
        <pc:sldMkLst>
          <pc:docMk/>
          <pc:sldMk cId="281546375" sldId="259"/>
        </pc:sldMkLst>
        <pc:spChg chg="mod">
          <ac:chgData name="Maximiliano Ortiz" userId="90727fd8e92db46b" providerId="LiveId" clId="{9BC7EBD1-E6C7-40E2-9BE0-E69EBE0B6810}" dt="2026-08-10T23:46:36.855" v="11"/>
          <ac:spMkLst>
            <pc:docMk/>
            <pc:sldMk cId="281546375" sldId="259"/>
            <ac:spMk id="6" creationId="{8D7B54DC-316E-48AC-A1E8-75A80FC0AC52}"/>
          </ac:spMkLst>
        </pc:spChg>
        <pc:spChg chg="add mod">
          <ac:chgData name="Maximiliano Ortiz" userId="90727fd8e92db46b" providerId="LiveId" clId="{9BC7EBD1-E6C7-40E2-9BE0-E69EBE0B6810}" dt="2026-08-10T23:46:50.040" v="299" actId="207"/>
          <ac:spMkLst>
            <pc:docMk/>
            <pc:sldMk cId="281546375" sldId="259"/>
            <ac:spMk id="23" creationId="{5FF3A8E9-8055-C1F7-0A57-1DC20E6BF419}"/>
          </ac:spMkLst>
        </pc:spChg>
      </pc:sldChg>
      <pc:sldChg chg="addSp modSp mod">
        <pc:chgData name="Maximiliano Ortiz" userId="90727fd8e92db46b" providerId="LiveId" clId="{9BC7EBD1-E6C7-40E2-9BE0-E69EBE0B6810}" dt="2026-08-10T23:46:50.102" v="310" actId="207"/>
        <pc:sldMkLst>
          <pc:docMk/>
          <pc:sldMk cId="1561918420" sldId="260"/>
        </pc:sldMkLst>
        <pc:spChg chg="add mod">
          <ac:chgData name="Maximiliano Ortiz" userId="90727fd8e92db46b" providerId="LiveId" clId="{9BC7EBD1-E6C7-40E2-9BE0-E69EBE0B6810}" dt="2026-08-10T23:46:50.102" v="310" actId="207"/>
          <ac:spMkLst>
            <pc:docMk/>
            <pc:sldMk cId="1561918420" sldId="260"/>
            <ac:spMk id="9" creationId="{51330AAE-B4FE-8313-9BF5-780DB49D4B55}"/>
          </ac:spMkLst>
        </pc:spChg>
      </pc:sldChg>
      <pc:sldChg chg="addSp modSp mod">
        <pc:chgData name="Maximiliano Ortiz" userId="90727fd8e92db46b" providerId="LiveId" clId="{9BC7EBD1-E6C7-40E2-9BE0-E69EBE0B6810}" dt="2026-08-10T23:46:50.175" v="321" actId="207"/>
        <pc:sldMkLst>
          <pc:docMk/>
          <pc:sldMk cId="1561918420" sldId="261"/>
        </pc:sldMkLst>
        <pc:spChg chg="add mod">
          <ac:chgData name="Maximiliano Ortiz" userId="90727fd8e92db46b" providerId="LiveId" clId="{9BC7EBD1-E6C7-40E2-9BE0-E69EBE0B6810}" dt="2026-08-10T23:46:50.175" v="321" actId="207"/>
          <ac:spMkLst>
            <pc:docMk/>
            <pc:sldMk cId="1561918420" sldId="261"/>
            <ac:spMk id="9" creationId="{1888867E-0C39-C2E4-2E61-3814DBEC08A7}"/>
          </ac:spMkLst>
        </pc:spChg>
      </pc:sldChg>
      <pc:sldChg chg="addSp modSp mod">
        <pc:chgData name="Maximiliano Ortiz" userId="90727fd8e92db46b" providerId="LiveId" clId="{9BC7EBD1-E6C7-40E2-9BE0-E69EBE0B6810}" dt="2026-08-10T23:46:50.303" v="332" actId="207"/>
        <pc:sldMkLst>
          <pc:docMk/>
          <pc:sldMk cId="1271479030" sldId="262"/>
        </pc:sldMkLst>
        <pc:spChg chg="add mod">
          <ac:chgData name="Maximiliano Ortiz" userId="90727fd8e92db46b" providerId="LiveId" clId="{9BC7EBD1-E6C7-40E2-9BE0-E69EBE0B6810}" dt="2026-08-10T23:46:50.303" v="332" actId="207"/>
          <ac:spMkLst>
            <pc:docMk/>
            <pc:sldMk cId="1271479030" sldId="262"/>
            <ac:spMk id="6" creationId="{E22436BC-6469-B845-0741-0473C7CE6FF3}"/>
          </ac:spMkLst>
        </pc:spChg>
        <pc:spChg chg="mod">
          <ac:chgData name="Maximiliano Ortiz" userId="90727fd8e92db46b" providerId="LiveId" clId="{9BC7EBD1-E6C7-40E2-9BE0-E69EBE0B6810}" dt="2026-08-10T23:46:36.960" v="15"/>
          <ac:spMkLst>
            <pc:docMk/>
            <pc:sldMk cId="1271479030" sldId="262"/>
            <ac:spMk id="9" creationId="{3EF470A3-7B2D-47A7-BF36-58C54F4CD526}"/>
          </ac:spMkLst>
        </pc:spChg>
      </pc:sldChg>
      <pc:sldChg chg="addSp modSp mod">
        <pc:chgData name="Maximiliano Ortiz" userId="90727fd8e92db46b" providerId="LiveId" clId="{9BC7EBD1-E6C7-40E2-9BE0-E69EBE0B6810}" dt="2026-08-10T23:46:50.418" v="343" actId="207"/>
        <pc:sldMkLst>
          <pc:docMk/>
          <pc:sldMk cId="1164902343" sldId="263"/>
        </pc:sldMkLst>
        <pc:spChg chg="add mod">
          <ac:chgData name="Maximiliano Ortiz" userId="90727fd8e92db46b" providerId="LiveId" clId="{9BC7EBD1-E6C7-40E2-9BE0-E69EBE0B6810}" dt="2026-08-10T23:46:50.418" v="343" actId="207"/>
          <ac:spMkLst>
            <pc:docMk/>
            <pc:sldMk cId="1164902343" sldId="263"/>
            <ac:spMk id="5" creationId="{6A17ECA2-D327-30F7-287E-BB75CE41D17F}"/>
          </ac:spMkLst>
        </pc:spChg>
      </pc:sldChg>
      <pc:sldChg chg="addSp modSp mod">
        <pc:chgData name="Maximiliano Ortiz" userId="90727fd8e92db46b" providerId="LiveId" clId="{9BC7EBD1-E6C7-40E2-9BE0-E69EBE0B6810}" dt="2026-08-10T23:46:50.538" v="354" actId="207"/>
        <pc:sldMkLst>
          <pc:docMk/>
          <pc:sldMk cId="1687263069" sldId="264"/>
        </pc:sldMkLst>
        <pc:spChg chg="add mod">
          <ac:chgData name="Maximiliano Ortiz" userId="90727fd8e92db46b" providerId="LiveId" clId="{9BC7EBD1-E6C7-40E2-9BE0-E69EBE0B6810}" dt="2026-08-10T23:46:50.538" v="354" actId="207"/>
          <ac:spMkLst>
            <pc:docMk/>
            <pc:sldMk cId="1687263069" sldId="264"/>
            <ac:spMk id="12" creationId="{63CFB254-89B9-2BD6-B076-A508612693DF}"/>
          </ac:spMkLst>
        </pc:spChg>
      </pc:sldChg>
      <pc:sldChg chg="addSp modSp mod">
        <pc:chgData name="Maximiliano Ortiz" userId="90727fd8e92db46b" providerId="LiveId" clId="{9BC7EBD1-E6C7-40E2-9BE0-E69EBE0B6810}" dt="2026-08-10T23:46:50.664" v="365" actId="207"/>
        <pc:sldMkLst>
          <pc:docMk/>
          <pc:sldMk cId="1673297158" sldId="265"/>
        </pc:sldMkLst>
        <pc:spChg chg="add mod">
          <ac:chgData name="Maximiliano Ortiz" userId="90727fd8e92db46b" providerId="LiveId" clId="{9BC7EBD1-E6C7-40E2-9BE0-E69EBE0B6810}" dt="2026-08-10T23:46:50.664" v="365" actId="207"/>
          <ac:spMkLst>
            <pc:docMk/>
            <pc:sldMk cId="1673297158" sldId="265"/>
            <ac:spMk id="14" creationId="{1F84441F-8F78-6209-1242-ECBE26E1AF57}"/>
          </ac:spMkLst>
        </pc:spChg>
      </pc:sldChg>
      <pc:sldChg chg="addSp modSp mod">
        <pc:chgData name="Maximiliano Ortiz" userId="90727fd8e92db46b" providerId="LiveId" clId="{9BC7EBD1-E6C7-40E2-9BE0-E69EBE0B6810}" dt="2026-08-10T23:46:50.830" v="376" actId="207"/>
        <pc:sldMkLst>
          <pc:docMk/>
          <pc:sldMk cId="1995449240" sldId="266"/>
        </pc:sldMkLst>
        <pc:spChg chg="add mod">
          <ac:chgData name="Maximiliano Ortiz" userId="90727fd8e92db46b" providerId="LiveId" clId="{9BC7EBD1-E6C7-40E2-9BE0-E69EBE0B6810}" dt="2026-08-10T23:46:50.830" v="376" actId="207"/>
          <ac:spMkLst>
            <pc:docMk/>
            <pc:sldMk cId="1995449240" sldId="266"/>
            <ac:spMk id="7" creationId="{B2C4B4B8-0ECF-93BA-B266-E70C96D982B2}"/>
          </ac:spMkLst>
        </pc:spChg>
        <pc:spChg chg="mod">
          <ac:chgData name="Maximiliano Ortiz" userId="90727fd8e92db46b" providerId="LiveId" clId="{9BC7EBD1-E6C7-40E2-9BE0-E69EBE0B6810}" dt="2026-08-10T23:46:37.100" v="19"/>
          <ac:spMkLst>
            <pc:docMk/>
            <pc:sldMk cId="1995449240" sldId="266"/>
            <ac:spMk id="10" creationId="{58EE4581-7F2F-49A7-A77C-CCBF77E7E208}"/>
          </ac:spMkLst>
        </pc:spChg>
      </pc:sldChg>
      <pc:sldChg chg="addSp modSp mod">
        <pc:chgData name="Maximiliano Ortiz" userId="90727fd8e92db46b" providerId="LiveId" clId="{9BC7EBD1-E6C7-40E2-9BE0-E69EBE0B6810}" dt="2026-08-10T23:46:50.898" v="387" actId="207"/>
        <pc:sldMkLst>
          <pc:docMk/>
          <pc:sldMk cId="817057724" sldId="267"/>
        </pc:sldMkLst>
        <pc:spChg chg="add mod">
          <ac:chgData name="Maximiliano Ortiz" userId="90727fd8e92db46b" providerId="LiveId" clId="{9BC7EBD1-E6C7-40E2-9BE0-E69EBE0B6810}" dt="2026-08-10T23:46:50.898" v="387" actId="207"/>
          <ac:spMkLst>
            <pc:docMk/>
            <pc:sldMk cId="817057724" sldId="267"/>
            <ac:spMk id="11" creationId="{C54BDC4E-9549-97DA-8868-095D921D9631}"/>
          </ac:spMkLst>
        </pc:spChg>
      </pc:sldChg>
      <pc:sldChg chg="addSp modSp mod">
        <pc:chgData name="Maximiliano Ortiz" userId="90727fd8e92db46b" providerId="LiveId" clId="{9BC7EBD1-E6C7-40E2-9BE0-E69EBE0B6810}" dt="2026-08-10T23:46:50.978" v="398" actId="207"/>
        <pc:sldMkLst>
          <pc:docMk/>
          <pc:sldMk cId="318321949" sldId="268"/>
        </pc:sldMkLst>
        <pc:spChg chg="add mod">
          <ac:chgData name="Maximiliano Ortiz" userId="90727fd8e92db46b" providerId="LiveId" clId="{9BC7EBD1-E6C7-40E2-9BE0-E69EBE0B6810}" dt="2026-08-10T23:46:50.978" v="398" actId="207"/>
          <ac:spMkLst>
            <pc:docMk/>
            <pc:sldMk cId="318321949" sldId="268"/>
            <ac:spMk id="15" creationId="{CACA870D-DE5E-317B-1D5D-26E1CA6AFB16}"/>
          </ac:spMkLst>
        </pc:spChg>
      </pc:sldChg>
      <pc:sldChg chg="addSp modSp mod">
        <pc:chgData name="Maximiliano Ortiz" userId="90727fd8e92db46b" providerId="LiveId" clId="{9BC7EBD1-E6C7-40E2-9BE0-E69EBE0B6810}" dt="2026-08-10T23:46:51.075" v="409" actId="207"/>
        <pc:sldMkLst>
          <pc:docMk/>
          <pc:sldMk cId="986630461" sldId="269"/>
        </pc:sldMkLst>
        <pc:spChg chg="add mod">
          <ac:chgData name="Maximiliano Ortiz" userId="90727fd8e92db46b" providerId="LiveId" clId="{9BC7EBD1-E6C7-40E2-9BE0-E69EBE0B6810}" dt="2026-08-10T23:46:51.075" v="409" actId="207"/>
          <ac:spMkLst>
            <pc:docMk/>
            <pc:sldMk cId="986630461" sldId="269"/>
            <ac:spMk id="6" creationId="{086734D6-4F6A-AF04-4EE7-56E6617ABA34}"/>
          </ac:spMkLst>
        </pc:spChg>
        <pc:spChg chg="mod">
          <ac:chgData name="Maximiliano Ortiz" userId="90727fd8e92db46b" providerId="LiveId" clId="{9BC7EBD1-E6C7-40E2-9BE0-E69EBE0B6810}" dt="2026-08-10T23:46:37.247" v="23"/>
          <ac:spMkLst>
            <pc:docMk/>
            <pc:sldMk cId="986630461" sldId="269"/>
            <ac:spMk id="9" creationId="{E0CCE633-D01A-46DB-AE20-52321A23CEB3}"/>
          </ac:spMkLst>
        </pc:spChg>
      </pc:sldChg>
      <pc:sldChg chg="addSp modSp mod">
        <pc:chgData name="Maximiliano Ortiz" userId="90727fd8e92db46b" providerId="LiveId" clId="{9BC7EBD1-E6C7-40E2-9BE0-E69EBE0B6810}" dt="2026-08-10T23:46:51.186" v="420" actId="207"/>
        <pc:sldMkLst>
          <pc:docMk/>
          <pc:sldMk cId="1602286470" sldId="270"/>
        </pc:sldMkLst>
        <pc:spChg chg="add mod">
          <ac:chgData name="Maximiliano Ortiz" userId="90727fd8e92db46b" providerId="LiveId" clId="{9BC7EBD1-E6C7-40E2-9BE0-E69EBE0B6810}" dt="2026-08-10T23:46:51.186" v="420" actId="207"/>
          <ac:spMkLst>
            <pc:docMk/>
            <pc:sldMk cId="1602286470" sldId="270"/>
            <ac:spMk id="8" creationId="{89A346DB-485D-4768-05CF-D2832A209D13}"/>
          </ac:spMkLst>
        </pc:spChg>
        <pc:spChg chg="mod">
          <ac:chgData name="Maximiliano Ortiz" userId="90727fd8e92db46b" providerId="LiveId" clId="{9BC7EBD1-E6C7-40E2-9BE0-E69EBE0B6810}" dt="2026-08-10T23:46:37.318" v="27"/>
          <ac:spMkLst>
            <pc:docMk/>
            <pc:sldMk cId="1602286470" sldId="270"/>
            <ac:spMk id="12" creationId="{1D6DB44C-0281-4866-AEF3-9F362F19551A}"/>
          </ac:spMkLst>
        </pc:spChg>
      </pc:sldChg>
      <pc:sldChg chg="addSp modSp mod">
        <pc:chgData name="Maximiliano Ortiz" userId="90727fd8e92db46b" providerId="LiveId" clId="{9BC7EBD1-E6C7-40E2-9BE0-E69EBE0B6810}" dt="2026-08-10T23:46:51.307" v="431" actId="207"/>
        <pc:sldMkLst>
          <pc:docMk/>
          <pc:sldMk cId="1133635661" sldId="271"/>
        </pc:sldMkLst>
        <pc:spChg chg="add mod">
          <ac:chgData name="Maximiliano Ortiz" userId="90727fd8e92db46b" providerId="LiveId" clId="{9BC7EBD1-E6C7-40E2-9BE0-E69EBE0B6810}" dt="2026-08-10T23:46:51.307" v="431" actId="207"/>
          <ac:spMkLst>
            <pc:docMk/>
            <pc:sldMk cId="1133635661" sldId="271"/>
            <ac:spMk id="7" creationId="{DE4EC0CE-0010-1173-EE6D-C942568A8E1E}"/>
          </ac:spMkLst>
        </pc:spChg>
        <pc:spChg chg="mod">
          <ac:chgData name="Maximiliano Ortiz" userId="90727fd8e92db46b" providerId="LiveId" clId="{9BC7EBD1-E6C7-40E2-9BE0-E69EBE0B6810}" dt="2026-08-10T23:46:37.390" v="31"/>
          <ac:spMkLst>
            <pc:docMk/>
            <pc:sldMk cId="1133635661" sldId="271"/>
            <ac:spMk id="10" creationId="{6E7B5EB6-1CC7-43E4-A273-1C45095D30DD}"/>
          </ac:spMkLst>
        </pc:spChg>
      </pc:sldChg>
      <pc:sldChg chg="addSp modSp mod">
        <pc:chgData name="Maximiliano Ortiz" userId="90727fd8e92db46b" providerId="LiveId" clId="{9BC7EBD1-E6C7-40E2-9BE0-E69EBE0B6810}" dt="2026-08-10T23:46:51.498" v="442" actId="207"/>
        <pc:sldMkLst>
          <pc:docMk/>
          <pc:sldMk cId="1320203634" sldId="272"/>
        </pc:sldMkLst>
        <pc:spChg chg="add mod">
          <ac:chgData name="Maximiliano Ortiz" userId="90727fd8e92db46b" providerId="LiveId" clId="{9BC7EBD1-E6C7-40E2-9BE0-E69EBE0B6810}" dt="2026-08-10T23:46:51.498" v="442" actId="207"/>
          <ac:spMkLst>
            <pc:docMk/>
            <pc:sldMk cId="1320203634" sldId="272"/>
            <ac:spMk id="9" creationId="{C25C80DF-7706-A697-57EB-E2365AE68210}"/>
          </ac:spMkLst>
        </pc:spChg>
        <pc:spChg chg="mod">
          <ac:chgData name="Maximiliano Ortiz" userId="90727fd8e92db46b" providerId="LiveId" clId="{9BC7EBD1-E6C7-40E2-9BE0-E69EBE0B6810}" dt="2026-08-10T23:46:37.467" v="35"/>
          <ac:spMkLst>
            <pc:docMk/>
            <pc:sldMk cId="1320203634" sldId="272"/>
            <ac:spMk id="14" creationId="{3AB9D759-C099-4AB7-B59B-D9599C26FDD5}"/>
          </ac:spMkLst>
        </pc:spChg>
      </pc:sldChg>
      <pc:sldChg chg="addSp modSp mod">
        <pc:chgData name="Maximiliano Ortiz" userId="90727fd8e92db46b" providerId="LiveId" clId="{9BC7EBD1-E6C7-40E2-9BE0-E69EBE0B6810}" dt="2026-08-10T23:46:51.610" v="453" actId="207"/>
        <pc:sldMkLst>
          <pc:docMk/>
          <pc:sldMk cId="1164902343" sldId="273"/>
        </pc:sldMkLst>
        <pc:spChg chg="add mod">
          <ac:chgData name="Maximiliano Ortiz" userId="90727fd8e92db46b" providerId="LiveId" clId="{9BC7EBD1-E6C7-40E2-9BE0-E69EBE0B6810}" dt="2026-08-10T23:46:51.610" v="453" actId="207"/>
          <ac:spMkLst>
            <pc:docMk/>
            <pc:sldMk cId="1164902343" sldId="273"/>
            <ac:spMk id="5" creationId="{B9D34EAE-F8A4-CB34-C380-1BC8EAC0C597}"/>
          </ac:spMkLst>
        </pc:spChg>
      </pc:sldChg>
      <pc:sldChg chg="addSp modSp mod">
        <pc:chgData name="Maximiliano Ortiz" userId="90727fd8e92db46b" providerId="LiveId" clId="{9BC7EBD1-E6C7-40E2-9BE0-E69EBE0B6810}" dt="2026-08-10T23:46:51.665" v="464" actId="207"/>
        <pc:sldMkLst>
          <pc:docMk/>
          <pc:sldMk cId="1687263069" sldId="274"/>
        </pc:sldMkLst>
        <pc:spChg chg="add mod">
          <ac:chgData name="Maximiliano Ortiz" userId="90727fd8e92db46b" providerId="LiveId" clId="{9BC7EBD1-E6C7-40E2-9BE0-E69EBE0B6810}" dt="2026-08-10T23:46:51.665" v="464" actId="207"/>
          <ac:spMkLst>
            <pc:docMk/>
            <pc:sldMk cId="1687263069" sldId="274"/>
            <ac:spMk id="9" creationId="{CD5E0BFB-189D-10AD-D04E-D73E43B07329}"/>
          </ac:spMkLst>
        </pc:spChg>
      </pc:sldChg>
      <pc:sldChg chg="addSp modSp mod">
        <pc:chgData name="Maximiliano Ortiz" userId="90727fd8e92db46b" providerId="LiveId" clId="{9BC7EBD1-E6C7-40E2-9BE0-E69EBE0B6810}" dt="2026-08-10T23:46:51.744" v="475" actId="207"/>
        <pc:sldMkLst>
          <pc:docMk/>
          <pc:sldMk cId="567438305" sldId="275"/>
        </pc:sldMkLst>
        <pc:spChg chg="add mod">
          <ac:chgData name="Maximiliano Ortiz" userId="90727fd8e92db46b" providerId="LiveId" clId="{9BC7EBD1-E6C7-40E2-9BE0-E69EBE0B6810}" dt="2026-08-10T23:46:51.744" v="475" actId="207"/>
          <ac:spMkLst>
            <pc:docMk/>
            <pc:sldMk cId="567438305" sldId="275"/>
            <ac:spMk id="7" creationId="{9D98838A-E01A-6FF3-7DBA-E6D1E4FCD64F}"/>
          </ac:spMkLst>
        </pc:spChg>
        <pc:spChg chg="mod">
          <ac:chgData name="Maximiliano Ortiz" userId="90727fd8e92db46b" providerId="LiveId" clId="{9BC7EBD1-E6C7-40E2-9BE0-E69EBE0B6810}" dt="2026-08-10T23:46:37.583" v="39"/>
          <ac:spMkLst>
            <pc:docMk/>
            <pc:sldMk cId="567438305" sldId="275"/>
            <ac:spMk id="10" creationId="{4C41C24D-0E8C-44E3-8E3B-0C2F6C20DF57}"/>
          </ac:spMkLst>
        </pc:spChg>
      </pc:sldChg>
      <pc:sldChg chg="addSp modSp mod">
        <pc:chgData name="Maximiliano Ortiz" userId="90727fd8e92db46b" providerId="LiveId" clId="{9BC7EBD1-E6C7-40E2-9BE0-E69EBE0B6810}" dt="2026-08-10T23:46:51.822" v="486" actId="207"/>
        <pc:sldMkLst>
          <pc:docMk/>
          <pc:sldMk cId="1602286470" sldId="276"/>
        </pc:sldMkLst>
        <pc:spChg chg="add mod">
          <ac:chgData name="Maximiliano Ortiz" userId="90727fd8e92db46b" providerId="LiveId" clId="{9BC7EBD1-E6C7-40E2-9BE0-E69EBE0B6810}" dt="2026-08-10T23:46:51.822" v="486" actId="207"/>
          <ac:spMkLst>
            <pc:docMk/>
            <pc:sldMk cId="1602286470" sldId="276"/>
            <ac:spMk id="16" creationId="{CB13270F-7807-F086-B616-6F662FA02AC9}"/>
          </ac:spMkLst>
        </pc:spChg>
      </pc:sldChg>
      <pc:sldChg chg="addSp modSp mod">
        <pc:chgData name="Maximiliano Ortiz" userId="90727fd8e92db46b" providerId="LiveId" clId="{9BC7EBD1-E6C7-40E2-9BE0-E69EBE0B6810}" dt="2026-08-10T23:46:51.897" v="497" actId="207"/>
        <pc:sldMkLst>
          <pc:docMk/>
          <pc:sldMk cId="1133635661" sldId="277"/>
        </pc:sldMkLst>
        <pc:spChg chg="add mod">
          <ac:chgData name="Maximiliano Ortiz" userId="90727fd8e92db46b" providerId="LiveId" clId="{9BC7EBD1-E6C7-40E2-9BE0-E69EBE0B6810}" dt="2026-08-10T23:46:51.897" v="497" actId="207"/>
          <ac:spMkLst>
            <pc:docMk/>
            <pc:sldMk cId="1133635661" sldId="277"/>
            <ac:spMk id="16" creationId="{DF3979D3-3D5D-FE8E-3C26-0F62733F546B}"/>
          </ac:spMkLst>
        </pc:spChg>
      </pc:sldChg>
      <pc:sldChg chg="addSp modSp mod">
        <pc:chgData name="Maximiliano Ortiz" userId="90727fd8e92db46b" providerId="LiveId" clId="{9BC7EBD1-E6C7-40E2-9BE0-E69EBE0B6810}" dt="2026-08-10T23:46:52.196" v="508" actId="207"/>
        <pc:sldMkLst>
          <pc:docMk/>
          <pc:sldMk cId="281546375" sldId="278"/>
        </pc:sldMkLst>
        <pc:spChg chg="mod">
          <ac:chgData name="Maximiliano Ortiz" userId="90727fd8e92db46b" providerId="LiveId" clId="{9BC7EBD1-E6C7-40E2-9BE0-E69EBE0B6810}" dt="2026-08-10T23:46:37.710" v="43"/>
          <ac:spMkLst>
            <pc:docMk/>
            <pc:sldMk cId="281546375" sldId="278"/>
            <ac:spMk id="7" creationId="{5DA9273B-58FF-4219-9B6D-3A49961D152D}"/>
          </ac:spMkLst>
        </pc:spChg>
        <pc:spChg chg="add mod">
          <ac:chgData name="Maximiliano Ortiz" userId="90727fd8e92db46b" providerId="LiveId" clId="{9BC7EBD1-E6C7-40E2-9BE0-E69EBE0B6810}" dt="2026-08-10T23:46:52.196" v="508" actId="207"/>
          <ac:spMkLst>
            <pc:docMk/>
            <pc:sldMk cId="281546375" sldId="278"/>
            <ac:spMk id="24" creationId="{4591F23E-084F-F29A-617B-5EC9B48F0581}"/>
          </ac:spMkLst>
        </pc:spChg>
      </pc:sldChg>
      <pc:sldChg chg="addSp modSp mod">
        <pc:chgData name="Maximiliano Ortiz" userId="90727fd8e92db46b" providerId="LiveId" clId="{9BC7EBD1-E6C7-40E2-9BE0-E69EBE0B6810}" dt="2026-08-10T23:46:52.315" v="519" actId="207"/>
        <pc:sldMkLst>
          <pc:docMk/>
          <pc:sldMk cId="1926975773" sldId="279"/>
        </pc:sldMkLst>
        <pc:spChg chg="add mod">
          <ac:chgData name="Maximiliano Ortiz" userId="90727fd8e92db46b" providerId="LiveId" clId="{9BC7EBD1-E6C7-40E2-9BE0-E69EBE0B6810}" dt="2026-08-10T23:46:52.315" v="519" actId="207"/>
          <ac:spMkLst>
            <pc:docMk/>
            <pc:sldMk cId="1926975773" sldId="279"/>
            <ac:spMk id="9" creationId="{81BA21EF-DF01-2D49-00E5-E06191914382}"/>
          </ac:spMkLst>
        </pc:spChg>
        <pc:spChg chg="mod">
          <ac:chgData name="Maximiliano Ortiz" userId="90727fd8e92db46b" providerId="LiveId" clId="{9BC7EBD1-E6C7-40E2-9BE0-E69EBE0B6810}" dt="2026-08-10T23:46:37.788" v="47"/>
          <ac:spMkLst>
            <pc:docMk/>
            <pc:sldMk cId="1926975773" sldId="279"/>
            <ac:spMk id="14" creationId="{FDB79A7D-B2D5-48D9-A4BA-47C806FB8369}"/>
          </ac:spMkLst>
        </pc:spChg>
      </pc:sldChg>
      <pc:sldChg chg="addSp modSp mod">
        <pc:chgData name="Maximiliano Ortiz" userId="90727fd8e92db46b" providerId="LiveId" clId="{9BC7EBD1-E6C7-40E2-9BE0-E69EBE0B6810}" dt="2026-08-10T23:46:52.412" v="530" actId="207"/>
        <pc:sldMkLst>
          <pc:docMk/>
          <pc:sldMk cId="318321949" sldId="280"/>
        </pc:sldMkLst>
        <pc:spChg chg="mod">
          <ac:chgData name="Maximiliano Ortiz" userId="90727fd8e92db46b" providerId="LiveId" clId="{9BC7EBD1-E6C7-40E2-9BE0-E69EBE0B6810}" dt="2026-08-10T23:46:37.859" v="51"/>
          <ac:spMkLst>
            <pc:docMk/>
            <pc:sldMk cId="318321949" sldId="280"/>
            <ac:spMk id="4" creationId="{07719639-CCD5-4380-9472-52231C92A613}"/>
          </ac:spMkLst>
        </pc:spChg>
        <pc:spChg chg="add mod">
          <ac:chgData name="Maximiliano Ortiz" userId="90727fd8e92db46b" providerId="LiveId" clId="{9BC7EBD1-E6C7-40E2-9BE0-E69EBE0B6810}" dt="2026-08-10T23:46:52.412" v="530" actId="207"/>
          <ac:spMkLst>
            <pc:docMk/>
            <pc:sldMk cId="318321949" sldId="280"/>
            <ac:spMk id="15" creationId="{A4FD80BB-AE2A-21B7-0C43-0F294C4C18F2}"/>
          </ac:spMkLst>
        </pc:spChg>
      </pc:sldChg>
      <pc:sldChg chg="addSp modSp mod">
        <pc:chgData name="Maximiliano Ortiz" userId="90727fd8e92db46b" providerId="LiveId" clId="{9BC7EBD1-E6C7-40E2-9BE0-E69EBE0B6810}" dt="2026-08-10T23:46:52.503" v="541" actId="207"/>
        <pc:sldMkLst>
          <pc:docMk/>
          <pc:sldMk cId="817057724" sldId="281"/>
        </pc:sldMkLst>
        <pc:spChg chg="add mod">
          <ac:chgData name="Maximiliano Ortiz" userId="90727fd8e92db46b" providerId="LiveId" clId="{9BC7EBD1-E6C7-40E2-9BE0-E69EBE0B6810}" dt="2026-08-10T23:46:52.503" v="541" actId="207"/>
          <ac:spMkLst>
            <pc:docMk/>
            <pc:sldMk cId="817057724" sldId="281"/>
            <ac:spMk id="8" creationId="{D6A08F3A-29B8-AAA5-C39A-95BF77836C26}"/>
          </ac:spMkLst>
        </pc:spChg>
      </pc:sldChg>
      <pc:sldChg chg="addSp modSp mod">
        <pc:chgData name="Maximiliano Ortiz" userId="90727fd8e92db46b" providerId="LiveId" clId="{9BC7EBD1-E6C7-40E2-9BE0-E69EBE0B6810}" dt="2026-08-10T23:46:52.673" v="552" actId="207"/>
        <pc:sldMkLst>
          <pc:docMk/>
          <pc:sldMk cId="1320203634" sldId="282"/>
        </pc:sldMkLst>
        <pc:spChg chg="add mod">
          <ac:chgData name="Maximiliano Ortiz" userId="90727fd8e92db46b" providerId="LiveId" clId="{9BC7EBD1-E6C7-40E2-9BE0-E69EBE0B6810}" dt="2026-08-10T23:46:52.673" v="552" actId="207"/>
          <ac:spMkLst>
            <pc:docMk/>
            <pc:sldMk cId="1320203634" sldId="282"/>
            <ac:spMk id="8" creationId="{94408687-5A44-D7F4-4E54-BE3CFDAB1A11}"/>
          </ac:spMkLst>
        </pc:spChg>
        <pc:spChg chg="mod">
          <ac:chgData name="Maximiliano Ortiz" userId="90727fd8e92db46b" providerId="LiveId" clId="{9BC7EBD1-E6C7-40E2-9BE0-E69EBE0B6810}" dt="2026-08-10T23:46:37.924" v="55"/>
          <ac:spMkLst>
            <pc:docMk/>
            <pc:sldMk cId="1320203634" sldId="282"/>
            <ac:spMk id="13" creationId="{47A79EB3-F5BD-4DFE-8CA6-F8D4294F24CE}"/>
          </ac:spMkLst>
        </pc:spChg>
      </pc:sldChg>
      <pc:sldChg chg="addSp modSp mod">
        <pc:chgData name="Maximiliano Ortiz" userId="90727fd8e92db46b" providerId="LiveId" clId="{9BC7EBD1-E6C7-40E2-9BE0-E69EBE0B6810}" dt="2026-08-10T23:46:52.748" v="563" actId="207"/>
        <pc:sldMkLst>
          <pc:docMk/>
          <pc:sldMk cId="1164902343" sldId="283"/>
        </pc:sldMkLst>
        <pc:spChg chg="add mod">
          <ac:chgData name="Maximiliano Ortiz" userId="90727fd8e92db46b" providerId="LiveId" clId="{9BC7EBD1-E6C7-40E2-9BE0-E69EBE0B6810}" dt="2026-08-10T23:46:52.748" v="563" actId="207"/>
          <ac:spMkLst>
            <pc:docMk/>
            <pc:sldMk cId="1164902343" sldId="283"/>
            <ac:spMk id="5" creationId="{47B7521F-6982-B05A-4EF3-5DC3C434F04D}"/>
          </ac:spMkLst>
        </pc:spChg>
      </pc:sldChg>
      <pc:sldChg chg="addSp modSp mod">
        <pc:chgData name="Maximiliano Ortiz" userId="90727fd8e92db46b" providerId="LiveId" clId="{9BC7EBD1-E6C7-40E2-9BE0-E69EBE0B6810}" dt="2026-08-10T23:46:52.840" v="574" actId="207"/>
        <pc:sldMkLst>
          <pc:docMk/>
          <pc:sldMk cId="1995449240" sldId="284"/>
        </pc:sldMkLst>
        <pc:spChg chg="add mod">
          <ac:chgData name="Maximiliano Ortiz" userId="90727fd8e92db46b" providerId="LiveId" clId="{9BC7EBD1-E6C7-40E2-9BE0-E69EBE0B6810}" dt="2026-08-10T23:46:52.840" v="574" actId="207"/>
          <ac:spMkLst>
            <pc:docMk/>
            <pc:sldMk cId="1995449240" sldId="284"/>
            <ac:spMk id="9" creationId="{CC26E5E3-6569-3928-AC61-E5EB31E909E5}"/>
          </ac:spMkLst>
        </pc:spChg>
      </pc:sldChg>
      <pc:sldChg chg="addSp modSp mod">
        <pc:chgData name="Maximiliano Ortiz" userId="90727fd8e92db46b" providerId="LiveId" clId="{9BC7EBD1-E6C7-40E2-9BE0-E69EBE0B6810}" dt="2026-08-10T23:46:52.931" v="585" actId="207"/>
        <pc:sldMkLst>
          <pc:docMk/>
          <pc:sldMk cId="1926975773" sldId="285"/>
        </pc:sldMkLst>
        <pc:spChg chg="add mod">
          <ac:chgData name="Maximiliano Ortiz" userId="90727fd8e92db46b" providerId="LiveId" clId="{9BC7EBD1-E6C7-40E2-9BE0-E69EBE0B6810}" dt="2026-08-10T23:46:52.931" v="585" actId="207"/>
          <ac:spMkLst>
            <pc:docMk/>
            <pc:sldMk cId="1926975773" sldId="285"/>
            <ac:spMk id="7" creationId="{C4621E19-81B7-093F-AC17-3A08CCC24D0E}"/>
          </ac:spMkLst>
        </pc:spChg>
        <pc:spChg chg="mod">
          <ac:chgData name="Maximiliano Ortiz" userId="90727fd8e92db46b" providerId="LiveId" clId="{9BC7EBD1-E6C7-40E2-9BE0-E69EBE0B6810}" dt="2026-08-10T23:46:37.995" v="59"/>
          <ac:spMkLst>
            <pc:docMk/>
            <pc:sldMk cId="1926975773" sldId="285"/>
            <ac:spMk id="10" creationId="{C1381B37-F60B-4294-BC6B-7DDEAA4E59C1}"/>
          </ac:spMkLst>
        </pc:spChg>
      </pc:sldChg>
      <pc:sldChg chg="addSp modSp mod">
        <pc:chgData name="Maximiliano Ortiz" userId="90727fd8e92db46b" providerId="LiveId" clId="{9BC7EBD1-E6C7-40E2-9BE0-E69EBE0B6810}" dt="2026-08-10T23:46:53.068" v="596" actId="207"/>
        <pc:sldMkLst>
          <pc:docMk/>
          <pc:sldMk cId="567438305" sldId="286"/>
        </pc:sldMkLst>
        <pc:spChg chg="add mod">
          <ac:chgData name="Maximiliano Ortiz" userId="90727fd8e92db46b" providerId="LiveId" clId="{9BC7EBD1-E6C7-40E2-9BE0-E69EBE0B6810}" dt="2026-08-10T23:46:53.068" v="596" actId="207"/>
          <ac:spMkLst>
            <pc:docMk/>
            <pc:sldMk cId="567438305" sldId="286"/>
            <ac:spMk id="6" creationId="{9AA0D5D1-7057-F20F-D75B-A0D80CD3D210}"/>
          </ac:spMkLst>
        </pc:spChg>
        <pc:spChg chg="mod">
          <ac:chgData name="Maximiliano Ortiz" userId="90727fd8e92db46b" providerId="LiveId" clId="{9BC7EBD1-E6C7-40E2-9BE0-E69EBE0B6810}" dt="2026-08-10T23:46:38.036" v="63"/>
          <ac:spMkLst>
            <pc:docMk/>
            <pc:sldMk cId="567438305" sldId="286"/>
            <ac:spMk id="8" creationId="{3CE63321-DB1F-4253-850F-DA1D9AFDBF5E}"/>
          </ac:spMkLst>
        </pc:spChg>
      </pc:sldChg>
      <pc:sldChg chg="addSp modSp mod">
        <pc:chgData name="Maximiliano Ortiz" userId="90727fd8e92db46b" providerId="LiveId" clId="{9BC7EBD1-E6C7-40E2-9BE0-E69EBE0B6810}" dt="2026-08-10T23:46:53.195" v="607" actId="207"/>
        <pc:sldMkLst>
          <pc:docMk/>
          <pc:sldMk cId="1602286470" sldId="287"/>
        </pc:sldMkLst>
        <pc:spChg chg="add mod">
          <ac:chgData name="Maximiliano Ortiz" userId="90727fd8e92db46b" providerId="LiveId" clId="{9BC7EBD1-E6C7-40E2-9BE0-E69EBE0B6810}" dt="2026-08-10T23:46:53.195" v="607" actId="207"/>
          <ac:spMkLst>
            <pc:docMk/>
            <pc:sldMk cId="1602286470" sldId="287"/>
            <ac:spMk id="16" creationId="{AF595331-1894-12BA-0EEE-2BFC5247C693}"/>
          </ac:spMkLst>
        </pc:spChg>
      </pc:sldChg>
      <pc:sldChg chg="addSp modSp mod">
        <pc:chgData name="Maximiliano Ortiz" userId="90727fd8e92db46b" providerId="LiveId" clId="{9BC7EBD1-E6C7-40E2-9BE0-E69EBE0B6810}" dt="2026-08-10T23:46:53.321" v="618" actId="207"/>
        <pc:sldMkLst>
          <pc:docMk/>
          <pc:sldMk cId="1687263069" sldId="288"/>
        </pc:sldMkLst>
        <pc:spChg chg="add mod">
          <ac:chgData name="Maximiliano Ortiz" userId="90727fd8e92db46b" providerId="LiveId" clId="{9BC7EBD1-E6C7-40E2-9BE0-E69EBE0B6810}" dt="2026-08-10T23:46:53.321" v="618" actId="207"/>
          <ac:spMkLst>
            <pc:docMk/>
            <pc:sldMk cId="1687263069" sldId="288"/>
            <ac:spMk id="9" creationId="{196F743F-631E-6AA5-2334-9CA5B3522D4F}"/>
          </ac:spMkLst>
        </pc:spChg>
      </pc:sldChg>
      <pc:sldChg chg="addSp modSp mod">
        <pc:chgData name="Maximiliano Ortiz" userId="90727fd8e92db46b" providerId="LiveId" clId="{9BC7EBD1-E6C7-40E2-9BE0-E69EBE0B6810}" dt="2026-08-10T23:46:53.379" v="629" actId="207"/>
        <pc:sldMkLst>
          <pc:docMk/>
          <pc:sldMk cId="1602286470" sldId="289"/>
        </pc:sldMkLst>
        <pc:spChg chg="add mod">
          <ac:chgData name="Maximiliano Ortiz" userId="90727fd8e92db46b" providerId="LiveId" clId="{9BC7EBD1-E6C7-40E2-9BE0-E69EBE0B6810}" dt="2026-08-10T23:46:53.379" v="629" actId="207"/>
          <ac:spMkLst>
            <pc:docMk/>
            <pc:sldMk cId="1602286470" sldId="289"/>
            <ac:spMk id="13" creationId="{8C9FF2E9-2446-41BB-B21F-32BB72EAD8F0}"/>
          </ac:spMkLst>
        </pc:spChg>
      </pc:sldChg>
      <pc:sldChg chg="addSp modSp mod">
        <pc:chgData name="Maximiliano Ortiz" userId="90727fd8e92db46b" providerId="LiveId" clId="{9BC7EBD1-E6C7-40E2-9BE0-E69EBE0B6810}" dt="2026-08-10T23:46:53.466" v="640" actId="207"/>
        <pc:sldMkLst>
          <pc:docMk/>
          <pc:sldMk cId="1741329192" sldId="290"/>
        </pc:sldMkLst>
        <pc:spChg chg="add mod">
          <ac:chgData name="Maximiliano Ortiz" userId="90727fd8e92db46b" providerId="LiveId" clId="{9BC7EBD1-E6C7-40E2-9BE0-E69EBE0B6810}" dt="2026-08-10T23:46:53.466" v="640" actId="207"/>
          <ac:spMkLst>
            <pc:docMk/>
            <pc:sldMk cId="1741329192" sldId="290"/>
            <ac:spMk id="7" creationId="{38EFB035-AE64-7DF8-25C8-EBCF4C4C98C6}"/>
          </ac:spMkLst>
        </pc:spChg>
        <pc:spChg chg="mod">
          <ac:chgData name="Maximiliano Ortiz" userId="90727fd8e92db46b" providerId="LiveId" clId="{9BC7EBD1-E6C7-40E2-9BE0-E69EBE0B6810}" dt="2026-08-10T23:46:38.141" v="67"/>
          <ac:spMkLst>
            <pc:docMk/>
            <pc:sldMk cId="1741329192" sldId="290"/>
            <ac:spMk id="10" creationId="{788C78BC-2659-40C3-BF07-34F39504CECF}"/>
          </ac:spMkLst>
        </pc:spChg>
      </pc:sldChg>
      <pc:sldChg chg="addSp modSp mod">
        <pc:chgData name="Maximiliano Ortiz" userId="90727fd8e92db46b" providerId="LiveId" clId="{9BC7EBD1-E6C7-40E2-9BE0-E69EBE0B6810}" dt="2026-08-10T23:46:53.579" v="651" actId="207"/>
        <pc:sldMkLst>
          <pc:docMk/>
          <pc:sldMk cId="1133635661" sldId="291"/>
        </pc:sldMkLst>
        <pc:spChg chg="add mod">
          <ac:chgData name="Maximiliano Ortiz" userId="90727fd8e92db46b" providerId="LiveId" clId="{9BC7EBD1-E6C7-40E2-9BE0-E69EBE0B6810}" dt="2026-08-10T23:46:53.579" v="651" actId="207"/>
          <ac:spMkLst>
            <pc:docMk/>
            <pc:sldMk cId="1133635661" sldId="291"/>
            <ac:spMk id="16" creationId="{2F659109-CDF7-0DCB-A202-BB162CF3CF47}"/>
          </ac:spMkLst>
        </pc:spChg>
      </pc:sldChg>
      <pc:sldChg chg="addSp modSp mod">
        <pc:chgData name="Maximiliano Ortiz" userId="90727fd8e92db46b" providerId="LiveId" clId="{9BC7EBD1-E6C7-40E2-9BE0-E69EBE0B6810}" dt="2026-08-10T23:46:53.694" v="662" actId="207"/>
        <pc:sldMkLst>
          <pc:docMk/>
          <pc:sldMk cId="1741329192" sldId="292"/>
        </pc:sldMkLst>
        <pc:spChg chg="mod">
          <ac:chgData name="Maximiliano Ortiz" userId="90727fd8e92db46b" providerId="LiveId" clId="{9BC7EBD1-E6C7-40E2-9BE0-E69EBE0B6810}" dt="2026-08-10T23:46:38.191" v="71"/>
          <ac:spMkLst>
            <pc:docMk/>
            <pc:sldMk cId="1741329192" sldId="292"/>
            <ac:spMk id="5" creationId="{32E54FCB-0C56-413A-AAA8-3570C086BCE2}"/>
          </ac:spMkLst>
        </pc:spChg>
        <pc:spChg chg="add mod">
          <ac:chgData name="Maximiliano Ortiz" userId="90727fd8e92db46b" providerId="LiveId" clId="{9BC7EBD1-E6C7-40E2-9BE0-E69EBE0B6810}" dt="2026-08-10T23:46:53.694" v="662" actId="207"/>
          <ac:spMkLst>
            <pc:docMk/>
            <pc:sldMk cId="1741329192" sldId="292"/>
            <ac:spMk id="16" creationId="{9BBA31B0-5E23-3A5D-4344-EB88D1961D6A}"/>
          </ac:spMkLst>
        </pc:spChg>
      </pc:sldChg>
      <pc:sldChg chg="addSp modSp mod">
        <pc:chgData name="Maximiliano Ortiz" userId="90727fd8e92db46b" providerId="LiveId" clId="{9BC7EBD1-E6C7-40E2-9BE0-E69EBE0B6810}" dt="2026-08-10T23:46:53.795" v="673" actId="207"/>
        <pc:sldMkLst>
          <pc:docMk/>
          <pc:sldMk cId="567438305" sldId="293"/>
        </pc:sldMkLst>
        <pc:spChg chg="add mod">
          <ac:chgData name="Maximiliano Ortiz" userId="90727fd8e92db46b" providerId="LiveId" clId="{9BC7EBD1-E6C7-40E2-9BE0-E69EBE0B6810}" dt="2026-08-10T23:46:53.795" v="673" actId="207"/>
          <ac:spMkLst>
            <pc:docMk/>
            <pc:sldMk cId="567438305" sldId="293"/>
            <ac:spMk id="6" creationId="{EE16E47D-4408-0796-4547-EE465FEDB381}"/>
          </ac:spMkLst>
        </pc:spChg>
        <pc:spChg chg="mod">
          <ac:chgData name="Maximiliano Ortiz" userId="90727fd8e92db46b" providerId="LiveId" clId="{9BC7EBD1-E6C7-40E2-9BE0-E69EBE0B6810}" dt="2026-08-10T23:46:38.218" v="75"/>
          <ac:spMkLst>
            <pc:docMk/>
            <pc:sldMk cId="567438305" sldId="293"/>
            <ac:spMk id="9" creationId="{AD6F2FFC-28B3-41B1-93D6-86668E117C9B}"/>
          </ac:spMkLst>
        </pc:spChg>
      </pc:sldChg>
      <pc:sldChg chg="addSp modSp mod">
        <pc:chgData name="Maximiliano Ortiz" userId="90727fd8e92db46b" providerId="LiveId" clId="{9BC7EBD1-E6C7-40E2-9BE0-E69EBE0B6810}" dt="2026-08-10T23:46:53.962" v="684" actId="207"/>
        <pc:sldMkLst>
          <pc:docMk/>
          <pc:sldMk cId="1320203634" sldId="294"/>
        </pc:sldMkLst>
        <pc:spChg chg="add mod">
          <ac:chgData name="Maximiliano Ortiz" userId="90727fd8e92db46b" providerId="LiveId" clId="{9BC7EBD1-E6C7-40E2-9BE0-E69EBE0B6810}" dt="2026-08-10T23:46:53.962" v="684" actId="207"/>
          <ac:spMkLst>
            <pc:docMk/>
            <pc:sldMk cId="1320203634" sldId="294"/>
            <ac:spMk id="9" creationId="{326D5921-D4FA-A62E-8C1D-4DA229D5C09A}"/>
          </ac:spMkLst>
        </pc:spChg>
        <pc:spChg chg="mod">
          <ac:chgData name="Maximiliano Ortiz" userId="90727fd8e92db46b" providerId="LiveId" clId="{9BC7EBD1-E6C7-40E2-9BE0-E69EBE0B6810}" dt="2026-08-10T23:46:38.260" v="79"/>
          <ac:spMkLst>
            <pc:docMk/>
            <pc:sldMk cId="1320203634" sldId="294"/>
            <ac:spMk id="14" creationId="{DF722081-4790-4955-8224-865C7EEDC2DF}"/>
          </ac:spMkLst>
        </pc:spChg>
      </pc:sldChg>
      <pc:sldChg chg="addSp modSp mod">
        <pc:chgData name="Maximiliano Ortiz" userId="90727fd8e92db46b" providerId="LiveId" clId="{9BC7EBD1-E6C7-40E2-9BE0-E69EBE0B6810}" dt="2026-08-10T23:46:54.072" v="695" actId="207"/>
        <pc:sldMkLst>
          <pc:docMk/>
          <pc:sldMk cId="1164902343" sldId="295"/>
        </pc:sldMkLst>
        <pc:spChg chg="add mod">
          <ac:chgData name="Maximiliano Ortiz" userId="90727fd8e92db46b" providerId="LiveId" clId="{9BC7EBD1-E6C7-40E2-9BE0-E69EBE0B6810}" dt="2026-08-10T23:46:54.072" v="695" actId="207"/>
          <ac:spMkLst>
            <pc:docMk/>
            <pc:sldMk cId="1164902343" sldId="295"/>
            <ac:spMk id="5" creationId="{91C241FA-C0D3-26AB-FBE0-C19C064F2A2D}"/>
          </ac:spMkLst>
        </pc:spChg>
      </pc:sldChg>
      <pc:sldChg chg="addSp modSp mod">
        <pc:chgData name="Maximiliano Ortiz" userId="90727fd8e92db46b" providerId="LiveId" clId="{9BC7EBD1-E6C7-40E2-9BE0-E69EBE0B6810}" dt="2026-08-10T23:46:54.249" v="706" actId="207"/>
        <pc:sldMkLst>
          <pc:docMk/>
          <pc:sldMk cId="318321949" sldId="296"/>
        </pc:sldMkLst>
        <pc:spChg chg="add mod">
          <ac:chgData name="Maximiliano Ortiz" userId="90727fd8e92db46b" providerId="LiveId" clId="{9BC7EBD1-E6C7-40E2-9BE0-E69EBE0B6810}" dt="2026-08-10T23:46:54.249" v="706" actId="207"/>
          <ac:spMkLst>
            <pc:docMk/>
            <pc:sldMk cId="318321949" sldId="296"/>
            <ac:spMk id="10" creationId="{73EDE0C1-AB64-DA34-8B31-FEE7D9986E8C}"/>
          </ac:spMkLst>
        </pc:spChg>
        <pc:spChg chg="mod">
          <ac:chgData name="Maximiliano Ortiz" userId="90727fd8e92db46b" providerId="LiveId" clId="{9BC7EBD1-E6C7-40E2-9BE0-E69EBE0B6810}" dt="2026-08-10T23:46:38.326" v="83"/>
          <ac:spMkLst>
            <pc:docMk/>
            <pc:sldMk cId="318321949" sldId="296"/>
            <ac:spMk id="17" creationId="{A11D975D-4B90-4861-8A97-53FD05F819A1}"/>
          </ac:spMkLst>
        </pc:spChg>
      </pc:sldChg>
      <pc:sldChg chg="addSp modSp mod">
        <pc:chgData name="Maximiliano Ortiz" userId="90727fd8e92db46b" providerId="LiveId" clId="{9BC7EBD1-E6C7-40E2-9BE0-E69EBE0B6810}" dt="2026-08-10T23:46:54.428" v="717" actId="207"/>
        <pc:sldMkLst>
          <pc:docMk/>
          <pc:sldMk cId="1673297158" sldId="297"/>
        </pc:sldMkLst>
        <pc:spChg chg="add mod">
          <ac:chgData name="Maximiliano Ortiz" userId="90727fd8e92db46b" providerId="LiveId" clId="{9BC7EBD1-E6C7-40E2-9BE0-E69EBE0B6810}" dt="2026-08-10T23:46:54.428" v="717" actId="207"/>
          <ac:spMkLst>
            <pc:docMk/>
            <pc:sldMk cId="1673297158" sldId="297"/>
            <ac:spMk id="10" creationId="{51B7BEDF-E735-11C9-F948-00C1B2DE2E61}"/>
          </ac:spMkLst>
        </pc:spChg>
        <pc:spChg chg="mod">
          <ac:chgData name="Maximiliano Ortiz" userId="90727fd8e92db46b" providerId="LiveId" clId="{9BC7EBD1-E6C7-40E2-9BE0-E69EBE0B6810}" dt="2026-08-10T23:46:38.388" v="87"/>
          <ac:spMkLst>
            <pc:docMk/>
            <pc:sldMk cId="1673297158" sldId="297"/>
            <ac:spMk id="17" creationId="{90F3C15F-511E-4DCF-868D-F2792667EDA6}"/>
          </ac:spMkLst>
        </pc:spChg>
      </pc:sldChg>
      <pc:sldChg chg="addSp modSp mod">
        <pc:chgData name="Maximiliano Ortiz" userId="90727fd8e92db46b" providerId="LiveId" clId="{9BC7EBD1-E6C7-40E2-9BE0-E69EBE0B6810}" dt="2026-08-10T23:46:54.577" v="728" actId="207"/>
        <pc:sldMkLst>
          <pc:docMk/>
          <pc:sldMk cId="1995449240" sldId="298"/>
        </pc:sldMkLst>
        <pc:spChg chg="add mod">
          <ac:chgData name="Maximiliano Ortiz" userId="90727fd8e92db46b" providerId="LiveId" clId="{9BC7EBD1-E6C7-40E2-9BE0-E69EBE0B6810}" dt="2026-08-10T23:46:54.577" v="728" actId="207"/>
          <ac:spMkLst>
            <pc:docMk/>
            <pc:sldMk cId="1995449240" sldId="298"/>
            <ac:spMk id="9" creationId="{4EE9C520-264C-697B-98ED-01920261CCEC}"/>
          </ac:spMkLst>
        </pc:spChg>
        <pc:spChg chg="mod">
          <ac:chgData name="Maximiliano Ortiz" userId="90727fd8e92db46b" providerId="LiveId" clId="{9BC7EBD1-E6C7-40E2-9BE0-E69EBE0B6810}" dt="2026-08-10T23:46:38.448" v="91"/>
          <ac:spMkLst>
            <pc:docMk/>
            <pc:sldMk cId="1995449240" sldId="298"/>
            <ac:spMk id="14" creationId="{2FEB2ECB-5310-4B81-A80B-AEA64D75A449}"/>
          </ac:spMkLst>
        </pc:spChg>
      </pc:sldChg>
      <pc:sldChg chg="addSp modSp mod">
        <pc:chgData name="Maximiliano Ortiz" userId="90727fd8e92db46b" providerId="LiveId" clId="{9BC7EBD1-E6C7-40E2-9BE0-E69EBE0B6810}" dt="2026-08-10T23:46:54.657" v="739" actId="207"/>
        <pc:sldMkLst>
          <pc:docMk/>
          <pc:sldMk cId="1926975773" sldId="299"/>
        </pc:sldMkLst>
        <pc:spChg chg="add mod">
          <ac:chgData name="Maximiliano Ortiz" userId="90727fd8e92db46b" providerId="LiveId" clId="{9BC7EBD1-E6C7-40E2-9BE0-E69EBE0B6810}" dt="2026-08-10T23:46:54.657" v="739" actId="207"/>
          <ac:spMkLst>
            <pc:docMk/>
            <pc:sldMk cId="1926975773" sldId="299"/>
            <ac:spMk id="7" creationId="{0D794FE0-678C-E72A-78BB-EF04313327A2}"/>
          </ac:spMkLst>
        </pc:spChg>
        <pc:spChg chg="mod">
          <ac:chgData name="Maximiliano Ortiz" userId="90727fd8e92db46b" providerId="LiveId" clId="{9BC7EBD1-E6C7-40E2-9BE0-E69EBE0B6810}" dt="2026-08-10T23:46:38.494" v="95"/>
          <ac:spMkLst>
            <pc:docMk/>
            <pc:sldMk cId="1926975773" sldId="299"/>
            <ac:spMk id="10" creationId="{C172B81B-4D82-4D55-9E61-1A3F8933BC8D}"/>
          </ac:spMkLst>
        </pc:spChg>
      </pc:sldChg>
      <pc:sldChg chg="addSp modSp mod">
        <pc:chgData name="Maximiliano Ortiz" userId="90727fd8e92db46b" providerId="LiveId" clId="{9BC7EBD1-E6C7-40E2-9BE0-E69EBE0B6810}" dt="2026-08-10T23:46:54.883" v="750" actId="207"/>
        <pc:sldMkLst>
          <pc:docMk/>
          <pc:sldMk cId="318321949" sldId="300"/>
        </pc:sldMkLst>
        <pc:spChg chg="mod">
          <ac:chgData name="Maximiliano Ortiz" userId="90727fd8e92db46b" providerId="LiveId" clId="{9BC7EBD1-E6C7-40E2-9BE0-E69EBE0B6810}" dt="2026-08-10T23:46:38.523" v="99"/>
          <ac:spMkLst>
            <pc:docMk/>
            <pc:sldMk cId="318321949" sldId="300"/>
            <ac:spMk id="5" creationId="{937FE5A8-4E6C-4B05-8967-6A2E97BA136A}"/>
          </ac:spMkLst>
        </pc:spChg>
        <pc:spChg chg="add mod">
          <ac:chgData name="Maximiliano Ortiz" userId="90727fd8e92db46b" providerId="LiveId" clId="{9BC7EBD1-E6C7-40E2-9BE0-E69EBE0B6810}" dt="2026-08-10T23:46:54.883" v="750" actId="207"/>
          <ac:spMkLst>
            <pc:docMk/>
            <pc:sldMk cId="318321949" sldId="300"/>
            <ac:spMk id="16" creationId="{26C9BB88-CEEB-E3F6-3EC9-DAE997202EEE}"/>
          </ac:spMkLst>
        </pc:spChg>
      </pc:sldChg>
      <pc:sldChg chg="addSp modSp mod">
        <pc:chgData name="Maximiliano Ortiz" userId="90727fd8e92db46b" providerId="LiveId" clId="{9BC7EBD1-E6C7-40E2-9BE0-E69EBE0B6810}" dt="2026-08-10T23:46:54.941" v="761" actId="207"/>
        <pc:sldMkLst>
          <pc:docMk/>
          <pc:sldMk cId="1926975773" sldId="301"/>
        </pc:sldMkLst>
        <pc:spChg chg="mod">
          <ac:chgData name="Maximiliano Ortiz" userId="90727fd8e92db46b" providerId="LiveId" clId="{9BC7EBD1-E6C7-40E2-9BE0-E69EBE0B6810}" dt="2026-08-10T23:46:38.542" v="103"/>
          <ac:spMkLst>
            <pc:docMk/>
            <pc:sldMk cId="1926975773" sldId="301"/>
            <ac:spMk id="4" creationId="{7BD83D87-7FFA-4960-A38C-9874290B8EFB}"/>
          </ac:spMkLst>
        </pc:spChg>
        <pc:spChg chg="add mod">
          <ac:chgData name="Maximiliano Ortiz" userId="90727fd8e92db46b" providerId="LiveId" clId="{9BC7EBD1-E6C7-40E2-9BE0-E69EBE0B6810}" dt="2026-08-10T23:46:54.941" v="761" actId="207"/>
          <ac:spMkLst>
            <pc:docMk/>
            <pc:sldMk cId="1926975773" sldId="301"/>
            <ac:spMk id="15" creationId="{524BB1BB-0660-214E-DB30-57844DB81672}"/>
          </ac:spMkLst>
        </pc:spChg>
      </pc:sldChg>
      <pc:sldChg chg="addSp modSp mod">
        <pc:chgData name="Maximiliano Ortiz" userId="90727fd8e92db46b" providerId="LiveId" clId="{9BC7EBD1-E6C7-40E2-9BE0-E69EBE0B6810}" dt="2026-08-10T23:46:55.022" v="772" actId="207"/>
        <pc:sldMkLst>
          <pc:docMk/>
          <pc:sldMk cId="817057724" sldId="302"/>
        </pc:sldMkLst>
        <pc:spChg chg="add mod">
          <ac:chgData name="Maximiliano Ortiz" userId="90727fd8e92db46b" providerId="LiveId" clId="{9BC7EBD1-E6C7-40E2-9BE0-E69EBE0B6810}" dt="2026-08-10T23:46:55.022" v="772" actId="207"/>
          <ac:spMkLst>
            <pc:docMk/>
            <pc:sldMk cId="817057724" sldId="302"/>
            <ac:spMk id="12" creationId="{0A8190CC-58CA-6A3B-2478-041E11DB7833}"/>
          </ac:spMkLst>
        </pc:spChg>
      </pc:sldChg>
      <pc:sldChg chg="addSp modSp mod">
        <pc:chgData name="Maximiliano Ortiz" userId="90727fd8e92db46b" providerId="LiveId" clId="{9BC7EBD1-E6C7-40E2-9BE0-E69EBE0B6810}" dt="2026-08-10T23:46:55.140" v="783" actId="207"/>
        <pc:sldMkLst>
          <pc:docMk/>
          <pc:sldMk cId="1320203634" sldId="303"/>
        </pc:sldMkLst>
        <pc:spChg chg="add mod">
          <ac:chgData name="Maximiliano Ortiz" userId="90727fd8e92db46b" providerId="LiveId" clId="{9BC7EBD1-E6C7-40E2-9BE0-E69EBE0B6810}" dt="2026-08-10T23:46:55.140" v="783" actId="207"/>
          <ac:spMkLst>
            <pc:docMk/>
            <pc:sldMk cId="1320203634" sldId="303"/>
            <ac:spMk id="11" creationId="{12941423-5F4F-70CC-9039-8892129AE6B7}"/>
          </ac:spMkLst>
        </pc:spChg>
        <pc:spChg chg="mod">
          <ac:chgData name="Maximiliano Ortiz" userId="90727fd8e92db46b" providerId="LiveId" clId="{9BC7EBD1-E6C7-40E2-9BE0-E69EBE0B6810}" dt="2026-08-10T23:46:38.603" v="107"/>
          <ac:spMkLst>
            <pc:docMk/>
            <pc:sldMk cId="1320203634" sldId="303"/>
            <ac:spMk id="18" creationId="{20106602-2F19-41AE-A9E0-2081DF8C7269}"/>
          </ac:spMkLst>
        </pc:spChg>
      </pc:sldChg>
      <pc:sldChg chg="addSp modSp mod">
        <pc:chgData name="Maximiliano Ortiz" userId="90727fd8e92db46b" providerId="LiveId" clId="{9BC7EBD1-E6C7-40E2-9BE0-E69EBE0B6810}" dt="2026-08-10T23:46:55.210" v="794" actId="207"/>
        <pc:sldMkLst>
          <pc:docMk/>
          <pc:sldMk cId="1164902343" sldId="304"/>
        </pc:sldMkLst>
        <pc:spChg chg="add mod">
          <ac:chgData name="Maximiliano Ortiz" userId="90727fd8e92db46b" providerId="LiveId" clId="{9BC7EBD1-E6C7-40E2-9BE0-E69EBE0B6810}" dt="2026-08-10T23:46:55.210" v="794" actId="207"/>
          <ac:spMkLst>
            <pc:docMk/>
            <pc:sldMk cId="1164902343" sldId="304"/>
            <ac:spMk id="5" creationId="{75AA76C6-6904-89D1-66B3-955DA5AD7396}"/>
          </ac:spMkLst>
        </pc:spChg>
      </pc:sldChg>
      <pc:sldChg chg="addSp modSp mod">
        <pc:chgData name="Maximiliano Ortiz" userId="90727fd8e92db46b" providerId="LiveId" clId="{9BC7EBD1-E6C7-40E2-9BE0-E69EBE0B6810}" dt="2026-08-10T23:46:55.323" v="805" actId="207"/>
        <pc:sldMkLst>
          <pc:docMk/>
          <pc:sldMk cId="567438305" sldId="305"/>
        </pc:sldMkLst>
        <pc:spChg chg="add mod">
          <ac:chgData name="Maximiliano Ortiz" userId="90727fd8e92db46b" providerId="LiveId" clId="{9BC7EBD1-E6C7-40E2-9BE0-E69EBE0B6810}" dt="2026-08-10T23:46:55.323" v="805" actId="207"/>
          <ac:spMkLst>
            <pc:docMk/>
            <pc:sldMk cId="567438305" sldId="305"/>
            <ac:spMk id="6" creationId="{1ACF8E7C-C581-8AC1-33B5-FB9211D8F6EF}"/>
          </ac:spMkLst>
        </pc:spChg>
        <pc:spChg chg="mod">
          <ac:chgData name="Maximiliano Ortiz" userId="90727fd8e92db46b" providerId="LiveId" clId="{9BC7EBD1-E6C7-40E2-9BE0-E69EBE0B6810}" dt="2026-08-10T23:46:38.663" v="111"/>
          <ac:spMkLst>
            <pc:docMk/>
            <pc:sldMk cId="567438305" sldId="305"/>
            <ac:spMk id="9" creationId="{3B6962D2-4A15-45E7-884B-8C3E0C8E6A63}"/>
          </ac:spMkLst>
        </pc:spChg>
      </pc:sldChg>
      <pc:sldChg chg="addSp modSp mod">
        <pc:chgData name="Maximiliano Ortiz" userId="90727fd8e92db46b" providerId="LiveId" clId="{9BC7EBD1-E6C7-40E2-9BE0-E69EBE0B6810}" dt="2026-08-10T23:46:55.463" v="816" actId="207"/>
        <pc:sldMkLst>
          <pc:docMk/>
          <pc:sldMk cId="1995449240" sldId="306"/>
        </pc:sldMkLst>
        <pc:spChg chg="add mod">
          <ac:chgData name="Maximiliano Ortiz" userId="90727fd8e92db46b" providerId="LiveId" clId="{9BC7EBD1-E6C7-40E2-9BE0-E69EBE0B6810}" dt="2026-08-10T23:46:55.463" v="816" actId="207"/>
          <ac:spMkLst>
            <pc:docMk/>
            <pc:sldMk cId="1995449240" sldId="306"/>
            <ac:spMk id="15" creationId="{9038485D-52B3-8E35-A8D8-BB86EF8C3876}"/>
          </ac:spMkLst>
        </pc:spChg>
      </pc:sldChg>
      <pc:sldChg chg="addSp modSp mod">
        <pc:chgData name="Maximiliano Ortiz" userId="90727fd8e92db46b" providerId="LiveId" clId="{9BC7EBD1-E6C7-40E2-9BE0-E69EBE0B6810}" dt="2026-08-10T23:46:55.583" v="827" actId="207"/>
        <pc:sldMkLst>
          <pc:docMk/>
          <pc:sldMk cId="1995449240" sldId="307"/>
        </pc:sldMkLst>
        <pc:spChg chg="add mod">
          <ac:chgData name="Maximiliano Ortiz" userId="90727fd8e92db46b" providerId="LiveId" clId="{9BC7EBD1-E6C7-40E2-9BE0-E69EBE0B6810}" dt="2026-08-10T23:46:55.583" v="827" actId="207"/>
          <ac:spMkLst>
            <pc:docMk/>
            <pc:sldMk cId="1995449240" sldId="307"/>
            <ac:spMk id="15" creationId="{9965B580-5334-6A7A-7CBD-E098D69DDD9E}"/>
          </ac:spMkLst>
        </pc:spChg>
      </pc:sldChg>
      <pc:sldChg chg="addSp modSp mod">
        <pc:chgData name="Maximiliano Ortiz" userId="90727fd8e92db46b" providerId="LiveId" clId="{9BC7EBD1-E6C7-40E2-9BE0-E69EBE0B6810}" dt="2026-08-10T23:46:55.663" v="838" actId="207"/>
        <pc:sldMkLst>
          <pc:docMk/>
          <pc:sldMk cId="318321949" sldId="308"/>
        </pc:sldMkLst>
        <pc:spChg chg="add mod">
          <ac:chgData name="Maximiliano Ortiz" userId="90727fd8e92db46b" providerId="LiveId" clId="{9BC7EBD1-E6C7-40E2-9BE0-E69EBE0B6810}" dt="2026-08-10T23:46:55.663" v="838" actId="207"/>
          <ac:spMkLst>
            <pc:docMk/>
            <pc:sldMk cId="318321949" sldId="308"/>
            <ac:spMk id="15" creationId="{E41AA342-2383-8AAA-5106-8BB325C88E06}"/>
          </ac:spMkLst>
        </pc:spChg>
      </pc:sldChg>
      <pc:sldChg chg="addSp modSp mod">
        <pc:chgData name="Maximiliano Ortiz" userId="90727fd8e92db46b" providerId="LiveId" clId="{9BC7EBD1-E6C7-40E2-9BE0-E69EBE0B6810}" dt="2026-08-10T23:46:55.769" v="849" actId="207"/>
        <pc:sldMkLst>
          <pc:docMk/>
          <pc:sldMk cId="1687263069" sldId="309"/>
        </pc:sldMkLst>
        <pc:spChg chg="add mod">
          <ac:chgData name="Maximiliano Ortiz" userId="90727fd8e92db46b" providerId="LiveId" clId="{9BC7EBD1-E6C7-40E2-9BE0-E69EBE0B6810}" dt="2026-08-10T23:46:55.769" v="849" actId="207"/>
          <ac:spMkLst>
            <pc:docMk/>
            <pc:sldMk cId="1687263069" sldId="309"/>
            <ac:spMk id="12" creationId="{4A448445-C586-553B-9999-D57913BD48BD}"/>
          </ac:spMkLst>
        </pc:spChg>
      </pc:sldChg>
      <pc:sldChg chg="addSp modSp mod">
        <pc:chgData name="Maximiliano Ortiz" userId="90727fd8e92db46b" providerId="LiveId" clId="{9BC7EBD1-E6C7-40E2-9BE0-E69EBE0B6810}" dt="2026-08-10T23:46:55.893" v="860" actId="207"/>
        <pc:sldMkLst>
          <pc:docMk/>
          <pc:sldMk cId="1687263069" sldId="310"/>
        </pc:sldMkLst>
        <pc:spChg chg="add mod">
          <ac:chgData name="Maximiliano Ortiz" userId="90727fd8e92db46b" providerId="LiveId" clId="{9BC7EBD1-E6C7-40E2-9BE0-E69EBE0B6810}" dt="2026-08-10T23:46:55.893" v="860" actId="207"/>
          <ac:spMkLst>
            <pc:docMk/>
            <pc:sldMk cId="1687263069" sldId="310"/>
            <ac:spMk id="12" creationId="{AEA5FF6C-FFAC-89B9-4668-BB0D49695FB6}"/>
          </ac:spMkLst>
        </pc:spChg>
      </pc:sldChg>
      <pc:sldChg chg="addSp modSp mod">
        <pc:chgData name="Maximiliano Ortiz" userId="90727fd8e92db46b" providerId="LiveId" clId="{9BC7EBD1-E6C7-40E2-9BE0-E69EBE0B6810}" dt="2026-08-10T23:46:56.011" v="871" actId="207"/>
        <pc:sldMkLst>
          <pc:docMk/>
          <pc:sldMk cId="986630461" sldId="311"/>
        </pc:sldMkLst>
        <pc:spChg chg="add mod">
          <ac:chgData name="Maximiliano Ortiz" userId="90727fd8e92db46b" providerId="LiveId" clId="{9BC7EBD1-E6C7-40E2-9BE0-E69EBE0B6810}" dt="2026-08-10T23:46:56.011" v="871" actId="207"/>
          <ac:spMkLst>
            <pc:docMk/>
            <pc:sldMk cId="986630461" sldId="311"/>
            <ac:spMk id="11" creationId="{11441291-10BC-3A0A-35A5-B5C1BEE2133B}"/>
          </ac:spMkLst>
        </pc:spChg>
      </pc:sldChg>
      <pc:sldChg chg="addSp modSp mod">
        <pc:chgData name="Maximiliano Ortiz" userId="90727fd8e92db46b" providerId="LiveId" clId="{9BC7EBD1-E6C7-40E2-9BE0-E69EBE0B6810}" dt="2026-08-10T23:46:56.179" v="882" actId="207"/>
        <pc:sldMkLst>
          <pc:docMk/>
          <pc:sldMk cId="986630461" sldId="312"/>
        </pc:sldMkLst>
        <pc:spChg chg="add mod">
          <ac:chgData name="Maximiliano Ortiz" userId="90727fd8e92db46b" providerId="LiveId" clId="{9BC7EBD1-E6C7-40E2-9BE0-E69EBE0B6810}" dt="2026-08-10T23:46:56.179" v="882" actId="207"/>
          <ac:spMkLst>
            <pc:docMk/>
            <pc:sldMk cId="986630461" sldId="312"/>
            <ac:spMk id="5" creationId="{5856A3D3-04AA-AE04-F430-C4819D8B5081}"/>
          </ac:spMkLst>
        </pc:spChg>
      </pc:sldChg>
      <pc:sldChg chg="addSp modSp mod">
        <pc:chgData name="Maximiliano Ortiz" userId="90727fd8e92db46b" providerId="LiveId" clId="{9BC7EBD1-E6C7-40E2-9BE0-E69EBE0B6810}" dt="2026-08-10T23:46:56.291" v="893" actId="207"/>
        <pc:sldMkLst>
          <pc:docMk/>
          <pc:sldMk cId="1673297158" sldId="313"/>
        </pc:sldMkLst>
        <pc:spChg chg="add mod">
          <ac:chgData name="Maximiliano Ortiz" userId="90727fd8e92db46b" providerId="LiveId" clId="{9BC7EBD1-E6C7-40E2-9BE0-E69EBE0B6810}" dt="2026-08-10T23:46:56.291" v="893" actId="207"/>
          <ac:spMkLst>
            <pc:docMk/>
            <pc:sldMk cId="1673297158" sldId="313"/>
            <ac:spMk id="7" creationId="{DC04AE40-55D9-1741-0D9F-EBB53E63DD29}"/>
          </ac:spMkLst>
        </pc:spChg>
        <pc:spChg chg="mod">
          <ac:chgData name="Maximiliano Ortiz" userId="90727fd8e92db46b" providerId="LiveId" clId="{9BC7EBD1-E6C7-40E2-9BE0-E69EBE0B6810}" dt="2026-08-10T23:46:38.897" v="115"/>
          <ac:spMkLst>
            <pc:docMk/>
            <pc:sldMk cId="1673297158" sldId="313"/>
            <ac:spMk id="10" creationId="{2F3EDDB3-23AB-4182-948C-A65EBB1EAB73}"/>
          </ac:spMkLst>
        </pc:spChg>
      </pc:sldChg>
      <pc:sldChg chg="addSp modSp mod">
        <pc:chgData name="Maximiliano Ortiz" userId="90727fd8e92db46b" providerId="LiveId" clId="{9BC7EBD1-E6C7-40E2-9BE0-E69EBE0B6810}" dt="2026-08-10T23:46:56.406" v="904" actId="207"/>
        <pc:sldMkLst>
          <pc:docMk/>
          <pc:sldMk cId="817057724" sldId="314"/>
        </pc:sldMkLst>
        <pc:spChg chg="add mod">
          <ac:chgData name="Maximiliano Ortiz" userId="90727fd8e92db46b" providerId="LiveId" clId="{9BC7EBD1-E6C7-40E2-9BE0-E69EBE0B6810}" dt="2026-08-10T23:46:56.406" v="904" actId="207"/>
          <ac:spMkLst>
            <pc:docMk/>
            <pc:sldMk cId="817057724" sldId="314"/>
            <ac:spMk id="7" creationId="{F1A5E1F6-002E-1C1F-3943-82C989AB09C8}"/>
          </ac:spMkLst>
        </pc:spChg>
        <pc:spChg chg="mod">
          <ac:chgData name="Maximiliano Ortiz" userId="90727fd8e92db46b" providerId="LiveId" clId="{9BC7EBD1-E6C7-40E2-9BE0-E69EBE0B6810}" dt="2026-08-10T23:46:38.933" v="119"/>
          <ac:spMkLst>
            <pc:docMk/>
            <pc:sldMk cId="817057724" sldId="314"/>
            <ac:spMk id="10" creationId="{CA8C522E-A2AD-4C4B-B291-424D1E91EE4D}"/>
          </ac:spMkLst>
        </pc:spChg>
      </pc:sldChg>
      <pc:sldChg chg="addSp modSp mod">
        <pc:chgData name="Maximiliano Ortiz" userId="90727fd8e92db46b" providerId="LiveId" clId="{9BC7EBD1-E6C7-40E2-9BE0-E69EBE0B6810}" dt="2026-08-10T23:46:56.488" v="915" actId="207"/>
        <pc:sldMkLst>
          <pc:docMk/>
          <pc:sldMk cId="1320203634" sldId="315"/>
        </pc:sldMkLst>
        <pc:spChg chg="mod">
          <ac:chgData name="Maximiliano Ortiz" userId="90727fd8e92db46b" providerId="LiveId" clId="{9BC7EBD1-E6C7-40E2-9BE0-E69EBE0B6810}" dt="2026-08-10T23:46:38.959" v="123"/>
          <ac:spMkLst>
            <pc:docMk/>
            <pc:sldMk cId="1320203634" sldId="315"/>
            <ac:spMk id="4" creationId="{E86D5859-6E6D-4B5E-B74B-945EABE1EA3A}"/>
          </ac:spMkLst>
        </pc:spChg>
        <pc:spChg chg="add mod">
          <ac:chgData name="Maximiliano Ortiz" userId="90727fd8e92db46b" providerId="LiveId" clId="{9BC7EBD1-E6C7-40E2-9BE0-E69EBE0B6810}" dt="2026-08-10T23:46:56.488" v="915" actId="207"/>
          <ac:spMkLst>
            <pc:docMk/>
            <pc:sldMk cId="1320203634" sldId="315"/>
            <ac:spMk id="15" creationId="{7EEC1569-38A7-30C0-AC41-A8B64B11A97E}"/>
          </ac:spMkLst>
        </pc:spChg>
      </pc:sldChg>
      <pc:sldChg chg="addSp modSp mod">
        <pc:chgData name="Maximiliano Ortiz" userId="90727fd8e92db46b" providerId="LiveId" clId="{9BC7EBD1-E6C7-40E2-9BE0-E69EBE0B6810}" dt="2026-08-10T23:46:56.564" v="926" actId="207"/>
        <pc:sldMkLst>
          <pc:docMk/>
          <pc:sldMk cId="1164902343" sldId="316"/>
        </pc:sldMkLst>
        <pc:spChg chg="add mod">
          <ac:chgData name="Maximiliano Ortiz" userId="90727fd8e92db46b" providerId="LiveId" clId="{9BC7EBD1-E6C7-40E2-9BE0-E69EBE0B6810}" dt="2026-08-10T23:46:56.564" v="926" actId="207"/>
          <ac:spMkLst>
            <pc:docMk/>
            <pc:sldMk cId="1164902343" sldId="316"/>
            <ac:spMk id="5" creationId="{445762BD-C559-24AD-A22D-5B66AC974819}"/>
          </ac:spMkLst>
        </pc:spChg>
      </pc:sldChg>
      <pc:sldChg chg="addSp modSp mod">
        <pc:chgData name="Maximiliano Ortiz" userId="90727fd8e92db46b" providerId="LiveId" clId="{9BC7EBD1-E6C7-40E2-9BE0-E69EBE0B6810}" dt="2026-08-10T23:46:56.709" v="937" actId="207"/>
        <pc:sldMkLst>
          <pc:docMk/>
          <pc:sldMk cId="1046213385" sldId="317"/>
        </pc:sldMkLst>
        <pc:spChg chg="add mod">
          <ac:chgData name="Maximiliano Ortiz" userId="90727fd8e92db46b" providerId="LiveId" clId="{9BC7EBD1-E6C7-40E2-9BE0-E69EBE0B6810}" dt="2026-08-10T23:46:56.709" v="937" actId="207"/>
          <ac:spMkLst>
            <pc:docMk/>
            <pc:sldMk cId="1046213385" sldId="317"/>
            <ac:spMk id="6" creationId="{45093F9B-2DD5-C24E-9715-25D27AFD21E7}"/>
          </ac:spMkLst>
        </pc:spChg>
        <pc:spChg chg="mod">
          <ac:chgData name="Maximiliano Ortiz" userId="90727fd8e92db46b" providerId="LiveId" clId="{9BC7EBD1-E6C7-40E2-9BE0-E69EBE0B6810}" dt="2026-08-10T23:46:38.993" v="127"/>
          <ac:spMkLst>
            <pc:docMk/>
            <pc:sldMk cId="1046213385" sldId="317"/>
            <ac:spMk id="9" creationId="{C3358637-686C-4F59-8388-FCECABE367B3}"/>
          </ac:spMkLst>
        </pc:spChg>
      </pc:sldChg>
      <pc:sldChg chg="addSp modSp mod">
        <pc:chgData name="Maximiliano Ortiz" userId="90727fd8e92db46b" providerId="LiveId" clId="{9BC7EBD1-E6C7-40E2-9BE0-E69EBE0B6810}" dt="2026-08-10T23:46:56.884" v="948" actId="207"/>
        <pc:sldMkLst>
          <pc:docMk/>
          <pc:sldMk cId="567438305" sldId="318"/>
        </pc:sldMkLst>
        <pc:spChg chg="add mod">
          <ac:chgData name="Maximiliano Ortiz" userId="90727fd8e92db46b" providerId="LiveId" clId="{9BC7EBD1-E6C7-40E2-9BE0-E69EBE0B6810}" dt="2026-08-10T23:46:56.884" v="948" actId="207"/>
          <ac:spMkLst>
            <pc:docMk/>
            <pc:sldMk cId="567438305" sldId="318"/>
            <ac:spMk id="7" creationId="{153E404C-6A89-0CBC-469F-8BE4FD388339}"/>
          </ac:spMkLst>
        </pc:spChg>
        <pc:spChg chg="mod">
          <ac:chgData name="Maximiliano Ortiz" userId="90727fd8e92db46b" providerId="LiveId" clId="{9BC7EBD1-E6C7-40E2-9BE0-E69EBE0B6810}" dt="2026-08-10T23:46:39.027" v="131"/>
          <ac:spMkLst>
            <pc:docMk/>
            <pc:sldMk cId="567438305" sldId="318"/>
            <ac:spMk id="10" creationId="{8D7B9E24-6EAB-4A60-8073-93A8CC01B947}"/>
          </ac:spMkLst>
        </pc:spChg>
      </pc:sldChg>
      <pc:sldChg chg="addSp modSp mod">
        <pc:chgData name="Maximiliano Ortiz" userId="90727fd8e92db46b" providerId="LiveId" clId="{9BC7EBD1-E6C7-40E2-9BE0-E69EBE0B6810}" dt="2026-08-10T23:46:56.996" v="959" actId="207"/>
        <pc:sldMkLst>
          <pc:docMk/>
          <pc:sldMk cId="48649001" sldId="319"/>
        </pc:sldMkLst>
        <pc:spChg chg="add mod">
          <ac:chgData name="Maximiliano Ortiz" userId="90727fd8e92db46b" providerId="LiveId" clId="{9BC7EBD1-E6C7-40E2-9BE0-E69EBE0B6810}" dt="2026-08-10T23:46:56.996" v="959" actId="207"/>
          <ac:spMkLst>
            <pc:docMk/>
            <pc:sldMk cId="48649001" sldId="319"/>
            <ac:spMk id="2" creationId="{A2CD60C9-2E9D-7AEF-1483-131CF77AA164}"/>
          </ac:spMkLst>
        </pc:spChg>
        <pc:picChg chg="mod">
          <ac:chgData name="Maximiliano Ortiz" userId="90727fd8e92db46b" providerId="LiveId" clId="{9BC7EBD1-E6C7-40E2-9BE0-E69EBE0B6810}" dt="2026-08-10T23:46:39.067" v="135"/>
          <ac:picMkLst>
            <pc:docMk/>
            <pc:sldMk cId="48649001" sldId="319"/>
            <ac:picMk id="9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6:57.136" v="970" actId="207"/>
        <pc:sldMkLst>
          <pc:docMk/>
          <pc:sldMk cId="318321949" sldId="320"/>
        </pc:sldMkLst>
        <pc:spChg chg="mod">
          <ac:chgData name="Maximiliano Ortiz" userId="90727fd8e92db46b" providerId="LiveId" clId="{9BC7EBD1-E6C7-40E2-9BE0-E69EBE0B6810}" dt="2026-08-10T23:46:39.081" v="139"/>
          <ac:spMkLst>
            <pc:docMk/>
            <pc:sldMk cId="318321949" sldId="320"/>
            <ac:spMk id="4" creationId="{9A649EF6-120E-4315-9C85-C23C0EA53210}"/>
          </ac:spMkLst>
        </pc:spChg>
        <pc:spChg chg="add mod">
          <ac:chgData name="Maximiliano Ortiz" userId="90727fd8e92db46b" providerId="LiveId" clId="{9BC7EBD1-E6C7-40E2-9BE0-E69EBE0B6810}" dt="2026-08-10T23:46:57.136" v="970" actId="207"/>
          <ac:spMkLst>
            <pc:docMk/>
            <pc:sldMk cId="318321949" sldId="320"/>
            <ac:spMk id="15" creationId="{7A505D6F-933B-C315-6F11-FF60D8B0B758}"/>
          </ac:spMkLst>
        </pc:spChg>
      </pc:sldChg>
      <pc:sldChg chg="addSp modSp mod">
        <pc:chgData name="Maximiliano Ortiz" userId="90727fd8e92db46b" providerId="LiveId" clId="{9BC7EBD1-E6C7-40E2-9BE0-E69EBE0B6810}" dt="2026-08-10T23:46:57.248" v="981" actId="207"/>
        <pc:sldMkLst>
          <pc:docMk/>
          <pc:sldMk cId="281546375" sldId="321"/>
        </pc:sldMkLst>
        <pc:spChg chg="add mod">
          <ac:chgData name="Maximiliano Ortiz" userId="90727fd8e92db46b" providerId="LiveId" clId="{9BC7EBD1-E6C7-40E2-9BE0-E69EBE0B6810}" dt="2026-08-10T23:46:57.248" v="981" actId="207"/>
          <ac:spMkLst>
            <pc:docMk/>
            <pc:sldMk cId="281546375" sldId="321"/>
            <ac:spMk id="3" creationId="{97DD6C74-58F7-F7A2-1F58-6ECDC6000778}"/>
          </ac:spMkLst>
        </pc:spChg>
        <pc:picChg chg="mod">
          <ac:chgData name="Maximiliano Ortiz" userId="90727fd8e92db46b" providerId="LiveId" clId="{9BC7EBD1-E6C7-40E2-9BE0-E69EBE0B6810}" dt="2026-08-10T23:46:39.112" v="143"/>
          <ac:picMkLst>
            <pc:docMk/>
            <pc:sldMk cId="281546375" sldId="321"/>
            <ac:picMk id="11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6:57.533" v="992" actId="207"/>
        <pc:sldMkLst>
          <pc:docMk/>
          <pc:sldMk cId="1741329192" sldId="322"/>
        </pc:sldMkLst>
        <pc:spChg chg="add mod">
          <ac:chgData name="Maximiliano Ortiz" userId="90727fd8e92db46b" providerId="LiveId" clId="{9BC7EBD1-E6C7-40E2-9BE0-E69EBE0B6810}" dt="2026-08-10T23:46:57.533" v="992" actId="207"/>
          <ac:spMkLst>
            <pc:docMk/>
            <pc:sldMk cId="1741329192" sldId="322"/>
            <ac:spMk id="3" creationId="{C89661F6-2B72-EDFF-A4C0-DDE609CD8607}"/>
          </ac:spMkLst>
        </pc:spChg>
        <pc:picChg chg="mod">
          <ac:chgData name="Maximiliano Ortiz" userId="90727fd8e92db46b" providerId="LiveId" clId="{9BC7EBD1-E6C7-40E2-9BE0-E69EBE0B6810}" dt="2026-08-10T23:46:39.142" v="147"/>
          <ac:picMkLst>
            <pc:docMk/>
            <pc:sldMk cId="1741329192" sldId="322"/>
            <ac:picMk id="11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6:57.590" v="1003" actId="207"/>
        <pc:sldMkLst>
          <pc:docMk/>
          <pc:sldMk cId="48649001" sldId="323"/>
        </pc:sldMkLst>
        <pc:spChg chg="add mod">
          <ac:chgData name="Maximiliano Ortiz" userId="90727fd8e92db46b" providerId="LiveId" clId="{9BC7EBD1-E6C7-40E2-9BE0-E69EBE0B6810}" dt="2026-08-10T23:46:57.590" v="1003" actId="207"/>
          <ac:spMkLst>
            <pc:docMk/>
            <pc:sldMk cId="48649001" sldId="323"/>
            <ac:spMk id="3" creationId="{0740E86A-A949-12B1-0619-EA8EE410CC6F}"/>
          </ac:spMkLst>
        </pc:spChg>
        <pc:picChg chg="mod">
          <ac:chgData name="Maximiliano Ortiz" userId="90727fd8e92db46b" providerId="LiveId" clId="{9BC7EBD1-E6C7-40E2-9BE0-E69EBE0B6810}" dt="2026-08-10T23:46:39.167" v="151"/>
          <ac:picMkLst>
            <pc:docMk/>
            <pc:sldMk cId="48649001" sldId="323"/>
            <ac:picMk id="11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6:57.648" v="1014" actId="207"/>
        <pc:sldMkLst>
          <pc:docMk/>
          <pc:sldMk cId="48649001" sldId="324"/>
        </pc:sldMkLst>
        <pc:spChg chg="add mod">
          <ac:chgData name="Maximiliano Ortiz" userId="90727fd8e92db46b" providerId="LiveId" clId="{9BC7EBD1-E6C7-40E2-9BE0-E69EBE0B6810}" dt="2026-08-10T23:46:57.648" v="1014" actId="207"/>
          <ac:spMkLst>
            <pc:docMk/>
            <pc:sldMk cId="48649001" sldId="324"/>
            <ac:spMk id="3" creationId="{0A13649C-013C-E705-13D0-F9EAEB4E5A92}"/>
          </ac:spMkLst>
        </pc:spChg>
        <pc:picChg chg="mod">
          <ac:chgData name="Maximiliano Ortiz" userId="90727fd8e92db46b" providerId="LiveId" clId="{9BC7EBD1-E6C7-40E2-9BE0-E69EBE0B6810}" dt="2026-08-10T23:46:39.339" v="155"/>
          <ac:picMkLst>
            <pc:docMk/>
            <pc:sldMk cId="48649001" sldId="324"/>
            <ac:picMk id="11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6:57.712" v="1025" actId="207"/>
        <pc:sldMkLst>
          <pc:docMk/>
          <pc:sldMk cId="48649001" sldId="325"/>
        </pc:sldMkLst>
        <pc:spChg chg="add mod">
          <ac:chgData name="Maximiliano Ortiz" userId="90727fd8e92db46b" providerId="LiveId" clId="{9BC7EBD1-E6C7-40E2-9BE0-E69EBE0B6810}" dt="2026-08-10T23:46:57.712" v="1025" actId="207"/>
          <ac:spMkLst>
            <pc:docMk/>
            <pc:sldMk cId="48649001" sldId="325"/>
            <ac:spMk id="2" creationId="{B84CE606-9E6C-5D4E-6637-B7DEA4BC8870}"/>
          </ac:spMkLst>
        </pc:spChg>
        <pc:picChg chg="mod">
          <ac:chgData name="Maximiliano Ortiz" userId="90727fd8e92db46b" providerId="LiveId" clId="{9BC7EBD1-E6C7-40E2-9BE0-E69EBE0B6810}" dt="2026-08-10T23:46:39.364" v="159"/>
          <ac:picMkLst>
            <pc:docMk/>
            <pc:sldMk cId="48649001" sldId="325"/>
            <ac:picMk id="9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6:57.764" v="1036" actId="207"/>
        <pc:sldMkLst>
          <pc:docMk/>
          <pc:sldMk cId="1320203634" sldId="326"/>
        </pc:sldMkLst>
        <pc:spChg chg="add mod">
          <ac:chgData name="Maximiliano Ortiz" userId="90727fd8e92db46b" providerId="LiveId" clId="{9BC7EBD1-E6C7-40E2-9BE0-E69EBE0B6810}" dt="2026-08-10T23:46:57.764" v="1036" actId="207"/>
          <ac:spMkLst>
            <pc:docMk/>
            <pc:sldMk cId="1320203634" sldId="326"/>
            <ac:spMk id="2" creationId="{6BA1B46E-9B39-FD8A-3024-13D91CA7B9F2}"/>
          </ac:spMkLst>
        </pc:spChg>
        <pc:picChg chg="mod">
          <ac:chgData name="Maximiliano Ortiz" userId="90727fd8e92db46b" providerId="LiveId" clId="{9BC7EBD1-E6C7-40E2-9BE0-E69EBE0B6810}" dt="2026-08-10T23:46:39.392" v="163"/>
          <ac:picMkLst>
            <pc:docMk/>
            <pc:sldMk cId="1320203634" sldId="326"/>
            <ac:picMk id="9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6:57.817" v="1047" actId="207"/>
        <pc:sldMkLst>
          <pc:docMk/>
          <pc:sldMk cId="1164902343" sldId="327"/>
        </pc:sldMkLst>
        <pc:spChg chg="add mod">
          <ac:chgData name="Maximiliano Ortiz" userId="90727fd8e92db46b" providerId="LiveId" clId="{9BC7EBD1-E6C7-40E2-9BE0-E69EBE0B6810}" dt="2026-08-10T23:46:57.817" v="1047" actId="207"/>
          <ac:spMkLst>
            <pc:docMk/>
            <pc:sldMk cId="1164902343" sldId="327"/>
            <ac:spMk id="5" creationId="{8834AFC0-6428-C89E-D9C5-05A0448DC69F}"/>
          </ac:spMkLst>
        </pc:spChg>
      </pc:sldChg>
      <pc:sldChg chg="addSp modSp mod">
        <pc:chgData name="Maximiliano Ortiz" userId="90727fd8e92db46b" providerId="LiveId" clId="{9BC7EBD1-E6C7-40E2-9BE0-E69EBE0B6810}" dt="2026-08-10T23:46:57.942" v="1058" actId="207"/>
        <pc:sldMkLst>
          <pc:docMk/>
          <pc:sldMk cId="1995449240" sldId="328"/>
        </pc:sldMkLst>
        <pc:spChg chg="add mod">
          <ac:chgData name="Maximiliano Ortiz" userId="90727fd8e92db46b" providerId="LiveId" clId="{9BC7EBD1-E6C7-40E2-9BE0-E69EBE0B6810}" dt="2026-08-10T23:46:57.942" v="1058" actId="207"/>
          <ac:spMkLst>
            <pc:docMk/>
            <pc:sldMk cId="1995449240" sldId="328"/>
            <ac:spMk id="12" creationId="{2A27DD54-E0E0-2101-2DB6-19F8BE0A126C}"/>
          </ac:spMkLst>
        </pc:spChg>
      </pc:sldChg>
      <pc:sldChg chg="addSp modSp mod">
        <pc:chgData name="Maximiliano Ortiz" userId="90727fd8e92db46b" providerId="LiveId" clId="{9BC7EBD1-E6C7-40E2-9BE0-E69EBE0B6810}" dt="2026-08-10T23:46:58.095" v="1069" actId="207"/>
        <pc:sldMkLst>
          <pc:docMk/>
          <pc:sldMk cId="1046213385" sldId="329"/>
        </pc:sldMkLst>
        <pc:spChg chg="add mod">
          <ac:chgData name="Maximiliano Ortiz" userId="90727fd8e92db46b" providerId="LiveId" clId="{9BC7EBD1-E6C7-40E2-9BE0-E69EBE0B6810}" dt="2026-08-10T23:46:58.095" v="1069" actId="207"/>
          <ac:spMkLst>
            <pc:docMk/>
            <pc:sldMk cId="1046213385" sldId="329"/>
            <ac:spMk id="6" creationId="{4AFC7868-3B1D-4569-03EA-0551420B1BFD}"/>
          </ac:spMkLst>
        </pc:spChg>
      </pc:sldChg>
      <pc:sldChg chg="addSp modSp mod">
        <pc:chgData name="Maximiliano Ortiz" userId="90727fd8e92db46b" providerId="LiveId" clId="{9BC7EBD1-E6C7-40E2-9BE0-E69EBE0B6810}" dt="2026-08-10T23:46:58.216" v="1080" actId="207"/>
        <pc:sldMkLst>
          <pc:docMk/>
          <pc:sldMk cId="1687263069" sldId="330"/>
        </pc:sldMkLst>
        <pc:spChg chg="add mod">
          <ac:chgData name="Maximiliano Ortiz" userId="90727fd8e92db46b" providerId="LiveId" clId="{9BC7EBD1-E6C7-40E2-9BE0-E69EBE0B6810}" dt="2026-08-10T23:46:58.216" v="1080" actId="207"/>
          <ac:spMkLst>
            <pc:docMk/>
            <pc:sldMk cId="1687263069" sldId="330"/>
            <ac:spMk id="18" creationId="{635E7FA5-E4B4-653B-0806-9E159E9D3F6F}"/>
          </ac:spMkLst>
        </pc:spChg>
      </pc:sldChg>
      <pc:sldChg chg="addSp modSp mod">
        <pc:chgData name="Maximiliano Ortiz" userId="90727fd8e92db46b" providerId="LiveId" clId="{9BC7EBD1-E6C7-40E2-9BE0-E69EBE0B6810}" dt="2026-08-10T23:46:58.302" v="1091" actId="207"/>
        <pc:sldMkLst>
          <pc:docMk/>
          <pc:sldMk cId="318321949" sldId="331"/>
        </pc:sldMkLst>
        <pc:spChg chg="add mod">
          <ac:chgData name="Maximiliano Ortiz" userId="90727fd8e92db46b" providerId="LiveId" clId="{9BC7EBD1-E6C7-40E2-9BE0-E69EBE0B6810}" dt="2026-08-10T23:46:58.302" v="1091" actId="207"/>
          <ac:spMkLst>
            <pc:docMk/>
            <pc:sldMk cId="318321949" sldId="331"/>
            <ac:spMk id="8" creationId="{52A0F6AD-6649-FAB9-6BC3-C4571EA08502}"/>
          </ac:spMkLst>
        </pc:spChg>
        <pc:spChg chg="mod">
          <ac:chgData name="Maximiliano Ortiz" userId="90727fd8e92db46b" providerId="LiveId" clId="{9BC7EBD1-E6C7-40E2-9BE0-E69EBE0B6810}" dt="2026-08-10T23:46:39.572" v="167"/>
          <ac:spMkLst>
            <pc:docMk/>
            <pc:sldMk cId="318321949" sldId="331"/>
            <ac:spMk id="13" creationId="{C14F5C35-2A54-4694-B3BE-8C0952AF848F}"/>
          </ac:spMkLst>
        </pc:spChg>
      </pc:sldChg>
      <pc:sldChg chg="addSp modSp mod">
        <pc:chgData name="Maximiliano Ortiz" userId="90727fd8e92db46b" providerId="LiveId" clId="{9BC7EBD1-E6C7-40E2-9BE0-E69EBE0B6810}" dt="2026-08-10T23:46:58.405" v="1102" actId="207"/>
        <pc:sldMkLst>
          <pc:docMk/>
          <pc:sldMk cId="1926975773" sldId="332"/>
        </pc:sldMkLst>
        <pc:spChg chg="add mod">
          <ac:chgData name="Maximiliano Ortiz" userId="90727fd8e92db46b" providerId="LiveId" clId="{9BC7EBD1-E6C7-40E2-9BE0-E69EBE0B6810}" dt="2026-08-10T23:46:58.405" v="1102" actId="207"/>
          <ac:spMkLst>
            <pc:docMk/>
            <pc:sldMk cId="1926975773" sldId="332"/>
            <ac:spMk id="7" creationId="{08645FAE-E676-0082-B07B-A0B97456EAD6}"/>
          </ac:spMkLst>
        </pc:spChg>
        <pc:spChg chg="mod">
          <ac:chgData name="Maximiliano Ortiz" userId="90727fd8e92db46b" providerId="LiveId" clId="{9BC7EBD1-E6C7-40E2-9BE0-E69EBE0B6810}" dt="2026-08-10T23:46:39.611" v="171"/>
          <ac:spMkLst>
            <pc:docMk/>
            <pc:sldMk cId="1926975773" sldId="332"/>
            <ac:spMk id="10" creationId="{85F04538-0F6F-479A-BD94-02F304347E55}"/>
          </ac:spMkLst>
        </pc:spChg>
      </pc:sldChg>
      <pc:sldChg chg="addSp modSp mod">
        <pc:chgData name="Maximiliano Ortiz" userId="90727fd8e92db46b" providerId="LiveId" clId="{9BC7EBD1-E6C7-40E2-9BE0-E69EBE0B6810}" dt="2026-08-10T23:46:58.513" v="1113" actId="207"/>
        <pc:sldMkLst>
          <pc:docMk/>
          <pc:sldMk cId="1926975773" sldId="333"/>
        </pc:sldMkLst>
        <pc:spChg chg="add mod">
          <ac:chgData name="Maximiliano Ortiz" userId="90727fd8e92db46b" providerId="LiveId" clId="{9BC7EBD1-E6C7-40E2-9BE0-E69EBE0B6810}" dt="2026-08-10T23:46:58.513" v="1113" actId="207"/>
          <ac:spMkLst>
            <pc:docMk/>
            <pc:sldMk cId="1926975773" sldId="333"/>
            <ac:spMk id="7" creationId="{3508DDB1-CB55-2E22-B606-F26A0AC797F6}"/>
          </ac:spMkLst>
        </pc:spChg>
        <pc:spChg chg="mod">
          <ac:chgData name="Maximiliano Ortiz" userId="90727fd8e92db46b" providerId="LiveId" clId="{9BC7EBD1-E6C7-40E2-9BE0-E69EBE0B6810}" dt="2026-08-10T23:46:39.655" v="175"/>
          <ac:spMkLst>
            <pc:docMk/>
            <pc:sldMk cId="1926975773" sldId="333"/>
            <ac:spMk id="11" creationId="{47219A17-3CE1-4F11-8858-67296CE7F6CF}"/>
          </ac:spMkLst>
        </pc:spChg>
      </pc:sldChg>
      <pc:sldChg chg="addSp modSp mod">
        <pc:chgData name="Maximiliano Ortiz" userId="90727fd8e92db46b" providerId="LiveId" clId="{9BC7EBD1-E6C7-40E2-9BE0-E69EBE0B6810}" dt="2026-08-10T23:46:58.588" v="1124" actId="207"/>
        <pc:sldMkLst>
          <pc:docMk/>
          <pc:sldMk cId="281546375" sldId="334"/>
        </pc:sldMkLst>
        <pc:spChg chg="add mod">
          <ac:chgData name="Maximiliano Ortiz" userId="90727fd8e92db46b" providerId="LiveId" clId="{9BC7EBD1-E6C7-40E2-9BE0-E69EBE0B6810}" dt="2026-08-10T23:46:58.588" v="1124" actId="207"/>
          <ac:spMkLst>
            <pc:docMk/>
            <pc:sldMk cId="281546375" sldId="334"/>
            <ac:spMk id="14" creationId="{A14B8A77-2CE1-6CB7-7E82-058820EB96F6}"/>
          </ac:spMkLst>
        </pc:spChg>
      </pc:sldChg>
      <pc:sldChg chg="addSp modSp mod">
        <pc:chgData name="Maximiliano Ortiz" userId="90727fd8e92db46b" providerId="LiveId" clId="{9BC7EBD1-E6C7-40E2-9BE0-E69EBE0B6810}" dt="2026-08-10T23:46:58.687" v="1135" actId="207"/>
        <pc:sldMkLst>
          <pc:docMk/>
          <pc:sldMk cId="817057724" sldId="335"/>
        </pc:sldMkLst>
        <pc:spChg chg="add mod">
          <ac:chgData name="Maximiliano Ortiz" userId="90727fd8e92db46b" providerId="LiveId" clId="{9BC7EBD1-E6C7-40E2-9BE0-E69EBE0B6810}" dt="2026-08-10T23:46:58.687" v="1135" actId="207"/>
          <ac:spMkLst>
            <pc:docMk/>
            <pc:sldMk cId="817057724" sldId="335"/>
            <ac:spMk id="8" creationId="{6803FEAC-776E-DF91-4F04-7F784B44FC38}"/>
          </ac:spMkLst>
        </pc:spChg>
        <pc:spChg chg="mod">
          <ac:chgData name="Maximiliano Ortiz" userId="90727fd8e92db46b" providerId="LiveId" clId="{9BC7EBD1-E6C7-40E2-9BE0-E69EBE0B6810}" dt="2026-08-10T23:46:39.714" v="179"/>
          <ac:spMkLst>
            <pc:docMk/>
            <pc:sldMk cId="817057724" sldId="335"/>
            <ac:spMk id="12" creationId="{0516DEBC-C657-48C9-83AC-F5F4D7C1F2FB}"/>
          </ac:spMkLst>
        </pc:spChg>
      </pc:sldChg>
      <pc:sldChg chg="addSp modSp mod">
        <pc:chgData name="Maximiliano Ortiz" userId="90727fd8e92db46b" providerId="LiveId" clId="{9BC7EBD1-E6C7-40E2-9BE0-E69EBE0B6810}" dt="2026-08-10T23:46:58.794" v="1146" actId="207"/>
        <pc:sldMkLst>
          <pc:docMk/>
          <pc:sldMk cId="1320203634" sldId="336"/>
        </pc:sldMkLst>
        <pc:spChg chg="add mod">
          <ac:chgData name="Maximiliano Ortiz" userId="90727fd8e92db46b" providerId="LiveId" clId="{9BC7EBD1-E6C7-40E2-9BE0-E69EBE0B6810}" dt="2026-08-10T23:46:58.794" v="1146" actId="207"/>
          <ac:spMkLst>
            <pc:docMk/>
            <pc:sldMk cId="1320203634" sldId="336"/>
            <ac:spMk id="9" creationId="{B0F5D414-81FC-D359-2BF7-FF755DCDD350}"/>
          </ac:spMkLst>
        </pc:spChg>
        <pc:spChg chg="mod">
          <ac:chgData name="Maximiliano Ortiz" userId="90727fd8e92db46b" providerId="LiveId" clId="{9BC7EBD1-E6C7-40E2-9BE0-E69EBE0B6810}" dt="2026-08-10T23:46:39.757" v="183"/>
          <ac:spMkLst>
            <pc:docMk/>
            <pc:sldMk cId="1320203634" sldId="336"/>
            <ac:spMk id="14" creationId="{C65120DE-7785-4D43-8500-3256F1DDD7ED}"/>
          </ac:spMkLst>
        </pc:spChg>
      </pc:sldChg>
      <pc:sldChg chg="addSp modSp mod">
        <pc:chgData name="Maximiliano Ortiz" userId="90727fd8e92db46b" providerId="LiveId" clId="{9BC7EBD1-E6C7-40E2-9BE0-E69EBE0B6810}" dt="2026-08-10T23:46:58.890" v="1157" actId="207"/>
        <pc:sldMkLst>
          <pc:docMk/>
          <pc:sldMk cId="1164902343" sldId="337"/>
        </pc:sldMkLst>
        <pc:spChg chg="add mod">
          <ac:chgData name="Maximiliano Ortiz" userId="90727fd8e92db46b" providerId="LiveId" clId="{9BC7EBD1-E6C7-40E2-9BE0-E69EBE0B6810}" dt="2026-08-10T23:46:58.890" v="1157" actId="207"/>
          <ac:spMkLst>
            <pc:docMk/>
            <pc:sldMk cId="1164902343" sldId="337"/>
            <ac:spMk id="5" creationId="{4BBC9E72-134B-810E-49B3-E1DB3388AD26}"/>
          </ac:spMkLst>
        </pc:spChg>
      </pc:sldChg>
      <pc:sldChg chg="addSp modSp mod">
        <pc:chgData name="Maximiliano Ortiz" userId="90727fd8e92db46b" providerId="LiveId" clId="{9BC7EBD1-E6C7-40E2-9BE0-E69EBE0B6810}" dt="2026-08-10T23:46:58.971" v="1168" actId="207"/>
        <pc:sldMkLst>
          <pc:docMk/>
          <pc:sldMk cId="567438305" sldId="338"/>
        </pc:sldMkLst>
        <pc:spChg chg="add mod">
          <ac:chgData name="Maximiliano Ortiz" userId="90727fd8e92db46b" providerId="LiveId" clId="{9BC7EBD1-E6C7-40E2-9BE0-E69EBE0B6810}" dt="2026-08-10T23:46:58.971" v="1168" actId="207"/>
          <ac:spMkLst>
            <pc:docMk/>
            <pc:sldMk cId="567438305" sldId="338"/>
            <ac:spMk id="12" creationId="{70206CCC-C930-B6E2-A086-F5FDDC978C19}"/>
          </ac:spMkLst>
        </pc:spChg>
      </pc:sldChg>
      <pc:sldChg chg="addSp modSp mod">
        <pc:chgData name="Maximiliano Ortiz" userId="90727fd8e92db46b" providerId="LiveId" clId="{9BC7EBD1-E6C7-40E2-9BE0-E69EBE0B6810}" dt="2026-08-10T23:46:59.040" v="1179" actId="207"/>
        <pc:sldMkLst>
          <pc:docMk/>
          <pc:sldMk cId="986630461" sldId="339"/>
        </pc:sldMkLst>
        <pc:spChg chg="add mod">
          <ac:chgData name="Maximiliano Ortiz" userId="90727fd8e92db46b" providerId="LiveId" clId="{9BC7EBD1-E6C7-40E2-9BE0-E69EBE0B6810}" dt="2026-08-10T23:46:59.040" v="1179" actId="207"/>
          <ac:spMkLst>
            <pc:docMk/>
            <pc:sldMk cId="986630461" sldId="339"/>
            <ac:spMk id="18" creationId="{49954D58-E587-4925-9E16-C9E6E44581C7}"/>
          </ac:spMkLst>
        </pc:spChg>
      </pc:sldChg>
      <pc:sldChg chg="addSp modSp mod">
        <pc:chgData name="Maximiliano Ortiz" userId="90727fd8e92db46b" providerId="LiveId" clId="{9BC7EBD1-E6C7-40E2-9BE0-E69EBE0B6810}" dt="2026-08-10T23:46:59.127" v="1190" actId="207"/>
        <pc:sldMkLst>
          <pc:docMk/>
          <pc:sldMk cId="986630461" sldId="340"/>
        </pc:sldMkLst>
        <pc:spChg chg="add mod">
          <ac:chgData name="Maximiliano Ortiz" userId="90727fd8e92db46b" providerId="LiveId" clId="{9BC7EBD1-E6C7-40E2-9BE0-E69EBE0B6810}" dt="2026-08-10T23:46:59.127" v="1190" actId="207"/>
          <ac:spMkLst>
            <pc:docMk/>
            <pc:sldMk cId="986630461" sldId="340"/>
            <ac:spMk id="15" creationId="{A0AE0F08-10E9-34AC-7660-9BF4559F62A1}"/>
          </ac:spMkLst>
        </pc:spChg>
      </pc:sldChg>
      <pc:sldChg chg="addSp modSp mod">
        <pc:chgData name="Maximiliano Ortiz" userId="90727fd8e92db46b" providerId="LiveId" clId="{9BC7EBD1-E6C7-40E2-9BE0-E69EBE0B6810}" dt="2026-08-10T23:46:59.196" v="1201" actId="207"/>
        <pc:sldMkLst>
          <pc:docMk/>
          <pc:sldMk cId="318321949" sldId="341"/>
        </pc:sldMkLst>
        <pc:spChg chg="mod">
          <ac:chgData name="Maximiliano Ortiz" userId="90727fd8e92db46b" providerId="LiveId" clId="{9BC7EBD1-E6C7-40E2-9BE0-E69EBE0B6810}" dt="2026-08-10T23:46:39.863" v="187"/>
          <ac:spMkLst>
            <pc:docMk/>
            <pc:sldMk cId="318321949" sldId="341"/>
            <ac:spMk id="5" creationId="{11337048-4999-413E-A66C-009BA4198A7D}"/>
          </ac:spMkLst>
        </pc:spChg>
        <pc:spChg chg="add mod">
          <ac:chgData name="Maximiliano Ortiz" userId="90727fd8e92db46b" providerId="LiveId" clId="{9BC7EBD1-E6C7-40E2-9BE0-E69EBE0B6810}" dt="2026-08-10T23:46:59.196" v="1201" actId="207"/>
          <ac:spMkLst>
            <pc:docMk/>
            <pc:sldMk cId="318321949" sldId="341"/>
            <ac:spMk id="16" creationId="{3123B699-20E4-A52F-3ECF-FC15AB812397}"/>
          </ac:spMkLst>
        </pc:spChg>
      </pc:sldChg>
      <pc:sldChg chg="addSp modSp mod">
        <pc:chgData name="Maximiliano Ortiz" userId="90727fd8e92db46b" providerId="LiveId" clId="{9BC7EBD1-E6C7-40E2-9BE0-E69EBE0B6810}" dt="2026-08-10T23:46:59.281" v="1212" actId="207"/>
        <pc:sldMkLst>
          <pc:docMk/>
          <pc:sldMk cId="1687263069" sldId="342"/>
        </pc:sldMkLst>
        <pc:spChg chg="add mod">
          <ac:chgData name="Maximiliano Ortiz" userId="90727fd8e92db46b" providerId="LiveId" clId="{9BC7EBD1-E6C7-40E2-9BE0-E69EBE0B6810}" dt="2026-08-10T23:46:59.281" v="1212" actId="207"/>
          <ac:spMkLst>
            <pc:docMk/>
            <pc:sldMk cId="1687263069" sldId="342"/>
            <ac:spMk id="6" creationId="{4D2BF30F-B9C8-8342-A20C-974A9417DDD7}"/>
          </ac:spMkLst>
        </pc:spChg>
        <pc:spChg chg="mod">
          <ac:chgData name="Maximiliano Ortiz" userId="90727fd8e92db46b" providerId="LiveId" clId="{9BC7EBD1-E6C7-40E2-9BE0-E69EBE0B6810}" dt="2026-08-10T23:46:39.891" v="191"/>
          <ac:spMkLst>
            <pc:docMk/>
            <pc:sldMk cId="1687263069" sldId="342"/>
            <ac:spMk id="9" creationId="{325FE87A-E471-4817-A981-D7A384E7912D}"/>
          </ac:spMkLst>
        </pc:spChg>
      </pc:sldChg>
      <pc:sldChg chg="addSp modSp mod">
        <pc:chgData name="Maximiliano Ortiz" userId="90727fd8e92db46b" providerId="LiveId" clId="{9BC7EBD1-E6C7-40E2-9BE0-E69EBE0B6810}" dt="2026-08-10T23:46:59.352" v="1223" actId="207"/>
        <pc:sldMkLst>
          <pc:docMk/>
          <pc:sldMk cId="567438305" sldId="343"/>
        </pc:sldMkLst>
        <pc:spChg chg="mod">
          <ac:chgData name="Maximiliano Ortiz" userId="90727fd8e92db46b" providerId="LiveId" clId="{9BC7EBD1-E6C7-40E2-9BE0-E69EBE0B6810}" dt="2026-08-10T23:46:39.921" v="195"/>
          <ac:spMkLst>
            <pc:docMk/>
            <pc:sldMk cId="567438305" sldId="343"/>
            <ac:spMk id="5" creationId="{F48F61C8-CE32-4C4A-83BB-E74F75FF283C}"/>
          </ac:spMkLst>
        </pc:spChg>
        <pc:spChg chg="add mod">
          <ac:chgData name="Maximiliano Ortiz" userId="90727fd8e92db46b" providerId="LiveId" clId="{9BC7EBD1-E6C7-40E2-9BE0-E69EBE0B6810}" dt="2026-08-10T23:46:59.352" v="1223" actId="207"/>
          <ac:spMkLst>
            <pc:docMk/>
            <pc:sldMk cId="567438305" sldId="343"/>
            <ac:spMk id="16" creationId="{59901733-9637-5F16-907A-9BA6BCA60171}"/>
          </ac:spMkLst>
        </pc:spChg>
      </pc:sldChg>
      <pc:sldChg chg="addSp modSp mod">
        <pc:chgData name="Maximiliano Ortiz" userId="90727fd8e92db46b" providerId="LiveId" clId="{9BC7EBD1-E6C7-40E2-9BE0-E69EBE0B6810}" dt="2026-08-10T23:46:59.684" v="1234" actId="207"/>
        <pc:sldMkLst>
          <pc:docMk/>
          <pc:sldMk cId="1926975773" sldId="344"/>
        </pc:sldMkLst>
        <pc:spChg chg="add mod">
          <ac:chgData name="Maximiliano Ortiz" userId="90727fd8e92db46b" providerId="LiveId" clId="{9BC7EBD1-E6C7-40E2-9BE0-E69EBE0B6810}" dt="2026-08-10T23:46:59.684" v="1234" actId="207"/>
          <ac:spMkLst>
            <pc:docMk/>
            <pc:sldMk cId="1926975773" sldId="344"/>
            <ac:spMk id="6" creationId="{0C84197F-3D04-FB84-B1FB-F84D5570AF4E}"/>
          </ac:spMkLst>
        </pc:spChg>
        <pc:spChg chg="mod">
          <ac:chgData name="Maximiliano Ortiz" userId="90727fd8e92db46b" providerId="LiveId" clId="{9BC7EBD1-E6C7-40E2-9BE0-E69EBE0B6810}" dt="2026-08-10T23:46:39.951" v="199"/>
          <ac:spMkLst>
            <pc:docMk/>
            <pc:sldMk cId="1926975773" sldId="344"/>
            <ac:spMk id="9" creationId="{CB77A08E-CFC9-4A46-8B85-8FBF0CBAB270}"/>
          </ac:spMkLst>
        </pc:spChg>
      </pc:sldChg>
      <pc:sldChg chg="addSp modSp mod">
        <pc:chgData name="Maximiliano Ortiz" userId="90727fd8e92db46b" providerId="LiveId" clId="{9BC7EBD1-E6C7-40E2-9BE0-E69EBE0B6810}" dt="2026-08-10T23:46:59.851" v="1245" actId="207"/>
        <pc:sldMkLst>
          <pc:docMk/>
          <pc:sldMk cId="567438305" sldId="345"/>
        </pc:sldMkLst>
        <pc:spChg chg="add mod">
          <ac:chgData name="Maximiliano Ortiz" userId="90727fd8e92db46b" providerId="LiveId" clId="{9BC7EBD1-E6C7-40E2-9BE0-E69EBE0B6810}" dt="2026-08-10T23:46:59.851" v="1245" actId="207"/>
          <ac:spMkLst>
            <pc:docMk/>
            <pc:sldMk cId="567438305" sldId="345"/>
            <ac:spMk id="8" creationId="{63FD7766-65C0-CFEE-96F3-A902AAC293F2}"/>
          </ac:spMkLst>
        </pc:spChg>
        <pc:spChg chg="mod">
          <ac:chgData name="Maximiliano Ortiz" userId="90727fd8e92db46b" providerId="LiveId" clId="{9BC7EBD1-E6C7-40E2-9BE0-E69EBE0B6810}" dt="2026-08-10T23:46:39.991" v="203"/>
          <ac:spMkLst>
            <pc:docMk/>
            <pc:sldMk cId="567438305" sldId="345"/>
            <ac:spMk id="12" creationId="{AE848B5B-727E-465E-8250-1712BC721D9C}"/>
          </ac:spMkLst>
        </pc:spChg>
      </pc:sldChg>
      <pc:sldChg chg="addSp modSp mod">
        <pc:chgData name="Maximiliano Ortiz" userId="90727fd8e92db46b" providerId="LiveId" clId="{9BC7EBD1-E6C7-40E2-9BE0-E69EBE0B6810}" dt="2026-08-10T23:47:00.033" v="1256" actId="207"/>
        <pc:sldMkLst>
          <pc:docMk/>
          <pc:sldMk cId="567438305" sldId="346"/>
        </pc:sldMkLst>
        <pc:spChg chg="add mod">
          <ac:chgData name="Maximiliano Ortiz" userId="90727fd8e92db46b" providerId="LiveId" clId="{9BC7EBD1-E6C7-40E2-9BE0-E69EBE0B6810}" dt="2026-08-10T23:47:00.033" v="1256" actId="207"/>
          <ac:spMkLst>
            <pc:docMk/>
            <pc:sldMk cId="567438305" sldId="346"/>
            <ac:spMk id="8" creationId="{D4D42818-8FB9-F2E0-4201-33D6A4977166}"/>
          </ac:spMkLst>
        </pc:spChg>
        <pc:spChg chg="mod">
          <ac:chgData name="Maximiliano Ortiz" userId="90727fd8e92db46b" providerId="LiveId" clId="{9BC7EBD1-E6C7-40E2-9BE0-E69EBE0B6810}" dt="2026-08-10T23:46:40.036" v="207"/>
          <ac:spMkLst>
            <pc:docMk/>
            <pc:sldMk cId="567438305" sldId="346"/>
            <ac:spMk id="12" creationId="{B1AE9653-2353-4C74-A9D7-B29137D69D4E}"/>
          </ac:spMkLst>
        </pc:spChg>
      </pc:sldChg>
      <pc:sldChg chg="addSp modSp mod">
        <pc:chgData name="Maximiliano Ortiz" userId="90727fd8e92db46b" providerId="LiveId" clId="{9BC7EBD1-E6C7-40E2-9BE0-E69EBE0B6810}" dt="2026-08-10T23:47:00.161" v="1267" actId="207"/>
        <pc:sldMkLst>
          <pc:docMk/>
          <pc:sldMk cId="281546375" sldId="347"/>
        </pc:sldMkLst>
        <pc:spChg chg="add mod">
          <ac:chgData name="Maximiliano Ortiz" userId="90727fd8e92db46b" providerId="LiveId" clId="{9BC7EBD1-E6C7-40E2-9BE0-E69EBE0B6810}" dt="2026-08-10T23:47:00.161" v="1267" actId="207"/>
          <ac:spMkLst>
            <pc:docMk/>
            <pc:sldMk cId="281546375" sldId="347"/>
            <ac:spMk id="8" creationId="{A945492F-7B3F-57C3-8423-071707A2CBDF}"/>
          </ac:spMkLst>
        </pc:spChg>
        <pc:spChg chg="mod">
          <ac:chgData name="Maximiliano Ortiz" userId="90727fd8e92db46b" providerId="LiveId" clId="{9BC7EBD1-E6C7-40E2-9BE0-E69EBE0B6810}" dt="2026-08-10T23:46:40.081" v="211"/>
          <ac:spMkLst>
            <pc:docMk/>
            <pc:sldMk cId="281546375" sldId="347"/>
            <ac:spMk id="12" creationId="{AB04A90A-175C-449F-B057-F2766195099E}"/>
          </ac:spMkLst>
        </pc:spChg>
      </pc:sldChg>
      <pc:sldChg chg="addSp modSp mod">
        <pc:chgData name="Maximiliano Ortiz" userId="90727fd8e92db46b" providerId="LiveId" clId="{9BC7EBD1-E6C7-40E2-9BE0-E69EBE0B6810}" dt="2026-08-10T23:47:00.234" v="1278" actId="207"/>
        <pc:sldMkLst>
          <pc:docMk/>
          <pc:sldMk cId="1320203634" sldId="348"/>
        </pc:sldMkLst>
        <pc:spChg chg="mod">
          <ac:chgData name="Maximiliano Ortiz" userId="90727fd8e92db46b" providerId="LiveId" clId="{9BC7EBD1-E6C7-40E2-9BE0-E69EBE0B6810}" dt="2026-08-10T23:46:40.117" v="215"/>
          <ac:spMkLst>
            <pc:docMk/>
            <pc:sldMk cId="1320203634" sldId="348"/>
            <ac:spMk id="6" creationId="{55EAFBC7-3E91-4570-AB83-9B6A83E7FE75}"/>
          </ac:spMkLst>
        </pc:spChg>
        <pc:spChg chg="add mod">
          <ac:chgData name="Maximiliano Ortiz" userId="90727fd8e92db46b" providerId="LiveId" clId="{9BC7EBD1-E6C7-40E2-9BE0-E69EBE0B6810}" dt="2026-08-10T23:47:00.234" v="1278" actId="207"/>
          <ac:spMkLst>
            <pc:docMk/>
            <pc:sldMk cId="1320203634" sldId="348"/>
            <ac:spMk id="23" creationId="{868307CC-F92A-7AA2-DF2A-0B16184A2432}"/>
          </ac:spMkLst>
        </pc:spChg>
      </pc:sldChg>
      <pc:sldChg chg="addSp modSp mod">
        <pc:chgData name="Maximiliano Ortiz" userId="90727fd8e92db46b" providerId="LiveId" clId="{9BC7EBD1-E6C7-40E2-9BE0-E69EBE0B6810}" dt="2026-08-10T23:47:00.290" v="1289" actId="207"/>
        <pc:sldMkLst>
          <pc:docMk/>
          <pc:sldMk cId="1164902343" sldId="349"/>
        </pc:sldMkLst>
        <pc:spChg chg="add mod">
          <ac:chgData name="Maximiliano Ortiz" userId="90727fd8e92db46b" providerId="LiveId" clId="{9BC7EBD1-E6C7-40E2-9BE0-E69EBE0B6810}" dt="2026-08-10T23:47:00.290" v="1289" actId="207"/>
          <ac:spMkLst>
            <pc:docMk/>
            <pc:sldMk cId="1164902343" sldId="349"/>
            <ac:spMk id="5" creationId="{001962E1-D751-AE23-91FA-6F9327E24567}"/>
          </ac:spMkLst>
        </pc:spChg>
      </pc:sldChg>
      <pc:sldChg chg="addSp modSp mod">
        <pc:chgData name="Maximiliano Ortiz" userId="90727fd8e92db46b" providerId="LiveId" clId="{9BC7EBD1-E6C7-40E2-9BE0-E69EBE0B6810}" dt="2026-08-10T23:47:00.346" v="1300" actId="207"/>
        <pc:sldMkLst>
          <pc:docMk/>
          <pc:sldMk cId="48649001" sldId="350"/>
        </pc:sldMkLst>
        <pc:spChg chg="add mod">
          <ac:chgData name="Maximiliano Ortiz" userId="90727fd8e92db46b" providerId="LiveId" clId="{9BC7EBD1-E6C7-40E2-9BE0-E69EBE0B6810}" dt="2026-08-10T23:47:00.346" v="1300" actId="207"/>
          <ac:spMkLst>
            <pc:docMk/>
            <pc:sldMk cId="48649001" sldId="350"/>
            <ac:spMk id="3" creationId="{F5181EC1-55C5-7943-CA56-B8CC21E2059A}"/>
          </ac:spMkLst>
        </pc:spChg>
        <pc:picChg chg="mod">
          <ac:chgData name="Maximiliano Ortiz" userId="90727fd8e92db46b" providerId="LiveId" clId="{9BC7EBD1-E6C7-40E2-9BE0-E69EBE0B6810}" dt="2026-08-10T23:46:40.175" v="219"/>
          <ac:picMkLst>
            <pc:docMk/>
            <pc:sldMk cId="48649001" sldId="350"/>
            <ac:picMk id="11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7:00.433" v="1311" actId="207"/>
        <pc:sldMkLst>
          <pc:docMk/>
          <pc:sldMk cId="48649001" sldId="351"/>
        </pc:sldMkLst>
        <pc:spChg chg="add mod">
          <ac:chgData name="Maximiliano Ortiz" userId="90727fd8e92db46b" providerId="LiveId" clId="{9BC7EBD1-E6C7-40E2-9BE0-E69EBE0B6810}" dt="2026-08-10T23:47:00.433" v="1311" actId="207"/>
          <ac:spMkLst>
            <pc:docMk/>
            <pc:sldMk cId="48649001" sldId="351"/>
            <ac:spMk id="6" creationId="{78300E9A-0E52-2FDF-3968-D955A4CBB83B}"/>
          </ac:spMkLst>
        </pc:spChg>
      </pc:sldChg>
      <pc:sldChg chg="addSp modSp mod">
        <pc:chgData name="Maximiliano Ortiz" userId="90727fd8e92db46b" providerId="LiveId" clId="{9BC7EBD1-E6C7-40E2-9BE0-E69EBE0B6810}" dt="2026-08-10T23:47:00.548" v="1322" actId="207"/>
        <pc:sldMkLst>
          <pc:docMk/>
          <pc:sldMk cId="1741329192" sldId="352"/>
        </pc:sldMkLst>
        <pc:spChg chg="add mod">
          <ac:chgData name="Maximiliano Ortiz" userId="90727fd8e92db46b" providerId="LiveId" clId="{9BC7EBD1-E6C7-40E2-9BE0-E69EBE0B6810}" dt="2026-08-10T23:47:00.548" v="1322" actId="207"/>
          <ac:spMkLst>
            <pc:docMk/>
            <pc:sldMk cId="1741329192" sldId="352"/>
            <ac:spMk id="7" creationId="{6603FC07-230A-B840-BA62-E9C2F65A7003}"/>
          </ac:spMkLst>
        </pc:spChg>
        <pc:spChg chg="mod">
          <ac:chgData name="Maximiliano Ortiz" userId="90727fd8e92db46b" providerId="LiveId" clId="{9BC7EBD1-E6C7-40E2-9BE0-E69EBE0B6810}" dt="2026-08-10T23:46:40.236" v="223"/>
          <ac:spMkLst>
            <pc:docMk/>
            <pc:sldMk cId="1741329192" sldId="352"/>
            <ac:spMk id="10" creationId="{79AA39E6-048C-4592-A776-5E2C374AC73A}"/>
          </ac:spMkLst>
        </pc:spChg>
      </pc:sldChg>
      <pc:sldChg chg="addSp modSp mod">
        <pc:chgData name="Maximiliano Ortiz" userId="90727fd8e92db46b" providerId="LiveId" clId="{9BC7EBD1-E6C7-40E2-9BE0-E69EBE0B6810}" dt="2026-08-10T23:47:00.591" v="1333" actId="207"/>
        <pc:sldMkLst>
          <pc:docMk/>
          <pc:sldMk cId="48649001" sldId="353"/>
        </pc:sldMkLst>
        <pc:spChg chg="add mod">
          <ac:chgData name="Maximiliano Ortiz" userId="90727fd8e92db46b" providerId="LiveId" clId="{9BC7EBD1-E6C7-40E2-9BE0-E69EBE0B6810}" dt="2026-08-10T23:47:00.591" v="1333" actId="207"/>
          <ac:spMkLst>
            <pc:docMk/>
            <pc:sldMk cId="48649001" sldId="353"/>
            <ac:spMk id="3" creationId="{0B58BA15-1653-5905-272F-E9F41DC6F85F}"/>
          </ac:spMkLst>
        </pc:spChg>
        <pc:picChg chg="mod">
          <ac:chgData name="Maximiliano Ortiz" userId="90727fd8e92db46b" providerId="LiveId" clId="{9BC7EBD1-E6C7-40E2-9BE0-E69EBE0B6810}" dt="2026-08-10T23:46:40.275" v="227"/>
          <ac:picMkLst>
            <pc:docMk/>
            <pc:sldMk cId="48649001" sldId="353"/>
            <ac:picMk id="11" creationId="{00000000-0000-0000-0000-000000000000}"/>
          </ac:picMkLst>
        </pc:picChg>
      </pc:sldChg>
      <pc:sldChg chg="addSp modSp mod">
        <pc:chgData name="Maximiliano Ortiz" userId="90727fd8e92db46b" providerId="LiveId" clId="{9BC7EBD1-E6C7-40E2-9BE0-E69EBE0B6810}" dt="2026-08-10T23:47:00.666" v="1344" actId="207"/>
        <pc:sldMkLst>
          <pc:docMk/>
          <pc:sldMk cId="318321949" sldId="354"/>
        </pc:sldMkLst>
        <pc:spChg chg="mod">
          <ac:chgData name="Maximiliano Ortiz" userId="90727fd8e92db46b" providerId="LiveId" clId="{9BC7EBD1-E6C7-40E2-9BE0-E69EBE0B6810}" dt="2026-08-10T23:46:40.291" v="231"/>
          <ac:spMkLst>
            <pc:docMk/>
            <pc:sldMk cId="318321949" sldId="354"/>
            <ac:spMk id="5" creationId="{FEB887F9-A026-4005-BCE0-427A9FBAB2AC}"/>
          </ac:spMkLst>
        </pc:spChg>
        <pc:spChg chg="add mod">
          <ac:chgData name="Maximiliano Ortiz" userId="90727fd8e92db46b" providerId="LiveId" clId="{9BC7EBD1-E6C7-40E2-9BE0-E69EBE0B6810}" dt="2026-08-10T23:47:00.666" v="1344" actId="207"/>
          <ac:spMkLst>
            <pc:docMk/>
            <pc:sldMk cId="318321949" sldId="354"/>
            <ac:spMk id="16" creationId="{5AEDF91E-A4D5-DFF8-3E6A-AA508401CA98}"/>
          </ac:spMkLst>
        </pc:spChg>
      </pc:sldChg>
      <pc:sldChg chg="addSp modSp mod">
        <pc:chgData name="Maximiliano Ortiz" userId="90727fd8e92db46b" providerId="LiveId" clId="{9BC7EBD1-E6C7-40E2-9BE0-E69EBE0B6810}" dt="2026-08-10T23:47:00.784" v="1355" actId="207"/>
        <pc:sldMkLst>
          <pc:docMk/>
          <pc:sldMk cId="817057724" sldId="355"/>
        </pc:sldMkLst>
        <pc:spChg chg="add mod">
          <ac:chgData name="Maximiliano Ortiz" userId="90727fd8e92db46b" providerId="LiveId" clId="{9BC7EBD1-E6C7-40E2-9BE0-E69EBE0B6810}" dt="2026-08-10T23:47:00.784" v="1355" actId="207"/>
          <ac:spMkLst>
            <pc:docMk/>
            <pc:sldMk cId="817057724" sldId="355"/>
            <ac:spMk id="11" creationId="{AA6C0280-6945-EA2D-930A-48B31F722828}"/>
          </ac:spMkLst>
        </pc:spChg>
        <pc:spChg chg="mod">
          <ac:chgData name="Maximiliano Ortiz" userId="90727fd8e92db46b" providerId="LiveId" clId="{9BC7EBD1-E6C7-40E2-9BE0-E69EBE0B6810}" dt="2026-08-10T23:46:40.341" v="235"/>
          <ac:spMkLst>
            <pc:docMk/>
            <pc:sldMk cId="817057724" sldId="355"/>
            <ac:spMk id="18" creationId="{33732923-27DC-411B-BDC8-072753B42F62}"/>
          </ac:spMkLst>
        </pc:spChg>
      </pc:sldChg>
      <pc:sldChg chg="addSp modSp mod">
        <pc:chgData name="Maximiliano Ortiz" userId="90727fd8e92db46b" providerId="LiveId" clId="{9BC7EBD1-E6C7-40E2-9BE0-E69EBE0B6810}" dt="2026-08-10T23:47:00.881" v="1366" actId="207"/>
        <pc:sldMkLst>
          <pc:docMk/>
          <pc:sldMk cId="817057724" sldId="356"/>
        </pc:sldMkLst>
        <pc:spChg chg="add mod">
          <ac:chgData name="Maximiliano Ortiz" userId="90727fd8e92db46b" providerId="LiveId" clId="{9BC7EBD1-E6C7-40E2-9BE0-E69EBE0B6810}" dt="2026-08-10T23:47:00.881" v="1366" actId="207"/>
          <ac:spMkLst>
            <pc:docMk/>
            <pc:sldMk cId="817057724" sldId="356"/>
            <ac:spMk id="15" creationId="{903F9B76-193B-98FD-7F17-E6400F1DA143}"/>
          </ac:spMkLst>
        </pc:spChg>
      </pc:sldChg>
      <pc:sldChg chg="addSp modSp mod">
        <pc:chgData name="Maximiliano Ortiz" userId="90727fd8e92db46b" providerId="LiveId" clId="{9BC7EBD1-E6C7-40E2-9BE0-E69EBE0B6810}" dt="2026-08-10T23:47:00.985" v="1377" actId="207"/>
        <pc:sldMkLst>
          <pc:docMk/>
          <pc:sldMk cId="1673297158" sldId="357"/>
        </pc:sldMkLst>
        <pc:spChg chg="mod">
          <ac:chgData name="Maximiliano Ortiz" userId="90727fd8e92db46b" providerId="LiveId" clId="{9BC7EBD1-E6C7-40E2-9BE0-E69EBE0B6810}" dt="2026-08-10T23:46:40.425" v="239"/>
          <ac:spMkLst>
            <pc:docMk/>
            <pc:sldMk cId="1673297158" sldId="357"/>
            <ac:spMk id="9" creationId="{77C0B372-7A5F-4083-9A54-C67CC4116D5C}"/>
          </ac:spMkLst>
        </pc:spChg>
        <pc:spChg chg="add mod">
          <ac:chgData name="Maximiliano Ortiz" userId="90727fd8e92db46b" providerId="LiveId" clId="{9BC7EBD1-E6C7-40E2-9BE0-E69EBE0B6810}" dt="2026-08-10T23:47:00.985" v="1377" actId="207"/>
          <ac:spMkLst>
            <pc:docMk/>
            <pc:sldMk cId="1673297158" sldId="357"/>
            <ac:spMk id="32" creationId="{E2E0E3E1-6D4C-E225-06AA-E89C89758EB2}"/>
          </ac:spMkLst>
        </pc:spChg>
      </pc:sldChg>
      <pc:sldChg chg="addSp modSp mod">
        <pc:chgData name="Maximiliano Ortiz" userId="90727fd8e92db46b" providerId="LiveId" clId="{9BC7EBD1-E6C7-40E2-9BE0-E69EBE0B6810}" dt="2026-08-10T23:47:01.114" v="1388" actId="207"/>
        <pc:sldMkLst>
          <pc:docMk/>
          <pc:sldMk cId="567438305" sldId="358"/>
        </pc:sldMkLst>
        <pc:spChg chg="add mod">
          <ac:chgData name="Maximiliano Ortiz" userId="90727fd8e92db46b" providerId="LiveId" clId="{9BC7EBD1-E6C7-40E2-9BE0-E69EBE0B6810}" dt="2026-08-10T23:47:01.114" v="1388" actId="207"/>
          <ac:spMkLst>
            <pc:docMk/>
            <pc:sldMk cId="567438305" sldId="358"/>
            <ac:spMk id="9" creationId="{79F51EA7-FDB9-03D5-A7DA-9B2BC5F676AE}"/>
          </ac:spMkLst>
        </pc:spChg>
        <pc:spChg chg="mod">
          <ac:chgData name="Maximiliano Ortiz" userId="90727fd8e92db46b" providerId="LiveId" clId="{9BC7EBD1-E6C7-40E2-9BE0-E69EBE0B6810}" dt="2026-08-10T23:46:40.473" v="243"/>
          <ac:spMkLst>
            <pc:docMk/>
            <pc:sldMk cId="567438305" sldId="358"/>
            <ac:spMk id="14" creationId="{1D2F68E0-368F-43FA-BFC3-9288CF198615}"/>
          </ac:spMkLst>
        </pc:spChg>
      </pc:sldChg>
      <pc:sldChg chg="addSp modSp mod">
        <pc:chgData name="Maximiliano Ortiz" userId="90727fd8e92db46b" providerId="LiveId" clId="{9BC7EBD1-E6C7-40E2-9BE0-E69EBE0B6810}" dt="2026-08-10T23:47:01.222" v="1399" actId="207"/>
        <pc:sldMkLst>
          <pc:docMk/>
          <pc:sldMk cId="951530275" sldId="359"/>
        </pc:sldMkLst>
        <pc:spChg chg="mod">
          <ac:chgData name="Maximiliano Ortiz" userId="90727fd8e92db46b" providerId="LiveId" clId="{9BC7EBD1-E6C7-40E2-9BE0-E69EBE0B6810}" dt="2026-08-10T23:46:40.516" v="247"/>
          <ac:spMkLst>
            <pc:docMk/>
            <pc:sldMk cId="951530275" sldId="359"/>
            <ac:spMk id="7" creationId="{E3D2E4AE-296C-475A-A809-3B439C7D53EC}"/>
          </ac:spMkLst>
        </pc:spChg>
        <pc:spChg chg="add mod">
          <ac:chgData name="Maximiliano Ortiz" userId="90727fd8e92db46b" providerId="LiveId" clId="{9BC7EBD1-E6C7-40E2-9BE0-E69EBE0B6810}" dt="2026-08-10T23:47:01.222" v="1399" actId="207"/>
          <ac:spMkLst>
            <pc:docMk/>
            <pc:sldMk cId="951530275" sldId="359"/>
            <ac:spMk id="24" creationId="{F856C5B4-B66B-42C8-5AD2-3AAD6A64696D}"/>
          </ac:spMkLst>
        </pc:spChg>
      </pc:sldChg>
      <pc:sldChg chg="addSp modSp mod">
        <pc:chgData name="Maximiliano Ortiz" userId="90727fd8e92db46b" providerId="LiveId" clId="{9BC7EBD1-E6C7-40E2-9BE0-E69EBE0B6810}" dt="2026-08-10T23:47:01.289" v="1410" actId="207"/>
        <pc:sldMkLst>
          <pc:docMk/>
          <pc:sldMk cId="880112903" sldId="360"/>
        </pc:sldMkLst>
        <pc:spChg chg="add mod">
          <ac:chgData name="Maximiliano Ortiz" userId="90727fd8e92db46b" providerId="LiveId" clId="{9BC7EBD1-E6C7-40E2-9BE0-E69EBE0B6810}" dt="2026-08-10T23:47:01.289" v="1410" actId="207"/>
          <ac:spMkLst>
            <pc:docMk/>
            <pc:sldMk cId="880112903" sldId="360"/>
            <ac:spMk id="6" creationId="{0F2B427C-C63F-965A-87A5-49FBB52E3263}"/>
          </ac:spMkLst>
        </pc:spChg>
      </pc:sldChg>
      <pc:sldChg chg="addSp modSp mod">
        <pc:chgData name="Maximiliano Ortiz" userId="90727fd8e92db46b" providerId="LiveId" clId="{9BC7EBD1-E6C7-40E2-9BE0-E69EBE0B6810}" dt="2026-08-10T23:47:01.344" v="1421" actId="207"/>
        <pc:sldMkLst>
          <pc:docMk/>
          <pc:sldMk cId="313021856" sldId="361"/>
        </pc:sldMkLst>
        <pc:spChg chg="add mod">
          <ac:chgData name="Maximiliano Ortiz" userId="90727fd8e92db46b" providerId="LiveId" clId="{9BC7EBD1-E6C7-40E2-9BE0-E69EBE0B6810}" dt="2026-08-10T23:47:01.344" v="1421" actId="207"/>
          <ac:spMkLst>
            <pc:docMk/>
            <pc:sldMk cId="313021856" sldId="361"/>
            <ac:spMk id="9" creationId="{809106DE-DA0A-8BD0-68BD-CF647AAEB475}"/>
          </ac:spMkLst>
        </pc:spChg>
      </pc:sldChg>
      <pc:sldChg chg="addSp modSp mod">
        <pc:chgData name="Maximiliano Ortiz" userId="90727fd8e92db46b" providerId="LiveId" clId="{9BC7EBD1-E6C7-40E2-9BE0-E69EBE0B6810}" dt="2026-08-10T23:47:01.390" v="1432" actId="207"/>
        <pc:sldMkLst>
          <pc:docMk/>
          <pc:sldMk cId="34619112" sldId="362"/>
        </pc:sldMkLst>
        <pc:spChg chg="add mod">
          <ac:chgData name="Maximiliano Ortiz" userId="90727fd8e92db46b" providerId="LiveId" clId="{9BC7EBD1-E6C7-40E2-9BE0-E69EBE0B6810}" dt="2026-08-10T23:47:01.390" v="1432" actId="207"/>
          <ac:spMkLst>
            <pc:docMk/>
            <pc:sldMk cId="34619112" sldId="362"/>
            <ac:spMk id="9" creationId="{9D2EB416-576E-AC16-2309-E55A46A8BF30}"/>
          </ac:spMkLst>
        </pc:spChg>
      </pc:sldChg>
      <pc:sldChg chg="addSp modSp mod">
        <pc:chgData name="Maximiliano Ortiz" userId="90727fd8e92db46b" providerId="LiveId" clId="{9BC7EBD1-E6C7-40E2-9BE0-E69EBE0B6810}" dt="2026-08-10T23:47:01.448" v="1443" actId="207"/>
        <pc:sldMkLst>
          <pc:docMk/>
          <pc:sldMk cId="34619112" sldId="363"/>
        </pc:sldMkLst>
        <pc:spChg chg="add mod">
          <ac:chgData name="Maximiliano Ortiz" userId="90727fd8e92db46b" providerId="LiveId" clId="{9BC7EBD1-E6C7-40E2-9BE0-E69EBE0B6810}" dt="2026-08-10T23:47:01.448" v="1443" actId="207"/>
          <ac:spMkLst>
            <pc:docMk/>
            <pc:sldMk cId="34619112" sldId="363"/>
            <ac:spMk id="9" creationId="{D786FDF0-BA42-916A-BCB7-C1339AC8BA3F}"/>
          </ac:spMkLst>
        </pc:spChg>
      </pc:sldChg>
      <pc:sldChg chg="addSp modSp mod">
        <pc:chgData name="Maximiliano Ortiz" userId="90727fd8e92db46b" providerId="LiveId" clId="{9BC7EBD1-E6C7-40E2-9BE0-E69EBE0B6810}" dt="2026-08-10T23:47:01.532" v="1454" actId="207"/>
        <pc:sldMkLst>
          <pc:docMk/>
          <pc:sldMk cId="1673297158" sldId="364"/>
        </pc:sldMkLst>
        <pc:spChg chg="add mod">
          <ac:chgData name="Maximiliano Ortiz" userId="90727fd8e92db46b" providerId="LiveId" clId="{9BC7EBD1-E6C7-40E2-9BE0-E69EBE0B6810}" dt="2026-08-10T23:47:01.532" v="1454" actId="207"/>
          <ac:spMkLst>
            <pc:docMk/>
            <pc:sldMk cId="1673297158" sldId="364"/>
            <ac:spMk id="7" creationId="{8D4210C7-9422-AE15-B7D9-E163E243C7F4}"/>
          </ac:spMkLst>
        </pc:spChg>
        <pc:spChg chg="mod">
          <ac:chgData name="Maximiliano Ortiz" userId="90727fd8e92db46b" providerId="LiveId" clId="{9BC7EBD1-E6C7-40E2-9BE0-E69EBE0B6810}" dt="2026-08-10T23:46:40.595" v="251"/>
          <ac:spMkLst>
            <pc:docMk/>
            <pc:sldMk cId="1673297158" sldId="364"/>
            <ac:spMk id="10" creationId="{074B02E3-E7B4-4A3D-81BA-A11486F92CA6}"/>
          </ac:spMkLst>
        </pc:spChg>
      </pc:sldChg>
      <pc:sldChg chg="addSp modSp mod">
        <pc:chgData name="Maximiliano Ortiz" userId="90727fd8e92db46b" providerId="LiveId" clId="{9BC7EBD1-E6C7-40E2-9BE0-E69EBE0B6810}" dt="2026-08-10T23:47:01.590" v="1465" actId="207"/>
        <pc:sldMkLst>
          <pc:docMk/>
          <pc:sldMk cId="1673297158" sldId="365"/>
        </pc:sldMkLst>
        <pc:spChg chg="add mod">
          <ac:chgData name="Maximiliano Ortiz" userId="90727fd8e92db46b" providerId="LiveId" clId="{9BC7EBD1-E6C7-40E2-9BE0-E69EBE0B6810}" dt="2026-08-10T23:47:01.590" v="1465" actId="207"/>
          <ac:spMkLst>
            <pc:docMk/>
            <pc:sldMk cId="1673297158" sldId="365"/>
            <ac:spMk id="14" creationId="{13BDFB30-89C4-DB3D-3791-D408E15B67C6}"/>
          </ac:spMkLst>
        </pc:spChg>
      </pc:sldChg>
      <pc:sldChg chg="addSp modSp mod">
        <pc:chgData name="Maximiliano Ortiz" userId="90727fd8e92db46b" providerId="LiveId" clId="{9BC7EBD1-E6C7-40E2-9BE0-E69EBE0B6810}" dt="2026-08-10T23:47:01.810" v="1476" actId="207"/>
        <pc:sldMkLst>
          <pc:docMk/>
          <pc:sldMk cId="1673297158" sldId="366"/>
        </pc:sldMkLst>
        <pc:spChg chg="add mod">
          <ac:chgData name="Maximiliano Ortiz" userId="90727fd8e92db46b" providerId="LiveId" clId="{9BC7EBD1-E6C7-40E2-9BE0-E69EBE0B6810}" dt="2026-08-10T23:47:01.810" v="1476" actId="207"/>
          <ac:spMkLst>
            <pc:docMk/>
            <pc:sldMk cId="1673297158" sldId="366"/>
            <ac:spMk id="19" creationId="{0CF9E4F7-FF3B-0ADD-2E38-C4853C76D5C0}"/>
          </ac:spMkLst>
        </pc:spChg>
      </pc:sldChg>
      <pc:sldChg chg="addSp modSp mod">
        <pc:chgData name="Maximiliano Ortiz" userId="90727fd8e92db46b" providerId="LiveId" clId="{9BC7EBD1-E6C7-40E2-9BE0-E69EBE0B6810}" dt="2026-08-10T23:47:01.876" v="1487" actId="207"/>
        <pc:sldMkLst>
          <pc:docMk/>
          <pc:sldMk cId="313021856" sldId="367"/>
        </pc:sldMkLst>
        <pc:spChg chg="add mod">
          <ac:chgData name="Maximiliano Ortiz" userId="90727fd8e92db46b" providerId="LiveId" clId="{9BC7EBD1-E6C7-40E2-9BE0-E69EBE0B6810}" dt="2026-08-10T23:47:01.876" v="1487" actId="207"/>
          <ac:spMkLst>
            <pc:docMk/>
            <pc:sldMk cId="313021856" sldId="367"/>
            <ac:spMk id="9" creationId="{B499BA2C-CE90-2253-DA9A-E4CC7A7F9097}"/>
          </ac:spMkLst>
        </pc:spChg>
      </pc:sldChg>
      <pc:sldChg chg="addSp modSp mod">
        <pc:chgData name="Maximiliano Ortiz" userId="90727fd8e92db46b" providerId="LiveId" clId="{9BC7EBD1-E6C7-40E2-9BE0-E69EBE0B6810}" dt="2026-08-10T23:47:01.974" v="1498" actId="207"/>
        <pc:sldMkLst>
          <pc:docMk/>
          <pc:sldMk cId="313021856" sldId="368"/>
        </pc:sldMkLst>
        <pc:spChg chg="mod">
          <ac:chgData name="Maximiliano Ortiz" userId="90727fd8e92db46b" providerId="LiveId" clId="{9BC7EBD1-E6C7-40E2-9BE0-E69EBE0B6810}" dt="2026-08-10T23:46:40.688" v="255"/>
          <ac:spMkLst>
            <pc:docMk/>
            <pc:sldMk cId="313021856" sldId="368"/>
            <ac:spMk id="9" creationId="{04E6E98D-8075-4508-9870-03CDE5170618}"/>
          </ac:spMkLst>
        </pc:spChg>
        <pc:spChg chg="add mod">
          <ac:chgData name="Maximiliano Ortiz" userId="90727fd8e92db46b" providerId="LiveId" clId="{9BC7EBD1-E6C7-40E2-9BE0-E69EBE0B6810}" dt="2026-08-10T23:47:01.974" v="1498" actId="207"/>
          <ac:spMkLst>
            <pc:docMk/>
            <pc:sldMk cId="313021856" sldId="368"/>
            <ac:spMk id="32" creationId="{654C7FD9-D052-C644-8537-0B2A41F19173}"/>
          </ac:spMkLst>
        </pc:spChg>
      </pc:sldChg>
      <pc:sldChg chg="addSp modSp mod">
        <pc:chgData name="Maximiliano Ortiz" userId="90727fd8e92db46b" providerId="LiveId" clId="{9BC7EBD1-E6C7-40E2-9BE0-E69EBE0B6810}" dt="2026-08-10T23:47:02.035" v="1509" actId="207"/>
        <pc:sldMkLst>
          <pc:docMk/>
          <pc:sldMk cId="313021856" sldId="369"/>
        </pc:sldMkLst>
        <pc:spChg chg="add mod">
          <ac:chgData name="Maximiliano Ortiz" userId="90727fd8e92db46b" providerId="LiveId" clId="{9BC7EBD1-E6C7-40E2-9BE0-E69EBE0B6810}" dt="2026-08-10T23:47:02.035" v="1509" actId="207"/>
          <ac:spMkLst>
            <pc:docMk/>
            <pc:sldMk cId="313021856" sldId="369"/>
            <ac:spMk id="9" creationId="{ECE41661-0C7F-3C88-0881-B9F7AE39BB53}"/>
          </ac:spMkLst>
        </pc:spChg>
      </pc:sldChg>
      <pc:sldChg chg="addSp modSp mod">
        <pc:chgData name="Maximiliano Ortiz" userId="90727fd8e92db46b" providerId="LiveId" clId="{9BC7EBD1-E6C7-40E2-9BE0-E69EBE0B6810}" dt="2026-08-10T23:47:02.113" v="1520" actId="207"/>
        <pc:sldMkLst>
          <pc:docMk/>
          <pc:sldMk cId="313021856" sldId="370"/>
        </pc:sldMkLst>
        <pc:spChg chg="add mod">
          <ac:chgData name="Maximiliano Ortiz" userId="90727fd8e92db46b" providerId="LiveId" clId="{9BC7EBD1-E6C7-40E2-9BE0-E69EBE0B6810}" dt="2026-08-10T23:47:02.113" v="1520" actId="207"/>
          <ac:spMkLst>
            <pc:docMk/>
            <pc:sldMk cId="313021856" sldId="370"/>
            <ac:spMk id="20" creationId="{47A0A4AA-C563-5D1C-BD20-E39690A5EC9F}"/>
          </ac:spMkLst>
        </pc:spChg>
      </pc:sldChg>
      <pc:sldChg chg="addSp modSp mod">
        <pc:chgData name="Maximiliano Ortiz" userId="90727fd8e92db46b" providerId="LiveId" clId="{9BC7EBD1-E6C7-40E2-9BE0-E69EBE0B6810}" dt="2026-08-10T23:47:02.175" v="1531" actId="207"/>
        <pc:sldMkLst>
          <pc:docMk/>
          <pc:sldMk cId="313021856" sldId="371"/>
        </pc:sldMkLst>
        <pc:spChg chg="add mod">
          <ac:chgData name="Maximiliano Ortiz" userId="90727fd8e92db46b" providerId="LiveId" clId="{9BC7EBD1-E6C7-40E2-9BE0-E69EBE0B6810}" dt="2026-08-10T23:47:02.175" v="1531" actId="207"/>
          <ac:spMkLst>
            <pc:docMk/>
            <pc:sldMk cId="313021856" sldId="371"/>
            <ac:spMk id="18" creationId="{C70266A5-19EF-7872-95B9-9BA0044E0EB2}"/>
          </ac:spMkLst>
        </pc:spChg>
      </pc:sldChg>
      <pc:sldChg chg="addSp modSp mod">
        <pc:chgData name="Maximiliano Ortiz" userId="90727fd8e92db46b" providerId="LiveId" clId="{9BC7EBD1-E6C7-40E2-9BE0-E69EBE0B6810}" dt="2026-08-10T23:47:02.234" v="1542" actId="207"/>
        <pc:sldMkLst>
          <pc:docMk/>
          <pc:sldMk cId="235601764" sldId="372"/>
        </pc:sldMkLst>
        <pc:spChg chg="add mod">
          <ac:chgData name="Maximiliano Ortiz" userId="90727fd8e92db46b" providerId="LiveId" clId="{9BC7EBD1-E6C7-40E2-9BE0-E69EBE0B6810}" dt="2026-08-10T23:47:02.234" v="1542" actId="207"/>
          <ac:spMkLst>
            <pc:docMk/>
            <pc:sldMk cId="235601764" sldId="372"/>
            <ac:spMk id="9" creationId="{FC1CE378-68A5-B2ED-4AAA-5854DE9776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“periférico” como límite frente a U7/U8. Oír comienza con presión y continúa mediante transformaciones periféricas.</a:t>
            </a:r>
          </a:p>
          <a:p>
            <a:r>
              <a:t>**Transición:** Abrir con la pregunta “¿qué cambia entre aire y nervio?”.</a:t>
            </a:r>
          </a:p>
          <a:p>
            <a:endParaRPr/>
          </a:p>
          <a:p>
            <a:r>
              <a:t>[Alt text]</a:t>
            </a:r>
          </a:p>
          <a:p>
            <a:r>
              <a:t>Motivo técnico del oído periférico que vincula presión en el aire con actividad del nervio auditivo.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6.1; PDF p. 151; OD-U06-01/24.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Recoger hipótesis sin corregir todavía; registrar vocabulario del grupo. No se pasa directamente de presión a percepción.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Del aire al nervio: ¿qué etapas faltan?</a:t>
            </a:r>
          </a:p>
          <a:p>
            <a:r>
              <a:t>**Respuesta esperada:** Presión en el aire → tímpano → huesecillos → cóclea → células ciliadas → actividad del nervio auditivo.</a:t>
            </a:r>
          </a:p>
          <a:p>
            <a:r>
              <a:t>**Transición:** La dificultad del orden justifica recuperar magnitudes.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«Del aire al nervio: ¿qué etapas faltan?»; organiza cadena incompleta para ordenar: presión, tímpano, huesecillos, cóclea, células y nervio.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6.3; PDF p. 152; BR diagnóstico; EP.</a:t>
            </a:r>
          </a:p>
          <a:p>
            <a:r>
              <a:t>- Asset propio aprobado: U06-DG-001.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Señalar qué se recuperará a demanda; no reenseñar unidades previas. Fuerza, onda, presión, impedancia y respuesta en frecuencia convergen en U6.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**Pregunta al curso:** ¿Qué concepto previo usaríamos para explicar la reflexión en una interfaz?</a:t>
            </a:r>
          </a:p>
          <a:p>
            <a:r>
              <a:t>**Respuesta esperada:** Fuerza, onda, presión, impedancia y respuesta en frecuencia convergen en U6.</a:t>
            </a:r>
          </a:p>
          <a:p>
            <a:r>
              <a:t>**Transición:** Pasar de conceptos previos a una prueba breve de magnitudes.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«Lo que recuperamos de U2 a U5»; organiza cuatro aportes: mecánica, ondas, magnitudes acústicas y señal/sistema.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6.2; PDF p. 152; CM; CDM.</a:t>
            </a:r>
          </a:p>
          <a:p>
            <a:r>
              <a:t>- Asset propio aprobado: U06-DG-002.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justificación, no solo emparejamiento; corregir después de discutir. Cada etapa exige una magnitud y una unidad diferentes.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¿Por qué no alcanza con decir que todas son «señales»?</a:t>
            </a:r>
          </a:p>
          <a:p>
            <a:r>
              <a:t>**Respuesta esperada:** Presión: Pa; fuerza: N; desplazamiento: m; potencial eléctrico: V o mV; actividad neural: patrón de descargas, no una única unidad física universal.</a:t>
            </a:r>
          </a:p>
          <a:p>
            <a:r>
              <a:t>**Transición:** La diversidad de magnitudes conduce a los objetivos.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«Presión, fuerza, desplazamiento y potencial: ¿qué unidad corresponde?»; organiza clasificación breve pa/n/m/v o mv/actividad neural..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6.2; BR; NOT; GLO; EP.</a:t>
            </a:r>
          </a:p>
          <a:p>
            <a:r>
              <a:t>- Asset propio aprobado: U06-DG-003.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Aclarar evidencias esperadas: ordenar, relacionar, calcular y comparar. La evaluación se centrará en relaciones, no en memorizar una lista anatómica.</a:t>
            </a:r>
          </a:p>
          <a:p>
            <a:r>
              <a:t>**Transición:** Anticipar que la segunda mitad llega a cóclea y transducción.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qué podremos reconstruir y explicar; destaca que la evaluación se centrará en relaciones, no en memorizar una lista anatómica.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 objetivos 1–4;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Explicitar que pitch, sonoridad y diagnóstico quedan delimitados. La fisiología periférica prepara percepción y clínica, pero no las reemplaza.</a:t>
            </a:r>
          </a:p>
          <a:p>
            <a:r>
              <a:t>**Transición:** Convertir objetivos en un recorrido visible.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qué podremos explicar dentro de la cóclea; destaca que la fisiología periférica prepara percepción y clínica, pero no las reemplaza.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 objetivos 5–8; CM U6→U7/U8.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Explicar que el mapa reaparecerá con la etapa actual resaltada. Cuatro tramos reúnen diez bloques y una misma cadena acumulativa.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Resaltar “entrada externa” y abrir B01.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«Mapa de la unidad: entrada, transferencia, cóclea y señal»; organiza entrada externa → oído medio/vía ósea → mecánica coclear → transducción/codificación.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 bloques; TEX 6.3; TPL; EP.</a:t>
            </a:r>
          </a:p>
          <a:p>
            <a:r>
              <a:t>- Asset propio aprobado: U06-DG-004.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Conectar la señal de U5 con un sistema biológico dependiente de frecuencia. Geometría, dirección y terminaciones modifican la presión que llega al tímpano.</a:t>
            </a:r>
          </a:p>
          <a:p>
            <a:r>
              <a:t>**Transición:** Comenzar por el pabellón antes del conducto.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el oído externo no es solo una entrada; destaca que geometría, dirección y terminaciones modifican la presión que llega al tímpano.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6.4; PDF p. 153.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Introducir “respuesta direccional” sin desarrollar HRTF ni localización de U7. Reforzar o atenuar componentes es un cambio físico, no sonoridad fija.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**Transición:** Preguntar qué cambiaría al mover la fuente.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pabellón modifica el espectro según la dirección»; organiza pabellón, cabeza, dirección y cambios espectrales individuales.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6.4.1; PDF p. 153; REF carlini2024;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espectro de U5 y evitar concluir percepción individual. Una misma geometría no modifica por igual cada componente.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¿La dirección cambia todas las frecuencias por igual?</a:t>
            </a:r>
          </a:p>
          <a:p>
            <a:r>
              <a:t>**Respuesta esperada:** No. La geometría produce modificaciones dependientes de frecuencia y dirección.</a:t>
            </a:r>
          </a:p>
          <a:p>
            <a:r>
              <a:t>**Transición:** Entrar al CAE y cambiar de dirección a posición.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«¿La dirección cambia todas las frecuencias por igual?»; organiza predicción cualitativa con tres componentes y dos direcciones.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6.4.1; REF carlini2024; 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Distinguir movimiento local de partículas, frente que avanza y patrón de presión. El CAE real es curvo, variable y termina en una impedancia finita.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**Error frecuente:** Confundir desplazamiento local de partículas con avance del patrón de presión.</a:t>
            </a:r>
          </a:p>
          <a:p>
            <a:r>
              <a:t>**Transición:** La posición de medición se vuelve una aplicación inmediata.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presión no es idéntica en todos los puntos del CAE»; organiza geometría real, superposición y posición de observación.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6.4.2; PDF p. 153; REF ugarteburu2022; U4 ondas/reflexión.</a:t>
            </a:r>
          </a:p>
          <a:p>
            <a:r>
              <a:t>- Asset propio aprobado: U06-DG-006.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Delimitar medición física frente a inferencia clínica; preparar oído real. Geometría, reflexiones, terminaciones y sonda alteran la presión local.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**Pregunta al curso:** ¿Qué evidencia del visual sostiene la conclusión?</a:t>
            </a:r>
          </a:p>
          <a:p>
            <a:r>
              <a:t>**Respuesta esperada:** Geometría, reflexiones, terminaciones y sonda alteran la presión local.</a:t>
            </a:r>
          </a:p>
          <a:p>
            <a:r>
              <a:t>**Transición:** La variación real obliga a discutir el enunciado geométrico del programa.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«Medir en la entrada no equivale a medir cerca del tímpano»; organiza dos posiciones de sonda y cuatro causas físicas posibles..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6.4.2 y aplicación A1; PDF pp. 153, 168/173; REF ugarteburu2022.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la formulación del programa y explicar por qué no es una ley universal. “Esférica a cilíndrica” es una idealización; el CAE real exige transferencia dependiente de frecuencia y posición.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**Error frecuente:** Presentar «esférica → cilíndrica» como transformación exacta del CAE real.</a:t>
            </a:r>
          </a:p>
          <a:p>
            <a:r>
              <a:t>**Transición:** Usar un modelo más simple con hipótesis declaradas.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«Del frente ideal al conducto real»; organiza comparación: modelos ideales / cae curvo, variable, finito y con pérdidas.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6.4.2–6.4.3; PDF pp. 153–154; SA tensión 2; OD-U06-03.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Separar modelo didáctico de anatomía individual. Un tubo abierto–aproximadamente cerrado es útil si se declara qué omite.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**Demostración opcional:** usar un tubo o una tira de longitud visible solo como analogía geométrica del cuarto de onda; no presentarlo como reproducción anatómica del CAE.</a:t>
            </a:r>
          </a:p>
          <a:p>
            <a:r>
              <a:t>**Transición:** La relación geométrica se compacta en una ecuación.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modelo de cuarto de onda aproxima la primera resonancia»; organiza extremos, longitud efectiva y condición λ≈4ℓ; lista breve de límites.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6.4.3; PDF p. 154; BR; NOT.</a:t>
            </a:r>
          </a:p>
          <a:p>
            <a:r>
              <a:t>- Asset propio aprobado: U06-DG-008.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Leer la ecuación antes de sustituir; recordar que `≈` expresa modelo. Mayor longitud efectiva implica menor primera frecuencia de resonancia.</a:t>
            </a:r>
          </a:p>
          <a:p>
            <a:r>
              <a:t>**Guía del diagrama:** Leer primero la relación central; señalar cada símbolo desde sus callouts; comprobar unidades; cerrar con la interpretación y el límite del modelo.</a:t>
            </a:r>
          </a:p>
          <a:p>
            <a:r>
              <a:t>**Pregunta al curso:** Si aumenta `ℓ`, ¿qué ocurre con `f_res`?</a:t>
            </a:r>
          </a:p>
          <a:p>
            <a:r>
              <a:t>**Respuesta esperada:** `f_res` disminuye porque es inversamente proporcional a `ℓ`.</a:t>
            </a:r>
          </a:p>
          <a:p>
            <a:r>
              <a:t>**Demostración opcional:** usar un tubo o una tira de longitud visible solo como analogía geométrica del cuarto de onda; no presentarlo como reproducción anatómica del CAE.</a:t>
            </a:r>
          </a:p>
          <a:p>
            <a:r>
              <a:t>**Transición:** Aplicar con datos didácticos.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resonancia del modelo depende de c y ℓ»; organiza fᵣₑₛ≈c/(4ℓ) con definiciones y control dimensional.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ec. 6.1; PDF p. 154; NOT.</a:t>
            </a:r>
          </a:p>
          <a:p>
            <a:r>
              <a:t>- Asset propio aprobado: U06-DG-009.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Hacer análisis dimensional y pedir dos límites del resultado. El resultado pertenece al modelo, no a todas las personas.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¿Qué dos propiedades del CAE real omite el cálculo?</a:t>
            </a:r>
          </a:p>
          <a:p>
            <a:r>
              <a:t>**Respuesta esperada:** Por ejemplo: curvatura, sección variable, pérdidas e impedancia del tímpano.</a:t>
            </a:r>
          </a:p>
          <a:p>
            <a:r>
              <a:t>**Error frecuente:** Tomar 3,18 kHz como constante anatómica universal.</a:t>
            </a:r>
          </a:p>
          <a:p>
            <a:r>
              <a:t>**Demostración opcional:** usar un tubo o una tira de longitud visible solo como analogía geométrica del cuarto de onda; no presentarlo como reproducción anatómica del CAE.</a:t>
            </a:r>
          </a:p>
          <a:p>
            <a:r>
              <a:t>**Transición:** Cerrar el bloque separando transferencia real y modelo.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CAE ideal de 27 mm resuena cerca de 3,18 kHz»; organiza datos → conversión → sustitución → unidad → limitaciones.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6.4.4; PDF p. 154.</a:t>
            </a:r>
          </a:p>
          <a:p>
            <a:r>
              <a:t>- Asset propio aprobado: U06-DG-009B.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la cadena con nueva etapa resaltada; no repetir definiciones. El oído externo modifica y conduce; el modelo explica una parte, no todo el sistema.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**Pregunta al curso:** ¿Qué relación causal pueden justificar y qué inferencia quedaría fuera?</a:t>
            </a:r>
          </a:p>
          <a:p>
            <a:r>
              <a:t>**Respuesta esperada:** El oído externo modifica y conduce; el modelo explica una parte, no todo el sistema.</a:t>
            </a:r>
          </a:p>
          <a:p>
            <a:r>
              <a:t>**Transición:** La respuesta “diferencia de presión” abre B02.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dirección, posición, modelo y límite»; organiza tres afirmaciones + pregunta “¿qué llega finalmente al tímpano?”.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6.3–6.4; BR; EP.</a:t>
            </a:r>
          </a:p>
          <a:p>
            <a:r>
              <a:t>- Asset propio aprobado: U06-DG-001.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presión como fuerza por área. El tímpano es una estructura mecánica, no un sensor eléctrico.</a:t>
            </a:r>
          </a:p>
          <a:p>
            <a:r>
              <a:t>**Transición:** Ubicar primero la membrana entre dos espacios.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una diferencia de presión pone en movimiento una membrana; destaca que el tímpano es una estructura mecánica, no un sensor eléctrico.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6.4.5; PDF pp. 154–155.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describirlo como pistón plano; introducir área efectiva. La fuerza surge de una diferencia de presión entre las dos caras.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**Transición:** Pasar de ubicación a magnitud aplicada.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tímpano separa el CAE de la caja timpánica»; organiza vista anatómica simple con cae, tímpano, caja y mango del martillo.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6.4.5; PDF pp. 154–155; REF ugarteburu2022.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Definir signo/eje solo lo necesario; distinguir presión estática y alternante más adelante. Importa la diferencia entre caras, no una presión aislada.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**Transición:** Compactar la relación en una ecuación.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«Dos presiones producen una fuerza resultante»; organiza presión del cae, presión de caja, resta y fuerza distribuida.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6.4.5; PDF p. 154; U2 presión/fuerza.</a:t>
            </a:r>
          </a:p>
          <a:p>
            <a:r>
              <a:t>- Asset propio aprobado: U06-DG-010.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la convención del curso `S` para el área efectiva y recordar la equivalencia con la notación de la fuente. La ecuación estima fuerza; no predice por sí sola el desplazamiento.</a:t>
            </a:r>
          </a:p>
          <a:p>
            <a:r>
              <a:t>**Guía del diagrama:** Leer primero la relación central; señalar cada símbolo desde sus callouts; comprobar unidades; cerrar con la interpretación y el límite del modelo.</a:t>
            </a:r>
          </a:p>
          <a:p>
            <a:r>
              <a:t>**Pregunta al curso:** ¿Qué magnitud falta para describir el movimiento?</a:t>
            </a:r>
          </a:p>
          <a:p>
            <a:r>
              <a:t>**Respuesta esperada:** Se necesita la respuesta mecánica: masa, rigidez, amortiguamiento, frecuencia y apoyos.</a:t>
            </a:r>
          </a:p>
          <a:p>
            <a:r>
              <a:t>**Error frecuente:** Interpretar fuerza calculada como desplazamiento timpánico.</a:t>
            </a:r>
          </a:p>
          <a:p>
            <a:r>
              <a:t>**Transición:** Ofrecer una aplicación numérica breve.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«Presión por área estima la fuerza resultante»; organiza ecuación, símbolos, pa·m²=n y advertencia de notación del libro 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ec. 6.2; PDF p. 154; NOT área; OD-U06-07.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Insistir en que el resultado no es un nivel ni un desplazamiento. Una fuerza pequeña puede ser físicamente significativa en una estructura pequeña.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Preguntar qué información falta.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 0,20 Pa a una fuerza del orden de 10⁻⁵ N»; organiza datos, conversión, multiplicación y unidad; sin calcular desplazamiento.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G2 y solución; PDF pp. 168, 172.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Diagnosticar si el cálculo anterior produjo una falsa equivalencia. Magnitudes relacionadas no son intercambiables.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¿Qué magnitud describe cada frase?</a:t>
            </a:r>
          </a:p>
          <a:p>
            <a:r>
              <a:t>**Respuesta esperada:** Variación junto al tímpano: presión, Pa. Resultado sobre una superficie: fuerza, N. Movimiento de la membrana: desplazamiento, m.</a:t>
            </a:r>
          </a:p>
          <a:p>
            <a:r>
              <a:t>**Transición:** La diferencia abre la dinámica del tímpano.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«¿Qué magnitud describe cada frase?»; organiza tres situaciones; asignar símbolo/unidad y justificar.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C3; PDF pp. 166, 171.</a:t>
            </a:r>
          </a:p>
          <a:p>
            <a:r>
              <a:t>- Asset propio aprobado: U06-DG-003.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Vincular con U2 y U5 sin modelar el tímpano como un resorte único. El tímpano real tiene una respuesta mecánica dependiente de frecuencia.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¿Puede una misma fuerza producir movimientos distintos a frecuencias diferentes?</a:t>
            </a:r>
          </a:p>
          <a:p>
            <a:r>
              <a:t>**Respuesta esperada:** El tímpano real tiene una respuesta mecánica dependiente de frecuencia.</a:t>
            </a:r>
          </a:p>
          <a:p>
            <a:r>
              <a:t>**Transición:** Separar ahora presión acústica y estática.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«Conocer la fuerza no alcanza para conocer el movimiento»; organiza fuerza de entrada → sistema mecánico → desplazamiento; variables que condicionan.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6.4.5; solución G2; REF ugarteburu2022; CDM.</a:t>
            </a:r>
          </a:p>
          <a:p>
            <a:r>
              <a:t>- Asset propio aprobado: U06-DG-012.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Dar ejemplos cotidianos sin convertirlos en diagnóstico. La acústica alterna y produce vibración; la estática cambia la posición de equilibrio.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**Error frecuente:** Afirmar que la trompa iguala la presión acústica ciclo a ciclo.</a:t>
            </a:r>
          </a:p>
          <a:p>
            <a:r>
              <a:t>**Transición:** La presión estática conduce a la trompa de Eustaquio.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«Presión acústica y presión estática actúan en tiempos distintos»; organiza criterios comunes: escala temporal, origen, efecto y mecanismo de compensación.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6.5.1 y ejercicio C4; PDF pp. 155, 166/171; GLO.</a:t>
            </a:r>
          </a:p>
          <a:p>
            <a:r>
              <a:t>- Asset propio aprobado: U06-DG-013.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explicar patología; conservar función normal y presión estática. La apertura es intermitente y modifica condiciones del oído medio.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**Pregunta al curso:** ¿Qué cambia en esta etapa y qué permanece igual?</a:t>
            </a:r>
          </a:p>
          <a:p>
            <a:r>
              <a:t>**Respuesta esperada:** La apertura es intermitente y modifica condiciones del oído medio.</a:t>
            </a:r>
          </a:p>
          <a:p>
            <a:r>
              <a:t>**Transición:** Volver a la señal acústica y seguir hacia huesecillos.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trompa contribuye a equilibrar presión, ventilar y drenar»; organiza caja timpánica ↔ nasofaringe; tres funciones y límite no diagnóstico.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6.5.1; PDF p. 155; REF schilder2015; 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la cadena con dominio mecánico añadido; pedir unidades. Presión, fuerza y desplazamiento están conectados, pero exigen modelos distintos.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**Pregunta al curso:** ¿Cuál es la conclusión mínima que permite este esquema?</a:t>
            </a:r>
          </a:p>
          <a:p>
            <a:r>
              <a:t>**Respuesta esperada:** Presión, fuerza y desplazamiento están conectados, pero exigen modelos distintos.</a:t>
            </a:r>
          </a:p>
          <a:p>
            <a:r>
              <a:t>**Transición:** La pregunta de transferencia abre el oído medio.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Δp produce fuerza, el sistema determina movimiento»; organiza tres relaciones + pregunta “¿cómo se transfiere al fluido?”.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6.3–6.5.1; BR; EP.</a:t>
            </a:r>
          </a:p>
          <a:p>
            <a:r>
              <a:t>- Asset propio aprobado: U06-DG-001.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impedancia de U4 con una interpretación cualitativa. El oído medio mejora el acoplamiento entre aire y cóclea sin crear energía.</a:t>
            </a:r>
          </a:p>
          <a:p>
            <a:r>
              <a:t>**Transición:** Ubicar la anatomía funcional completa.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transferir hacia un fluido exige transformar; destaca que el oído medio mejora el acoplamiento entre aire y cóclea sin crear energía.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6.5; PDF pp. 155–158.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Nombrar estructuras con orientación y función; no usar el dibujo para escala. El martillo recibe; el yunque transmite; el estribo actúa en la ventana oval.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Plantear por qué la interfaz aire–fluido es problemática.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«Martillo, yunque y estribo forman una cadena funcional»; organiza caja, huesecillos, ventana oval/redonda y trompa en una ruta funcional.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6.5.1; PDF p. 155, fig. 6.2.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impedancia sin derivar; usar “mejora transferencia”, no “elimina pérdidas”. Sin transformación, una fracción importante de energía se refleja.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¿Qué destinos puede tener la energía en una interfaz desadaptada?</a:t>
            </a:r>
          </a:p>
          <a:p>
            <a:r>
              <a:t>**Respuesta esperada:** Puede transferirse, reflejarse y disiparse una parte.</a:t>
            </a:r>
          </a:p>
          <a:p>
            <a:r>
              <a:t>**Error frecuente:** Decir que adaptar impedancias elimina toda reflexión.</a:t>
            </a:r>
          </a:p>
          <a:p>
            <a:r>
              <a:t>**Transición:** Presentar los dos recursos mecánicos.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«Aire y fluidos presentan cargas mecánicas diferentes»; organiza dos medios, interfaz y destinos: reflexión/transferencia; sin coeficientes numéricos.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6.5.2; PDF p. 155; U4 impedancia/reflexión.</a:t>
            </a:r>
          </a:p>
          <a:p>
            <a:r>
              <a:t>- Asset propio aprobado: U06-DG-016.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Anticipar que el oído real depende de frecuencia y pérdidas. Área menor y acción de palanca cambian fuerza, presión y desplazamiento.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Formalizar primero la razón de áreas.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«Dos recursos colaboran en la transformación»; organiza 1) diferencia de áreas; 2) geometría martillo–yunque; 3) carga coclear.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6.5.2; PDF pp. 155–156.</a:t>
            </a:r>
          </a:p>
          <a:p>
            <a:r>
              <a:t>- Asset propio aprobado: U06-DG-017.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presentar áreas como universales; resolver OD-U06-07 antes de escribir. Una misma fuerza sobre menor área produce mayor presión ideal.</a:t>
            </a:r>
          </a:p>
          <a:p>
            <a:r>
              <a:t>**Guía del diagrama:** Leer primero la relación central; señalar cada símbolo desde sus callouts; comprobar unidades; cerrar con la interpretación y el límite del modelo.</a:t>
            </a:r>
          </a:p>
          <a:p>
            <a:r>
              <a:t>**Transición:** Añadir la acción de palanca sin otra ecuación compleja.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razón de áreas compara superficies efectivas»; organiza Rₛ=Sₜₘ/Sₑ; las unidades se cancelan; la equivalencia con la notación del libro se explica en notas.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ec. 6.3; PDF p. 156; NOT; OD-U06-07.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valores anatómicos; enfatizar modelo ideal. Mayor fuerza ideal de salida se acompaña por menor desplazamiento o velocidad.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Combinar ambos recursos en una razón.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palanca intercambia fuerza y desplazamiento»; organiza brazos efectivos, fuerza de entrada/salida y sentido del intercambio.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6.5.2; PDF p. 156, fig. 6.3.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Explicar la colisión `R_p` y no fijar copy final. La razón de presiones del modelo no debe llamarse como el coeficiente `R_p` de U4.</a:t>
            </a:r>
          </a:p>
          <a:p>
            <a:r>
              <a:t>**Guía del diagrama:** Leer primero la relación central; señalar cada símbolo desde sus callouts; comprobar unidades; cerrar con la interpretación y el límite del modelo.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Mostrar qué se conserva en el modelo ideal.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transformación ideal combina áreas y palanca»; organiza Mₚ≈Rₛ·Rₗ y define entrada, salida y carácter adimensional.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ec. 6.4; PDF p. 156; NOT; OD-U06-08/09.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conservación con una nueva aplicación; diferenciar de proceso activo de CCE. Fuerza/presión aumentan a cambio de velocidad/desplazamiento; el oído real además pierde energía.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**Pregunta al curso:** ¿Qué variable disminuye si aumenta la fuerza de salida en un transformador ideal?</a:t>
            </a:r>
          </a:p>
          <a:p>
            <a:r>
              <a:t>**Respuesta esperada:** Disminuye el desplazamiento o la velocidad de salida, además de existir pérdidas reales.</a:t>
            </a:r>
          </a:p>
          <a:p>
            <a:r>
              <a:t>**Error frecuente:** Confundir aumento de presión con creación de energía.</a:t>
            </a:r>
          </a:p>
          <a:p>
            <a:r>
              <a:t>**Transición:** Aplicar los dos factores con números didácticos.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«Mayor presión no significa mayor energía»; organiza balance cualitativo entrada–transformación–salida–pérdidas.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6.3, 6.5.2 y error 6.11; PDF pp. 152, 156, 165.</a:t>
            </a:r>
          </a:p>
          <a:p>
            <a:r>
              <a:t>- Asset propio aprobado: U06-DG-021.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los símbolos definidos en la convención del curso; terminar con tres “no significa”. `20×1,2=24`; expresarlo en dB no lo convierte en dB SPL ni energía.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Convertir el resultado en una pregunta de clasificación.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modelo ideal puede multiplicar la presión por 24»; organiza datos → razón → 20 log10 → interpretación y límites.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6.5.3; PDF pp. 156–157; OD-U06-08/09.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referencia de U4 y evitar mezclar gain/nivel. Faltan referencia y definición de magnitud para informar SPL.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¿Qué evidencia del visual sostiene la conclusión?</a:t>
            </a:r>
          </a:p>
          <a:p>
            <a:r>
              <a:t>**Respuesta esperada:** Faltan referencia y definición de magnitud para informar SPL.</a:t>
            </a:r>
          </a:p>
          <a:p>
            <a:r>
              <a:t>**Error frecuente:** Rotular una razón del modelo como dB SPL.</a:t>
            </a:r>
          </a:p>
          <a:p>
            <a:r>
              <a:t>**Transición:** De la transformación pasiva pasar al reflejo muscular.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«Una razón en dB no es automáticamente dB SPL»; organiza comparación 20 log10(p2/p1) frente a 20 log10(pᵣₘₛ/pᵣₑ𝒻).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6.5.3; PDF p. 156; NOT niveles.</a:t>
            </a:r>
          </a:p>
          <a:p>
            <a:r>
              <a:t>- Asset propio aprobado: U06-DG-022.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Señalar dependencias de estímulo, nivel y persona; reservar protocolo para U8. La contracción del estapedio atenúa de forma dependiente de frecuencia y no es instantánea.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¿Por qué el reflejo no modifica el inicio de un impulso muy breve?</a:t>
            </a:r>
          </a:p>
          <a:p>
            <a:r>
              <a:t>**Respuesta esperada:** La contracción muscular ocurre después de una latencia.</a:t>
            </a:r>
          </a:p>
          <a:p>
            <a:r>
              <a:t>**Error frecuente:** Describir el reflejo como instantáneo o absolutamente protector.</a:t>
            </a:r>
          </a:p>
          <a:p>
            <a:r>
              <a:t>**Transición:** Preguntar por impulso breve y protección.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reflejo acústico modifica la rigidez después de una latencia»; organiza estímulo → vía refleja → contracción → cambio de rigidez/transferencia.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6.5.4; PDF p. 158; REF ashaHearingAdults; OD-U06-10/23.</a:t>
            </a:r>
          </a:p>
          <a:p>
            <a:r>
              <a:t>- Asset propio aprobado: U06-DG-023.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la cadena con ventana oval y límite del reflejo; no repetir anatomía. El oído medio adapta con pérdidas; el reflejo llega tarde para el inicio de un impulso.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**Pregunta al curso:** ¿Qué relación causal pueden justificar y qué inferencia quedaría fuera?</a:t>
            </a:r>
          </a:p>
          <a:p>
            <a:r>
              <a:t>**Respuesta esperada:** El oído medio adapta con pérdidas; el reflejo llega tarde para el inicio de un impulso.</a:t>
            </a:r>
          </a:p>
          <a:p>
            <a:r>
              <a:t>**Transición:** Abrir una entrada alternativa: vibración del cráneo.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transferir, transformar y limitar»; organiza tres ideas + pregunta de control sobre energía y latencia.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6.5; PDF pp. 155–158; ejercicio A5.</a:t>
            </a:r>
          </a:p>
          <a:p>
            <a:r>
              <a:t>- Asset propio aprobado: U06-DG-001.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que “vía” no significa un único trayecto anatómico. Vibrar el cráneo puede estimular la cóclea mediante varias contribuciones simultáneas.</a:t>
            </a:r>
          </a:p>
          <a:p>
            <a:r>
              <a:t>**Transición:** Comparar primero las entradas aérea y ósea.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la vía ósea es una convergencia, no un atajo único; destaca que vibrar el cráneo puede estimular la cóclea mediante varias contribuciones simultáneas.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6.6; PDF pp. 158–159.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“normal/anormal” y no introducir audiometría diagnóstica. Ambas pueden generar diferencias de presión y movimiento en la partición coclear.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**Transición:** Convertir la comparación en una afirmación para evaluar.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«Vía aérea y vía ósea cambian la entrada, no la cóclea final»; organiza entrada, estructuras participantes y punto de convergencia; mismos criterios en dos columnas.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6.6; PDF p. 158; GLO.</a:t>
            </a:r>
          </a:p>
          <a:p>
            <a:r>
              <a:t>- Asset propio aprobado: U06-DG-024.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evidencia; no aceptar “porque llega directo”. La afirmación absoluta es falsa porque algunas contribuciones involucran CAE y huesecillos.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“La vía ósea evita el oído externo y medio”: ¿verdadero o falso?</a:t>
            </a:r>
          </a:p>
          <a:p>
            <a:r>
              <a:t>**Respuesta esperada:** Falsa. La radiación hacia el CAE y la inercia osicular son dos ejemplos de participación del oído externo o medio.</a:t>
            </a:r>
          </a:p>
          <a:p>
            <a:r>
              <a:t>**Error frecuente:** Describir la vía ósea como un bypass único.</a:t>
            </a:r>
          </a:p>
          <a:p>
            <a:r>
              <a:t>**Transición:** Revelar el mapa multimecanismo.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«“La vía ósea evita el oído externo y medio”: ¿verdadero o falso?»; organiza consigna con espacio para justificar mediante mecanismos.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A3/D2; PDF pp. 168–170, 173–174.</a:t>
            </a:r>
          </a:p>
          <a:p>
            <a:r>
              <a:t>- Asset propio aprobado: U06-DG-024.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Explicar simultaneidad y dependencia; no asignar porcentajes. La importancia relativa cambia con frecuencia, acoplamiento y punto de estimulación.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¿Qué condición puede cambiar la importancia relativa de los mecanismos?</a:t>
            </a:r>
          </a:p>
          <a:p>
            <a:r>
              <a:t>**Respuesta esperada:** La importancia relativa cambia con frecuencia, acoplamiento y punto de estimulación.</a:t>
            </a:r>
          </a:p>
          <a:p>
            <a:r>
              <a:t>**Transición:** Agrupar mecanismos por región para bajar carga.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«Cinco contribuciones pueden actuar al mismo tiempo»; organiza radiación cae, inercia osicular, inercia de fluidos, deformación capsular y tejidos/cavidades.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6.6; PDF p. 159, fig. 6.4; REF stenfeltGoode2005.</a:t>
            </a:r>
          </a:p>
          <a:p>
            <a:r>
              <a:t>- Asset propio aprobado: U06-DG-025.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desarrollar efecto de oclusión audiométrico; conservar mecanismo físico. La vibración del canal puede reintroducir una contribución aérea local.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**Transición:** Pasar de aire local a inercias.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pared del CAE también puede generar presión»; organiza pared del cae → presión interna; oclusión como modificador, sin procedimiento clínico.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6.6, punto 1; REF stenfeltGoode2005.</a:t>
            </a:r>
          </a:p>
          <a:p>
            <a:r>
              <a:t>- Asset propio aprobado: U06-DG-026.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inercia de U2 sin ecuaciones; evitar “todo se mueve igual”. Lo relevante es movimiento relativo respecto de la cavidad o cápsula.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**Transición:** Completar con deformación y tejidos.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«Huesecillos y fluidos responden por inercia relativa»; organiza inercia osicular / inercia de fluidos con entrada, estructura y efecto.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6.6, puntos 2–3; REF stenfeltGoode2005.</a:t>
            </a:r>
          </a:p>
          <a:p>
            <a:r>
              <a:t>- Asset propio aprobado: U06-DG-027.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el lenguaje probabilístico/condicional de la fuente. Deformación y transmisión por cavidades pueden contribuir al resultado coclear.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Aplicar el mapa a un transductor.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cápsula y los tejidos aportan otras diferencias de presión»; organiza dos mecanismos restantes y advertencia de dependencia contextual.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6.6, puntos 4–5; REF stenfeltGoode2005.</a:t>
            </a:r>
          </a:p>
          <a:p>
            <a:r>
              <a:t>- Asset propio aprobado: U06-DG-028.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Diferenciar demostración física, calibración y evaluación clínica. Acoplamiento, ubicación y frecuencia cambian las contribuciones.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¿Qué cambia en esta etapa y qué permanece igual?</a:t>
            </a:r>
          </a:p>
          <a:p>
            <a:r>
              <a:t>**Respuesta esperada:** Acoplamiento, ubicación y frecuencia cambian las contribuciones.</a:t>
            </a:r>
          </a:p>
          <a:p>
            <a:r>
              <a:t>**Transición:** Volver a la convergencia coclear.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vibrador óseo activa más de un mecanismo»; organiza transductor, punto de apoyo y rutas físicas posibles..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 y aplicación A3; CM U6→U8; OD-U06-17/19.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la comparación con mecanismos ya conocidos, no la lista completa. “Vía ósea” nombra el estímulo, no una sola ruta interna.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**Pregunta al curso:** ¿Cuál es la conclusión mínima que permite este esquema?</a:t>
            </a:r>
          </a:p>
          <a:p>
            <a:r>
              <a:t>**Respuesta esperada:** “Vía ósea” nombra el estímulo, no una sola ruta interna.</a:t>
            </a:r>
          </a:p>
          <a:p>
            <a:r>
              <a:t>**Transición:** La cóclea común abre B05.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varias entradas, una partición coclear»; organiza tres ideas + respuesta corregida a u06-042.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6.6; PDF pp. 158–159; BR.</a:t>
            </a:r>
          </a:p>
          <a:p>
            <a:r>
              <a:t>- Asset propio aprobado: U06-DG-024.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Advertir que ningún dibujo estará a escala. Una vista longitudinal explica el recorrido; un corte transversal explica compartimentos y membranas.</a:t>
            </a:r>
          </a:p>
          <a:p>
            <a:r>
              <a:t>**Transición:** Comenzar por las ventanas y el recorrido longitudinal.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la cóclea necesita dos vistas para entenderse; destaca que una vista longitudinal explica el recorrido; un corte transversal explica compartimentos y membranas.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6.7.1; PDF pp. 159–160.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Corregir la imagen de “líquido que circula” de oval a redonda. El estribo impulsa en la oval; la redonda permite desplazamiento complementario de fluidos.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¿Qué función mecánica cumple la ventana redonda?</a:t>
            </a:r>
          </a:p>
          <a:p>
            <a:r>
              <a:t>**Respuesta esperada:** Aporta una frontera móvil complementaria para permitir desplazamientos oscilatorios del fluido.</a:t>
            </a:r>
          </a:p>
          <a:p>
            <a:r>
              <a:t>**Error frecuente:** Imaginar circulación neta permanente desde la ventana oval a la redonda.</a:t>
            </a:r>
          </a:p>
          <a:p>
            <a:r>
              <a:t>**Transición:** Ubicar el recorrido completo en vista longitudinal.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«Ventana oval y ventana redonda permiten movimiento complementario»; organiza estribo → presión en fluido → partición → ventana redonda.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6.7.1; PDF pp. 159–160; ejercicio C6.</a:t>
            </a:r>
          </a:p>
          <a:p>
            <a:r>
              <a:t>- Asset propio aprobado: U06-DG-030.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Hacer trazar el recorrido con el dedo; aclarar oscilación, no flujo continuo. Rampa vestibular y timpánica se comunican apicalmente mediante helicotrema.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**Transición:** Cambiar de vista y anunciar qué información nueva aparece.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vista longitudinal conecta base, ápex y helicotrema»; organiza ventanas, base, ápex, dos rampas y helicotrema.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6.7.1; PDF p. 160, fig. 6.5a.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doble nomenclatura solo en primera aparición; validar OD-U06-06. Rampa vestibular, conducto coclear/rampa media y rampa timpánica ocupan posiciones distintas.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Preguntar qué fluido ocupa cada compartimento.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«Tres compartimentos en el corte coclear»; organiza tres compartimentos con orientación superior/media/inferior.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6.7.1; PDF p. 160; OD-U06-06.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Reservar gradiente eléctrico para B08; no anticipar todo. Perilinfa: rampas vestibular/timpánica; endolinfa: rampa media.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**Pregunta al curso:** ¿Dónde se encuentra la endolinfa?</a:t>
            </a:r>
          </a:p>
          <a:p>
            <a:r>
              <a:t>**Respuesta esperada:** En el conducto coclear o rampa media.</a:t>
            </a:r>
          </a:p>
          <a:p>
            <a:r>
              <a:t>**Transición:** Añadir ahora las membranas que delimitan.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«Perilinfa y endolinfa no ocupan los mismos espacios»; organiza comparación por ubicación y función en esta unidad; sin composición iónica detallada.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 y 6.8.3; PDF pp. 159–160, 163;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Validar nombres; no decir que las membranas son paredes rígidas. Las membranas separan compartimentos y sostienen la micromecánica.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**Transición:** Incorporar membrana tectorial y órgano de Corti.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«Reissner y basilar delimitan la rampa media»; organiza reissner arriba; basilar abajo; órgano de corti apoyado en basilar.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6.7.1; PDF p. 160.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afirmar contacto idéntico para CCI y CCE; mantener esquema funcional. El estímulo celular depende de movimiento relativo dentro de la partición.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**Transición:** Nombrar el órgano antes de añadir su túnel.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membrana tectorial se relaciona con los haces de estereocilios»; organiza basilar, órgano de corti, tectorial y estereocilios; relación espacial básica.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 y 6.8.1; PDF pp. 160–161; REF fettiplace2017.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la definición en nivel de primer año; no introducir todas las células de soporte. No es una célula ni una membrana: es una organización sobre la basilar.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**Transición:** Señalar el punto obligatorio que falta en el capítulo.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órgano de Corti integra soporte y células sensoriales»; organiza definición, ubicación y componentes que se desarrollarán en b07.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6.8.1; PDF p. 161; REF fettiplace2017.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Ubicar primero la membrana basilar. Luego señalar las células pilares interna y externa: al inclinarse una hacia la otra delimitan un espacio triangular, el túnel de Corti. Aclarar que el esquema es conceptual y que el túnel forma parte del órgano de Corti.</a:t>
            </a:r>
          </a:p>
          <a:p>
            <a:r>
              <a:t>**Guía del diagrama:** Recorrer base, pilar interno, pilar externo y espacio central. La etiqueta del túnel debe señalar el espacio, no una de las células pilares.</a:t>
            </a:r>
          </a:p>
          <a:p>
            <a:r>
              <a:t>**Pregunta al curso:** ¿Qué tres límites permiten reconocer el túnel aunque cambie el estilo del dibujo?</a:t>
            </a:r>
          </a:p>
          <a:p>
            <a:r>
              <a:t>**Respuesta esperada:** Pilar interno, pilar externo y región de la membrana basilar que forma la base.</a:t>
            </a:r>
          </a:p>
          <a:p>
            <a:r>
              <a:t>**Error frecuente:** Confundir el túnel con una célula, una fila de células ciliadas o una rampa coclear.</a:t>
            </a:r>
          </a:p>
          <a:p>
            <a:r>
              <a:t>**Transición:** Volver al sistema completo mediante una actividad de rotulado.</a:t>
            </a:r>
          </a:p>
          <a:p>
            <a:endParaRPr/>
          </a:p>
          <a:p>
            <a:r>
              <a:t>[Alt text]</a:t>
            </a:r>
          </a:p>
          <a:p>
            <a:r>
              <a:t>Corte conceptual del órgano de Corti que ubica el túnel triangular entre los pilares interno y externo, sobre la membrana basilar.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PMC1852340; PMC4310856; consulta 2026-08-10.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Diagnosticar rotación mental y vocabulario; dar pista base–ápex. Cada vista responde una pregunta distinta y ambas son necesarias.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¿Qué cambia entre la vista longitudinal y el corte?</a:t>
            </a:r>
          </a:p>
          <a:p>
            <a:r>
              <a:t>**Respuesta esperada:** Base–ápex, helicotrema y ventanas se reconocen principalmente en la vista longitudinal; rampas y membrana de Reissner, en el corte. La orientación general debe coordinarse entre ambas.</a:t>
            </a:r>
          </a:p>
          <a:p>
            <a:r>
              <a:t>**Transición:** Resolver con el mapa de compartimentos.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«¿Qué cambia entre la vista longitudinal y el corte?»; organiza emparejar estructuras visibles en una vista, en ambas o solo en el corte.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I3; PDF pp. 167, 171.</a:t>
            </a:r>
          </a:p>
          <a:p>
            <a:r>
              <a:t>- Asset propio aprobado: U06-DG-031.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el caso funcional, no diagnóstico; preparar pruebas cruzadas. Una estructura aislada no explica por sí sola la respuesta registrada.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**Pregunta al curso:** ¿Qué evidencia del visual sostiene la conclusión?</a:t>
            </a:r>
          </a:p>
          <a:p>
            <a:r>
              <a:t>**Respuesta esperada:** Una estructura aislada no explica por sí sola la respuesta registrada.</a:t>
            </a:r>
          </a:p>
          <a:p>
            <a:r>
              <a:t>**Transición:** Cerrar con un mapa anatómico funcional.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«Una frontera móvil altera toda la cadena hidromecánica»; organiza caso conceptual: movilidad de ventana/partición y consecuencias posibles.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6.10; PDF pp. 164–165; CM U6→U8.</a:t>
            </a:r>
          </a:p>
          <a:p>
            <a:r>
              <a:t>- Asset propio aprobado: U06-DG-030.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estructuras en una nueva tarea espacial, no como glosario. La cóclea combina fronteras móviles y estructuras distribuidas.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¿Qué relación causal pueden justificar y qué inferencia quedaría fuera?</a:t>
            </a:r>
          </a:p>
          <a:p>
            <a:r>
              <a:t>**Respuesta esperada:** La cóclea combina fronteras móviles y estructuras distribuidas.</a:t>
            </a:r>
          </a:p>
          <a:p>
            <a:r>
              <a:t>**Transición:** La pregunta sobre movimiento abre B06.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ventanas, compartimentos, fluidos y membranas»; organiza recorrido longitudinal + corte reducido + pregunta “¿dónde se moverá más cada frecuencia?”.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6.7.1; PDF pp. 159–160; BR.</a:t>
            </a:r>
          </a:p>
          <a:p>
            <a:r>
              <a:t>- Asset propio aprobado: U06-DG-037.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onda viajera de U3 y respuesta en frecuencia de U5. Una estimulación tonal genera una onda con máximo dependiente de condiciones.</a:t>
            </a:r>
          </a:p>
          <a:p>
            <a:r>
              <a:t>**Transición:** Aclarar primero qué se mueve y qué no viaja netamente.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la respuesta coclear se distribuye a lo largo de la partición; destaca que una estimulación tonal genera una onda con máximo dependiente de condiciones.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6.7.2–6.7.3; PDF pp. 160–162.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Relacionar con U3; señalar qué observar cuadro a cuadro. Las partículas se desplazan alrededor de equilibrio mientras el patrón progresa.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**Multimedia/demostración:** Reproducir el recurso solo si está aprobado. Antes de iniciar, indicar qué observar; después, congelar o mostrar la alternativa estática y pedir que describan el cambio.</a:t>
            </a:r>
          </a:p>
          <a:p>
            <a:r>
              <a:t>**Pregunta al curso:** ¿Qué cambia en esta etapa y qué permanece igual?</a:t>
            </a:r>
          </a:p>
          <a:p>
            <a:r>
              <a:t>**Respuesta esperada:** Las partículas se desplazan alrededor de equilibrio mientras el patrón progresa.</a:t>
            </a:r>
          </a:p>
          <a:p>
            <a:r>
              <a:t>**Error frecuente:** Confundir oscilación local con transporte neto del fluido.</a:t>
            </a:r>
          </a:p>
          <a:p>
            <a:r>
              <a:t>**Transición:** Seguir el crecimiento de la onda desde la base.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«Los fluidos oscilan; no circulan una vez alrededor de la cóclea»; organiza oscilación local frente a avance de la envolvente.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6.7.1–6.7.2; PDF pp. 160–161; GLO onda.</a:t>
            </a:r>
          </a:p>
          <a:p>
            <a:r>
              <a:t>- Asset propio aprobado: U06-DG-038.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hablar de “celdas de frecuencia”; introducir extensión espacial. El máximo no aparece instantáneamente en un punto aislado.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**Transición:** Cambiar una variable: la frecuencia.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onda crece, alcanza un máximo y decae»; organiza inicio basal → crecimiento → máximo → decaimiento.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6.7.2; PDF pp. 160–161; REF fettiplace2017.</a:t>
            </a:r>
          </a:p>
          <a:p>
            <a:r>
              <a:t>- Asset propio aprobado: U06-DG-039.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Enseñar a leer ejes y aclarar que no son datos anatómicos. Altas: base; bajas: ápex; las curvas tienen ancho y solapamiento.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**Pregunta al curso:** ¿Qué curva alcanza su máximo más cerca de la base?</a:t>
            </a:r>
          </a:p>
          <a:p>
            <a:r>
              <a:t>**Respuesta esperada:** La frecuencia alta; las bajas alcanzan máximos más apicales.</a:t>
            </a:r>
          </a:p>
          <a:p>
            <a:r>
              <a:t>**Transición:** Nombrar lugar característico y tonotopía.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altas: base; bajas: ápex; las curvas tienen ancho y solapamiento.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 y fig. 6.6a; PDF pp. 160–162; REF fettiplace2017, capraraPeng2022.</a:t>
            </a:r>
          </a:p>
          <a:p>
            <a:r>
              <a:t>- Asset propio aprobado: U06-CH-001.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Contrastar región, mapa y atributo perceptual. Lugar característico es una región; tonotopía es la organización ordenada de muchas frecuencias.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**Error frecuente:** Convertir el lugar característico en una celda de ancho fijo.</a:t>
            </a:r>
          </a:p>
          <a:p>
            <a:r>
              <a:t>**Transición:** Comprobar orientación.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«Lugar característico y tonotopía describen relaciones distintas»; organiza dos definiciones y ejemplo base/ápex.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6.7.2; PDF p. 160; GLO.</a:t>
            </a:r>
          </a:p>
          <a:p>
            <a:r>
              <a:t>- Asset propio aprobado: U06-DG-040.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“más basal/más apical”, no una distancia inventada. La respuesta debe justificarse desde el mapa tonotópico.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**Pregunta al curso:** ¿Dónde esperás el máximo de un tono más agudo?</a:t>
            </a:r>
          </a:p>
          <a:p>
            <a:r>
              <a:t>**Respuesta esperada:** En una región relativamente más basal; no se asigna una distancia exacta porque el gráfico es conceptual y normalizado.</a:t>
            </a:r>
          </a:p>
          <a:p>
            <a:r>
              <a:t>**Transición:** Hacer visible el error del punto fijo.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la respuesta debe justificarse desde el mapa tonotópico.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I4/D3; PDF pp. 167, 170.</a:t>
            </a:r>
          </a:p>
          <a:p>
            <a:r>
              <a:t>- Asset propio aprobado: U06-CH-001.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Conectar con U5: la cóclea no ejecuta un algoritmo FFT. La excitación posee extensión, solapamiento y dependencia del nivel.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**Pregunta al curso:** ¿Cuál es la conclusión mínima que permite este esquema?</a:t>
            </a:r>
          </a:p>
          <a:p>
            <a:r>
              <a:t>**Respuesta esperada:** La excitación posee extensión, solapamiento y dependencia del nivel.</a:t>
            </a:r>
          </a:p>
          <a:p>
            <a:r>
              <a:t>**Error frecuente:** Afirmar que la cóclea ejecuta literalmente una FFT.</a:t>
            </a:r>
          </a:p>
          <a:p>
            <a:r>
              <a:t>**Transición:** Mantener frecuencia y cambiar nivel.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la excitación posee extensión, solapamiento y dependencia del nivel.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 y errores 6.11; PDF pp. 160, 165.</a:t>
            </a:r>
          </a:p>
          <a:p>
            <a:r>
              <a:t>- Asset propio aprobado: U06-CH-001.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Declarar gráfico conceptual y no convertir altura de curva en unidad absoluta. La contribución de CCE aumenta sensibilidad y agudiza el máximo.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**Transición:** Comparar con una señal intensa en slide siguiente.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la contribución de cce aumenta sensibilidad y agudiza el máximo.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6.7.3; PDF pp. 161–162; REF fettiplace2017, capraraPeng2022.</a:t>
            </a:r>
          </a:p>
          <a:p>
            <a:r>
              <a:t>- Asset propio aprobado: U06-CH-002A.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Aclarar qué se mantiene: frecuencia y condiciones; qué cambia: nivel. La respuesta crece de forma compresiva y se ensancha.</a:t>
            </a:r>
          </a:p>
          <a:p>
            <a:r>
              <a:t>**Guía del gráfico:** leer primero ejes, unidades/normalización y escala; después localizar máximos, comparar condiciones y cerrar con lo que la curva no representa.</a:t>
            </a:r>
          </a:p>
          <a:p>
            <a:r>
              <a:t>**Transición:** Preguntar por qué no hay ganancia constante.</a:t>
            </a:r>
          </a:p>
          <a:p>
            <a:endParaRPr/>
          </a:p>
          <a:p>
            <a:r>
              <a:t>[Alt text]</a:t>
            </a:r>
          </a:p>
          <a:p>
            <a:r>
              <a:t>Gráfico que muestra la respuesta crece de forma compresiva y se ensancha. Ejes, escala y normalización se describen en el propio recurso.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6.7.3; PDF pp. 161–162.</a:t>
            </a:r>
          </a:p>
          <a:p>
            <a:r>
              <a:t>- Asset propio aprobado: U06-CH-002B.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anticipar prestina en detalle; reservarla para B07. “Amplificador coclear” nombra un proceso dependiente de frecuencia y nivel.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**Pregunta al curso:** ¿Por qué una recta de ganancia constante no describe esta respuesta?</a:t>
            </a:r>
          </a:p>
          <a:p>
            <a:r>
              <a:t>**Respuesta esperada:** “Amplificador coclear” nombra un proceso dependiente de frecuencia y nivel.</a:t>
            </a:r>
          </a:p>
          <a:p>
            <a:r>
              <a:t>**Error frecuente:** Representar el proceso activo como ganancia constante.</a:t>
            </a:r>
          </a:p>
          <a:p>
            <a:r>
              <a:t>**Transición:** Consolidar frecuencia y nivel antes de abrir órgano de Corti.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proceso activo coclear es compresivo, no una ganancia fija»; organiza entrada física → respuesta pasiva/activa → compresión; sin modelo electrónico literal.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6.7.3; PDF p. 161; REF fettiplace2017; GLO CCE.</a:t>
            </a:r>
          </a:p>
          <a:p>
            <a:r>
              <a:t>- Asset propio aprobado: U06-CH-003.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pares físico/perceptual con nueva evidencia mecánica. Tonotopía y compresión son respuestas periféricas; pitch y sonoridad vendrán después.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¿Qué evidencia del visual sostiene la conclusión?</a:t>
            </a:r>
          </a:p>
          <a:p>
            <a:r>
              <a:t>**Respuesta esperada:** Tonotopía y compresión son respuestas periféricas; pitch y sonoridad vendrán después.</a:t>
            </a:r>
          </a:p>
          <a:p>
            <a:r>
              <a:t>**Transición:** Preguntar qué estructura aporta el proceso activo.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frecuencia cambia el lugar; nivel cambia la extensión»; organiza tres ideas + pregunta sobre tono de 2 khz a dos niveles.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6.7.2–6.7.3; PDF pp. 160–162; CM U6→U7.</a:t>
            </a:r>
          </a:p>
          <a:p>
            <a:r>
              <a:t>- Asset propio aprobado: U06-CH-001.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Volver del gráfico longitudinal al corte local. La membrana basilar no actúa sola; importa la micromecánica de la partición.</a:t>
            </a:r>
          </a:p>
          <a:p>
            <a:r>
              <a:t>**Transición:** Ubicar el órgano y las células.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el estímulo celular nace del movimiento relativo; destaca que la membrana basilar no actúa sola; importa la micromecánica de la partición.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6.8; PDF pp. 161–164.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Validar anatomía y evitar escala falsa; ubicar el túnel como referencia dentro del órgano de Corti. La organización espacial permite convertir movimiento en deflexión de haces.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**Transición:** Aislar el movimiento relativo.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órgano de Corti se apoya sobre la membrana basilar»; organiza una fila de células ciliadas internas, varias filas de células ciliadas externas, pilares y túnel de Corti.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6.8.1; PDF p. 161; REF fettiplace2017; OD-U06-04/14.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Indicar qué mirar; aclarar límites del esquema y contacto diferencial CCI/CCE. El cizallamiento/relación de movimiento deflecta estereocilios.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**Multimedia/demostración:** Reproducir el recurso solo si está aprobado. Antes de iniciar, indicar qué observar; después, congelar o mostrar la alternativa estática y pedir que describan el cambio.</a:t>
            </a:r>
          </a:p>
          <a:p>
            <a:r>
              <a:t>**Transición:** Acercarse a un haz de estereocilios.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«Basilar, tectorial y partición se mueven de manera relativa»; organiza estado 1/estado 2 y dirección de movimiento; sin afirmar desplazamientos universales.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6.8.1; PDF p. 161; REF fettiplace2017, capraraPeng2022.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Preparar B08 sin adelantar corriente iónica completa. La respuesta no depende solo de “cuánto”, sino también de hacia dónde se deflecta.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**Transición:** Comparar los dos tipos celulares que reciben esta entrada.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dirección de deflexión cambia la respuesta del haz»; organiza haz en reposo, deflexión excitatoria y opuesta; sin canales todavía.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6.8.3; PDF p. 163; REF capraraPeng2022.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afirmar que una transduce y la otra no; ambas lo hacen. CCI: aferencia principal; CCE: realimentación mecánica activa.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**Pregunta al curso:** ¿Cuál es la vía aferente principal y cuál realimenta la mecánica?</a:t>
            </a:r>
          </a:p>
          <a:p>
            <a:r>
              <a:t>**Respuesta esperada:** CCI: aferencia principal. CCE: realimentación mecánica activa.</a:t>
            </a:r>
          </a:p>
          <a:p>
            <a:r>
              <a:t>**Error frecuente:** Afirmar que solo un tipo celular transduce.</a:t>
            </a:r>
          </a:p>
          <a:p>
            <a:r>
              <a:t>**Transición:** Profundizar cada rama por separado.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«CCI y CCE comparten transducción, pero no función global»; organiza comparación por entrada, salida inmediata, conexión y consecuencia.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6.8.2–6.8.3; PDF pp. 161–164; GLO.</a:t>
            </a:r>
          </a:p>
          <a:p>
            <a:r>
              <a:t>- Asset propio aprobado: U06-DG-044.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confundir potencial receptor con potencial de acción; se formaliza en B08. La señal neural principal comienza después de una transmisión sináptica.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Contrastar con la salida mecánica de CCE.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«Las CCI constituyen la vía aferente principal»; organiza cci → potencial receptor → glutamato → fibra aferente; detalle reducido.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6.8.2; PDF pp. 161–162; REF fettiplace2017.</a:t>
            </a:r>
          </a:p>
          <a:p>
            <a:r>
              <a:t>- Asset propio aprobado: U06-DG-045.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presentar prestina como “motor” aislado ni ganancia constante. Cambios de longitud asociados con prestina modifican la partición, especialmente para señales débiles.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**Transición:** Volver a las dos ramas en una actividad.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«Las CCE realimentan la mecánica coclear»; organiza cce → cambio de longitud → realimentación → sensibilidad/selectividad/compresión.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6.8.2; PDF p. 162; REF fettiplace2017, capraraPeng2022.</a:t>
            </a:r>
          </a:p>
          <a:p>
            <a:r>
              <a:t>- Asset propio aprobado: U06-DG-046.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Corregir intercambios CCI↔CCE y pedir evidencia causal. Aferencia, OEA, selectividad y neurotransmisión no pertenecen a la misma rama.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¿Qué rama explica cada consecuencia?</a:t>
            </a:r>
          </a:p>
          <a:p>
            <a:r>
              <a:t>**Respuesta esperada:** Aferencia y glutamato: rama CCI. Realimentación y OEA: rama CCE, con participación de la cadena de salida para registrar la OEA.</a:t>
            </a:r>
          </a:p>
          <a:p>
            <a:r>
              <a:t>**Transición:** Aplicar a otoemisiones con cautela.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«¿Qué rama explica cada consecuencia?»; organiza cuatro consecuencias para clasificar y justificar.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I5/D4; PDF pp. 167, 170/174.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el foco físico-funcional; no enseñar protocolo ni diagnóstico. La energía debe atravesar cóclea, oído medio y CAE para registrarse.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**Pregunta al curso:** ¿Qué relación causal pueden justificar y qué inferencia quedaría fuera?</a:t>
            </a:r>
          </a:p>
          <a:p>
            <a:r>
              <a:t>**Respuesta esperada:** La energía debe atravesar cóclea, oído medio y CAE para registrarse.</a:t>
            </a:r>
          </a:p>
          <a:p>
            <a:r>
              <a:t>**Error frecuente:** Tomar una OEA ausente como localización única en CCE.</a:t>
            </a:r>
          </a:p>
          <a:p>
            <a:r>
              <a:t>**Transición:** Recapitular entrada común y dos salidas.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«Una OEA depende de CCE y también de la cadena de salida»; organiza proceso activo → transmisión inversa → micrófono; “qué permite/no permite”.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6.10 y aplicación A2; PDF pp. 164–165, 168/173; CM U6→U8.</a:t>
            </a:r>
          </a:p>
          <a:p>
            <a:r>
              <a:t>- Asset propio aprobado: U06-DG-047.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el diagrama con la rama clínica añadida, no volver a definir CCI/CCE. La misma deflexión inicia transducción; las consecuencias globales divergen.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**Pregunta al curso:** ¿Qué cambia en esta etapa y qué permanece igual?</a:t>
            </a:r>
          </a:p>
          <a:p>
            <a:r>
              <a:t>**Respuesta esperada:** La misma deflexión inicia transducción; las consecuencias globales divergen.</a:t>
            </a:r>
          </a:p>
          <a:p>
            <a:r>
              <a:t>**Transición:** La pregunta eléctrica abre B08.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movimiento común, funciones diferentes»; organiza tramo común + dos ramas + pregunta “¿dónde aparece lo eléctrico?”.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6.8.1–6.8.2; PDF pp. 161–164.</a:t>
            </a:r>
          </a:p>
          <a:p>
            <a:r>
              <a:t>- Asset propio aprobado: U06-DG-044.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que CCI y CCE transducen, aunque sus funciones globales difieren. La conversión ocurre por etapas: mecánica, eléctrica, química y neural.</a:t>
            </a:r>
          </a:p>
          <a:p>
            <a:r>
              <a:t>**Transición:** Ordenar primero el vocabulario eléctrico.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¿cómo se convierte una deflexión en señal celular?; destaca que la conversión ocurre por etapas: mecánica, eléctrica, química y neural.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pp. 162–164.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dar aún valores ni afirmar que el potencial de acción ocurre en la célula ciliada. Endococlear, reposo, receptor y acción se distinguen por ubicación, causa y función.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Definir primero la fuente del gradiente.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«Cuatro potenciales no significan lo mismo»; organiza mapa de términos con “dónde ocurre / qué lo genera / qué representa”.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p. 163; SA 6.4; 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presentar un voltaje sin electrodo de referencia; reservar valores para respaldo si se validan. La endolinfa posee un potencial positivo respecto de referencias extracocleares; el gradiente importa más que memorizar un número.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¿Puede informarse un voltaje sin nombrar la referencia?</a:t>
            </a:r>
          </a:p>
          <a:p>
            <a:r>
              <a:t>**Respuesta esperada:** No; una diferencia de potencial siempre se define entre dos puntos o referencias.</a:t>
            </a:r>
          </a:p>
          <a:p>
            <a:r>
              <a:t>**Transición:** Comparar con el estado eléctrico de la célula.</a:t>
            </a:r>
          </a:p>
          <a:p>
            <a:endParaRPr/>
          </a:p>
          <a:p>
            <a:r>
              <a:t>[Alt text]</a:t>
            </a:r>
          </a:p>
          <a:p>
            <a:r>
              <a:t>Tres paneles ubican endolinfa, interior de la célula ciliada y referencia extracoclear; una advertencia recuerda que todo voltaje exige declarar la referencia.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p. 163; REF fettiplace2017; 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el potencial de reposo como la condición eléctrica basal de la membrana celular. Diferenciarlo del potencial endococlear, que corresponde a un compartimento, y del potencial receptor, que es la variación graduada durante el estímulo. No asignar un valor universal sin especificar célula, compartimentos y referencia.</a:t>
            </a:r>
          </a:p>
          <a:p>
            <a:r>
              <a:t>**Guía del diagrama:** Comparar estado basal y estado estimulado con el mismo criterio: localización, referencia y qué magnitud cambia.</a:t>
            </a:r>
          </a:p>
          <a:p>
            <a:r>
              <a:t>**Pregunta al curso:** ¿Qué información falta si alguien informa solamente “el potencial es −X mV”?</a:t>
            </a:r>
          </a:p>
          <a:p>
            <a:r>
              <a:t>**Respuesta esperada:** Qué célula o compartimento se midió, entre qué puntos y con qué referencia.</a:t>
            </a:r>
          </a:p>
          <a:p>
            <a:r>
              <a:t>**Error frecuente:** Confundir potencial endococlear, de reposo y receptor.</a:t>
            </a:r>
          </a:p>
          <a:p>
            <a:r>
              <a:t>**Transición:** Preguntar qué cambia cuando el haz se deflecta.</a:t>
            </a:r>
          </a:p>
          <a:p>
            <a:endParaRPr/>
          </a:p>
          <a:p>
            <a:r>
              <a:t>[Alt text]</a:t>
            </a:r>
          </a:p>
          <a:p>
            <a:r>
              <a:t>Comparación entre el potencial de reposo basal de una célula ciliada y la variación graduada del potencial receptor durante la estimulación.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Fettiplace 2017, DOI 10.1002/cphy.c160049; consulta 2026-08-10.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“graduado” frente a “todo o nada” con cautela y sin convertir la diapositiva en curso de neurofisiología. La célula ciliada genera una respuesta graduada; los impulsos aparecen en fibras aferentes.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**Pregunta al curso:** ¿En qué estructura aparecen los potenciales de acción?</a:t>
            </a:r>
          </a:p>
          <a:p>
            <a:r>
              <a:t>**Respuesta esperada:** En las fibras aferentes, después de la transmisión sináptica.</a:t>
            </a:r>
          </a:p>
          <a:p>
            <a:r>
              <a:t>**Error frecuente:** Ubicar el potencial de acción dentro de la célula ciliada.</a:t>
            </a:r>
          </a:p>
          <a:p>
            <a:r>
              <a:t>**Transición:** Volver al enlace mecánico que abre los canales.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«Potencial receptor no es potencial de acción»; organiza comparación por célula/estructura, forma de variación, umbral y función.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pp. 163–164; REF fettiplace2017; GLO.</a:t>
            </a:r>
          </a:p>
          <a:p>
            <a:r>
              <a:t>- Asset propio aprobado: U06-DG-051.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microdetalle molecular innecesario y traducción ambigua; registrar término en cursiva. Son enlaces mecánicos del haz; no “cables nerviosos” ni canales por sí mismos.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**Error frecuente:** Llamar canal iónico al *tip link*.</a:t>
            </a:r>
          </a:p>
          <a:p>
            <a:r>
              <a:t>**Transición:** Mostrar qué cambia con la deflexión excitatoria.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«Los tip links vinculan mecánicamente estereocilios vecinos»; organiza ubicación en el haz y relación con tensión; límite de la simplificación.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6.8.3; PDF p. 163; REF capraraPeng2022; GLO.</a:t>
            </a:r>
          </a:p>
          <a:p>
            <a:r>
              <a:t>- Asset propio aprobado: U06-DG-052.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Decir “probabilidad de apertura”, no interruptor binario; definir corriente convencional sin sobrecarga. La tensión del haz modifica la probabilidad de apertura y permite una corriente predominantemente de K⁺ desde la endolinfa.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¿Qué cambia primero con la deflexión excitatoria?</a:t>
            </a:r>
          </a:p>
          <a:p>
            <a:r>
              <a:t>**Respuesta esperada:** Aumenta la probabilidad de apertura de canales de transducción.</a:t>
            </a:r>
          </a:p>
          <a:p>
            <a:r>
              <a:t>**Error frecuente:** Representar la apertura de canales como interruptor mecánico todo-o-nada.</a:t>
            </a:r>
          </a:p>
          <a:p>
            <a:r>
              <a:t>**Transición:** Seguir la señal hasta la base celular.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deflexión excitatoria aumenta la apertura de canales»; organiza reposo relativo → deflexión → apertura → entrada iónica → despolarización; dirección opuesta como contraste.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6.8.3; PDF p. 163; REF capraraPeng2022, fettiplace2017.</a:t>
            </a:r>
          </a:p>
          <a:p>
            <a:r>
              <a:t>- Asset propio aprobado: U06-DG-053.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convertirlo en una clase de sinapsis; aclarar que el potencial de acción se propaga en la fibra. La despolarización favorece entrada de Ca²⁺ y liberación de neurotransmisor hacia fibras aferentes.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**Transición:** Integrar el mecanismo completo en dos tramos.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«Ca²⁺ y glutamato conectan la respuesta celular con la aferencia»; organiza tres pasos en la base de una cci; cce se retoma solo como contraste funcional.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6.8.2–6.8.3; PDF pp. 162–164; REF fettiplace2017.</a:t>
            </a:r>
          </a:p>
          <a:p>
            <a:r>
              <a:t>- Asset propio aprobado: U06-DG-054.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Narrar la causalidad y pedir que el estudiantado identifique la transformación en cada flecha. Movimiento relativo → deflexión → cambio de canales → corriente → potencial receptor.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**Transición:** Desde esa salida celular, abrir el tramo sináptico.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«Tramo 1: del movimiento al potencial receptor»; organiza cinco etapas con entrada, transformación, salida y qué no permite concluir.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6.8.1–6.8.3; PDF pp. 161–164; BR.</a:t>
            </a:r>
          </a:p>
          <a:p>
            <a:r>
              <a:t>- Asset propio aprobado: U06-DG-055.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Marcar dónde cambia la naturaleza de la señal; no afirmar codificación central. Potencial receptor → Ca²⁺ → glutamato → respuesta de fibra → potenciales de acción.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¿Dónde cambia la señal de celular a neural?</a:t>
            </a:r>
          </a:p>
          <a:p>
            <a:r>
              <a:t>**Respuesta esperada:** Potencial receptor → Ca²⁺ → glutamato → respuesta de fibra → potenciales de acción.</a:t>
            </a:r>
          </a:p>
          <a:p>
            <a:r>
              <a:t>**Transición:** Comprobar el orden sin mostrar etiquetas.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«Tramo 2: del potencial receptor a la señal neural»; organiza cinco etapas; ubicación explícita de célula y fibra aferente.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6.8.2–6.8.3; PDF pp. 162–164; CM U6→U7.</a:t>
            </a:r>
          </a:p>
          <a:p>
            <a:r>
              <a:t>- Asset propio aprobado: U06-DG-056.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dos justificaciones y detectar el salto directo “estereocilio → impulso”. Una secuencia correcta debe explicar por qué cada salida puede ser entrada de la etapa siguiente.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Ordená la transducción y justificá dos enlaces</a:t>
            </a:r>
          </a:p>
          <a:p>
            <a:r>
              <a:t>**Respuesta esperada:** Deflexión → cambio de apertura/corriente iónica → potencial receptor → liberación de neurotransmisor → respuesta de la fibra.</a:t>
            </a:r>
          </a:p>
          <a:p>
            <a:r>
              <a:t>**Transición:** Resolver y condensar vocabulario.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«Ordená la transducción y justificá dos enlaces»; organiza tarjetas desordenadas: deflexión, corriente, receptor, neurotransmisor, fibra.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I6/D5; PDF pp. 167, 170/174.</a:t>
            </a:r>
          </a:p>
          <a:p>
            <a:r>
              <a:t>- Asset propio aprobado: U06-DG-055.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Repetir el vocabulario dentro de una nueva tarea de ubicación; no reiterar definiciones completas. Mecánica, respuesta celular, sinapsis e impulsos son etapas conectadas, no sinónimos.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**Pregunta al curso:** ¿Cuál es la conclusión mínima que permite este esquema?</a:t>
            </a:r>
          </a:p>
          <a:p>
            <a:r>
              <a:t>**Respuesta esperada:** Mecánica, respuesta celular, sinapsis e impulsos son etapas conectadas, no sinónimos.</a:t>
            </a:r>
          </a:p>
          <a:p>
            <a:r>
              <a:t>**Transición:** La pregunta por la información abre B09.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«Hasta acá: cuatro formas de señal, una sola cadena causal»; organiza tabla mínima de potenciales + cadena completa + pregunta “¿dónde se conserva información?”.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6.8.3; PDF pp. 163–164; BR.</a:t>
            </a:r>
          </a:p>
          <a:p>
            <a:r>
              <a:t>- Asset propio aprobado: U06-DG-057.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Distinguir señal física, respuesta periférica y experiencia perceptual. La periferia representa frecuencia y nivel mediante patrones espaciales y temporales/neuronales.</a:t>
            </a:r>
          </a:p>
          <a:p>
            <a:r>
              <a:t>**Transición:** Comenzar por el código espacial ya observable.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¿qué rasgos del estímulo conserva la salida periférica?; destaca que la periferia representa frecuencia y nivel mediante patrones espaciales y temporales/neuronales.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6.9; PDF p. 164; CM U6→U7.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U06-064 y añadir ahora la salida; no volver a enseñar tonotopía desde cero. El lugar de máxima respuesta contribuye a codificar frecuencia, con extensión y solapamiento.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¿Un máximo espacial representa una sola fibra?</a:t>
            </a:r>
          </a:p>
          <a:p>
            <a:r>
              <a:t>**Respuesta esperada:** No; representa una población distribuida con extensión y solapamiento.</a:t>
            </a:r>
          </a:p>
          <a:p>
            <a:r>
              <a:t>**Transición:** Añadir el patrón temporal como complemento.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«La frecuencia deja una firma espacial»; organiza dos tonos, dos máximos y poblaciones aferentes asociadas; no correspondencia uno-a-uno.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 y 6.9.1; PDF pp. 160, 164; REF fettiplace2017.</a:t>
            </a:r>
          </a:p>
          <a:p>
            <a:r>
              <a:t>- Asset propio aprobado: U06-CH-004.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La sincronización temporal es probabilística: ciertas fases de la onda aumentan la probabilidad de descarga. Esto no significa que cada fibra descargue una vez por ciclo. Su utilidad depende de la frecuencia y de las propiedades de la vía, por eso la diapositiva evita fijar un límite único.</a:t>
            </a:r>
          </a:p>
          <a:p>
            <a:r>
              <a:t>**Guía del diagrama:** Seguir estímulo, eventos neurales, agrupamiento por fase y límite dependiente de condiciones. Comparar repetición de fase con ausencia de una correspondencia uno a uno.</a:t>
            </a:r>
          </a:p>
          <a:p>
            <a:r>
              <a:t>**Pregunta al curso:** Si falta una descarga en un ciclo, ¿desaparece necesariamente la información temporal?</a:t>
            </a:r>
          </a:p>
          <a:p>
            <a:r>
              <a:t>**Respuesta esperada:** No; el patrón estadístico de muchas descargas todavía puede conservar una preferencia de fase.</a:t>
            </a:r>
          </a:p>
          <a:p>
            <a:r>
              <a:t>**Error frecuente:** Suponer un impulso por ciclo o fijar un límite frecuencial universal.</a:t>
            </a:r>
          </a:p>
          <a:p>
            <a:r>
              <a:t>**Transición:** Comparar código y percepto.</a:t>
            </a:r>
          </a:p>
          <a:p>
            <a:endParaRPr/>
          </a:p>
          <a:p>
            <a:r>
              <a:t>[Alt text]</a:t>
            </a:r>
          </a:p>
          <a:p>
            <a:r>
              <a:t>Diagrama cualitativo que relaciona la estructura temporal del estímulo con descargas neurales probabilísticas y una sincronización parcial dependiente de la frecuencia.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6.9.1; PDF p. 164; Fettiplace 2017; Caprara y Peng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desarrollar escalas perceptuales; anunciar que se trabajarán en U7. La frecuencia es una magnitud física; el *pitch* es una experiencia que depende del procesamiento.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**Pregunta al curso:** ¿Qué evidencia del visual sostiene la conclusión?</a:t>
            </a:r>
          </a:p>
          <a:p>
            <a:r>
              <a:t>**Respuesta esperada:** La frecuencia es una magnitud física; el *pitch* es una experiencia que depende del procesamiento.</a:t>
            </a:r>
          </a:p>
          <a:p>
            <a:r>
              <a:t>**Error frecuente:** Usar frecuencia y altura tonal como sinónimos.</a:t>
            </a:r>
          </a:p>
          <a:p>
            <a:r>
              <a:t>**Transición:** Repetir el criterio para nivel.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«Frecuencia no es altura tonal»; organiza par físico/perceptual con ejemplos que muestran relación, no identidad.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6.9.1 y errores 6.11; PDF pp. 164–165; CM U6→U7; GLO.</a:t>
            </a:r>
          </a:p>
          <a:p>
            <a:r>
              <a:t>- Asset propio aprobado: U06-DG-058B.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Evitar saturación como regla única y tasas numéricas sin datos; destacar compresión. Un nivel mayor puede extender la región de excitación y modificar la actividad de una población más amplia, sin traducirse linealmente en sonoridad.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**Pregunta al curso:** ¿Qué se mantiene y qué cambia entre ambos niveles?</a:t>
            </a:r>
          </a:p>
          <a:p>
            <a:r>
              <a:t>**Respuesta esperada:** Se mantiene la frecuencia; cambian amplitud, extensión y patrón poblacional.</a:t>
            </a:r>
          </a:p>
          <a:p>
            <a:r>
              <a:t>**Transición:** Separar magnitud y percepto.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«El nivel modifica extensión y patrón de descarga»; organiza dos niveles a igual frecuencia: envolvente coclear y respuesta neural conceptual.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6.7.3 y 6.9.2; PDF pp. 161–164; REF fettiplace2017.</a:t>
            </a:r>
          </a:p>
          <a:p>
            <a:r>
              <a:t>- Asset propio aprobado: U06-CH-006.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Recuperar U4 sin introducir fonios o sonios todavía. dB SPL describe una medición física; sonoridad describe experiencia perceptual.</a:t>
            </a:r>
          </a:p>
          <a:p>
            <a:r>
              <a:t>**Guía del diagrama:** Leer ambas columnas con el mismo criterio; comparar una fila por vez; usar el puente central solo después de describir las diferencias.</a:t>
            </a:r>
          </a:p>
          <a:p>
            <a:r>
              <a:t>**Error frecuente:** Usar dB SPL y sonoridad como sinónimos.</a:t>
            </a:r>
          </a:p>
          <a:p>
            <a:r>
              <a:t>**Transición:** Llevar la distinción a mediciones clínicas.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«Nivel de presión sonora no es sonoridad»; organiza dos definiciones breves, relación no lineal y puente a u7.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6.9.2 y errores 6.11; PDF pp. 164–165; CM U4→U6→U7; GLO.</a:t>
            </a:r>
          </a:p>
          <a:p>
            <a:r>
              <a:t>- Asset propio aprobado: U06-DG-059B.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lenguaje funcional y reservar interpretación diagnóstica para U8. Un resultado depende de la entrada, la estructura sensible, la vía de salida y la medición.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**Pregunta al curso:** ¿Qué factores previos condicionan una OEA registrada en el CAE?</a:t>
            </a:r>
          </a:p>
          <a:p>
            <a:r>
              <a:t>**Respuesta esperada:** Un resultado depende de la entrada, la estructura sensible, la vía de salida y la medición.</a:t>
            </a:r>
          </a:p>
          <a:p>
            <a:r>
              <a:t>**Error frecuente:** Convertir una medición aislada en diagnóstico o localización única.</a:t>
            </a:r>
          </a:p>
          <a:p>
            <a:r>
              <a:t>**Transición:** Profundizar una medición eléctrica como ejemplo.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«Toda prueba observa una parte de la cadena»; organiza matriz: prueba conceptual → tramo predominante → factores previos → qué no concluye sola.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6.10; PDF pp. 164–165; CM U6→U8; BR.</a:t>
            </a:r>
          </a:p>
          <a:p>
            <a:r>
              <a:t>- Asset propio aprobado: U06-DG-060.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asignar ondas clínicas ni latencias específicas sin fuente; reforzar referencia eléctrica. La señal registrada no es “el potencial del oído”: combina generadores, conducción y sistema de medida.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**Pregunta al curso:** ¿Qué relación causal pueden justificar y qué inferencia quedaría fuera?</a:t>
            </a:r>
          </a:p>
          <a:p>
            <a:r>
              <a:t>**Respuesta esperada:** La señal registrada no es “el potencial del oído”: combina generadores, conducción y sistema de medida.</a:t>
            </a:r>
          </a:p>
          <a:p>
            <a:r>
              <a:t>**Transición:** Proponer un caso que obligue a recorrer toda la cadena.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«Un potencial evocado también depende de referencia y montaje»; organiza esquema de estímulo, electrodos, referencia, señal y límites inferenciales.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6.8.3/6.10; PDF pp. 163–165; CM U6→U8.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Aclarar que los valores son condiciones, no predicción cuantitativa de respuesta. La frecuencia mantiene aproximadamente el lugar característico; el nivel cambia amplitud, extensión y patrón de salida.</a:t>
            </a:r>
          </a:p>
          <a:p>
            <a:r>
              <a:t>**Guía del diagrama:** Presentar primero el diagrama sin solución; dar tiempo de observación; pedir una justificación; recién después revelar conexiones o rótulos.</a:t>
            </a:r>
          </a:p>
          <a:p>
            <a:r>
              <a:t>**Pregunta al curso:** Mismo tono, dos niveles: ¿qué cambia y qué no?</a:t>
            </a:r>
          </a:p>
          <a:p>
            <a:r>
              <a:t>**Respuesta esperada:** Cambian amplitud y extensión; la región característica general se mantiene porque la frecuencia no cambia. No cambia la frecuencia física ni puede inferirse una razón universal de sonoridad.</a:t>
            </a:r>
          </a:p>
          <a:p>
            <a:r>
              <a:t>**Transición:** Resolver recorriendo bloques, no por intuición perceptual.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«Mismo tono, dos niveles: ¿qué cambia y qué no?»; organiza caso 2 khz a 40/70 db spl; cinco afirmaciones para seleccionar y justificar.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6.7.2–6.9.2; PDF pp. 160–164; BR.</a:t>
            </a:r>
          </a:p>
          <a:p>
            <a:r>
              <a:t>- Asset propio aprobado: U06-DG-062.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Hacer visibles supuestos y evitar diagnosticar una persona a partir del modelo. Una buena respuesta declara entrada, transformación por etapa, salida y lo que no puede inferirse.</a:t>
            </a:r>
          </a:p>
          <a:p>
            <a:r>
              <a:t>**Guía del diagrama:** Nombrar la entrada; seguir una flecha por vez; identificar qué magnitud o dominio cambia; detenerse en la salida y en el límite inferencial.</a:t>
            </a:r>
          </a:p>
          <a:p>
            <a:r>
              <a:t>**Pregunta al curso:** ¿Qué afirmación del caso pertenece a percepción y no puede cerrarse aquí?</a:t>
            </a:r>
          </a:p>
          <a:p>
            <a:r>
              <a:t>**Respuesta esperada:** No puede cerrarse una razón universal de sonoridad ni un diagnóstico.</a:t>
            </a:r>
          </a:p>
          <a:p>
            <a:r>
              <a:t>**Transición:** Reducir la resolución a un mapa de cierre.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«Del estímulo a la salida: resolución del caso»; organiza recorrido cae → medio → cóclea → cci/cce → fibra; diferencias entre 40/70 db spl.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6.2–6.10; PDF pp. 151–165; BR.</a:t>
            </a:r>
          </a:p>
          <a:p>
            <a:r>
              <a:t>- Asset propio aprobado: U06-DG-063.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Pedir al curso que complete conexiones; señalar cuatro ideas que volverán en U7/U8. La cadena conserva y transforma información mediante etapas físicas, mecánicas, celulares y neurales.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**Pregunta al curso:** ¿Qué cambia en esta etapa y qué permanece igual?</a:t>
            </a:r>
          </a:p>
          <a:p>
            <a:r>
              <a:t>**Respuesta esperada:** La cadena conserva y transforma información mediante etapas físicas, mecánicas, celulares y neurales.</a:t>
            </a:r>
          </a:p>
          <a:p>
            <a:r>
              <a:t>**Transición:** Terminar con una salida hacia la próxima unidad.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«Diez ideas que sostienen el mecanismo periférico»; organiza diez enunciados agrupados por oído externo, medio, interno y salida; dos errores frecuentes.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6.2–6.10; PDF pp. 151–165; BR; CM.</a:t>
            </a:r>
          </a:p>
          <a:p>
            <a:r>
              <a:t>- Asset propio aprobado: U06-DG-064.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Cerrar la pregunta inicial y anticipar próximos usos sin tono publicitario. U6 explica mecanismos periféricos; U7 estudiará atributos subjetivos y U8 sus mediciones/aplicaciones.</a:t>
            </a:r>
          </a:p>
          <a:p>
            <a:r>
              <a:t>**Transición:** Fin de recorrido central; ofrecer respaldo solo si hace falta.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la periferia condiciona la percepción, pero no la agota; destaca que u6 explica mecanismos periféricos; u7 estudiará atributos subjetivos y u8 sus mediciones/aplicaciones.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CM U6→U7/U8; CDM; 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Elegir una slide de respaldo por necesidad real, no proyectar todo al final. El respaldo amplía vocabulario, cálculos, mecanismos y fuentes; no constituye un bloque obligatorio.</a:t>
            </a:r>
          </a:p>
          <a:p>
            <a:r>
              <a:t>**Transición:** Abrir solo el detalle requerido.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cómo usar las slides de respaldo; destaca que el respaldo amplía vocabulario, cálculos, mecanismos y fuentes; no constituye un bloque obligatorio.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BR;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Registrar decisión final en glosario antes de producción. Términos equivalentes deben definirse una vez y usarse con consistencia.</a:t>
            </a:r>
          </a:p>
          <a:p>
            <a:r>
              <a:t>**Guía del diagrama:** Recorrer el visual desde la entrada hasta la salida y pedir que el grupo nombre la transformación entre etapas.</a:t>
            </a:r>
          </a:p>
          <a:p>
            <a:r>
              <a:t>**Transición:** Si la duda es simbólica, pasar al cruce de notación.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«Terminología anatómica: equivalencias controladas»; organiza tabla de conducto/meato; rampa/escala; ventana oval/vestibular; cae y oea.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GLO; NG; OD-U06-06; TEX; 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Presentar esta diapositiva como registro de la convención ya adoptada y remitir al glosario de notación. `S` se reserva para área y el cociente ideal del oído medio usa un símbolo no confundible con reflexión.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Aplicar la convención a los ejercicios.</a:t>
            </a:r>
          </a:p>
          <a:p>
            <a:endParaRPr/>
          </a:p>
          <a:p>
            <a:r>
              <a:t>[Alt text]</a:t>
            </a:r>
          </a:p>
          <a:p>
            <a:r>
              <a:t>Tabla que relaciona la notación del libro con la convención del curso para áreas y razón ideal de presiones.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6.5; PDF p. 156; NG; OD-U06-07/08.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Resolver con `L=27 mm` como ejemplo didáctico, no valor universal. El modelo de cuarto de onda exige declarar longitud efectiva, velocidad y condición de contorno.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**Demostración opcional:** usar un tubo o una tira de longitud visible solo como analogía geométrica del cuarto de onda; no presentarlo como reproducción anatómica del CAE.</a:t>
            </a:r>
          </a:p>
          <a:p>
            <a:r>
              <a:t>**Transición:** Variar una condición para comprobar el modelo.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«G1: resonancia aproximada del CAE»; organiza datos, ecuación, sustitución, unidades, resultado e interpretación limitada.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6.4.3–6.4.4 y ejercicio G1; PDF pp. 153–154, 166, 169/172; NG.</a:t>
            </a:r>
          </a:p>
          <a:p>
            <a:r>
              <a:t>- Asset propio aprobado: U06-DG-009B.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un área efectiva declarada y distinguir Pa de N. `F≈Δp·S` es una aproximación que conecta presión y fuerza sin describir el movimiento.</a:t>
            </a:r>
          </a:p>
          <a:p>
            <a:r>
              <a:t>**Guía del diagrama:** Usar el visual como evidencia: identificar nodos, seguir conectores y justificar la conclusión.</a:t>
            </a:r>
          </a:p>
          <a:p>
            <a:r>
              <a:t>**Transición:** Pasar del tímpano al modelo de adaptación.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«G2: presión a fuerza sobre el tímpano»; organiza conversión de unidades, sustitución, resultado, chequeo y pregunta “¿qué falta?”.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6.4.5 y ejercicio G2; PDF pp. 154–155, 166, 169/172; 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Resolver en tres pasos. Primero, `R_S=60/3,0=20`; las unidades de área se cancelan. Segundo, `M_p≈R_S·R_L=20·1,2=24`, una razón ideal de presiones. Tercero, `G_p=20 log₁₀(24)≈27,6 dB`. Mantener separados cociente de presiones, reflexión y nivel en dB.</a:t>
            </a:r>
          </a:p>
          <a:p>
            <a:r>
              <a:t>**Pregunta al curso:** ¿Por qué 27,6 dB no puede informarse como 27,6 dB SPL?</a:t>
            </a:r>
          </a:p>
          <a:p>
            <a:r>
              <a:t>**Respuesta esperada:** Porque expresa una razón entre dos presiones del modelo; dB SPL exige una presión RMS y una referencia acústica declarada.</a:t>
            </a:r>
          </a:p>
          <a:p>
            <a:r>
              <a:t>**Error frecuente:** Interpretar la mayor presión como creación de energía. La palanca y la razón de áreas intercambian fuerza, presión, velocidad y desplazamiento; el oído real además presenta pérdidas.</a:t>
            </a:r>
          </a:p>
          <a:p>
            <a:r>
              <a:t>**Demostración opcional:** comparar dos brazos de palanca y preguntar qué se gana en fuerza y qué se cede en desplazamiento. No usar la demostración para fijar razones anatómicas.</a:t>
            </a:r>
          </a:p>
          <a:p>
            <a:r>
              <a:t>**Transición:** Comparar con variantes sin recalcular en vivo.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«G3: modelo combinado del oído medio»; organiza cálculo paramétrico con razón de áreas y brazos; interpretación energética.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6.5.2–6.5.3 y ejercicio G3; PDF pp. 155–158, 166, 169/172; NG; OD-U06-07/08.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soluciones separadas del enunciado durante la actividad. Cambiar datos no basta: cada variante debe pedir interpretación y límites.</a:t>
            </a:r>
          </a:p>
          <a:p>
            <a:r>
              <a:t>**Transición:** Volver a mecanismos si aparece una duda conceptual.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variantes numéricas y preguntas de transferencia; destaca que cambiar datos no basta: cada variante debe pedir interpretación y límites.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6.12; PDF pp. 165–174; 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No inferir predominio clínico general desde el esquema. La contribución relativa depende de frecuencia, transductor y condiciones; no hay una única ruta.</a:t>
            </a:r>
          </a:p>
          <a:p>
            <a:r>
              <a:t>**Guía del diagrama:** Dar diez segundos de observación; luego pedir una descripción antes de explicar la relación causal.</a:t>
            </a:r>
          </a:p>
          <a:p>
            <a:r>
              <a:t>**Transición:** Usar solo para responder dudas de mecanismo.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«Cinco mecanismos propuestos para conducción ósea»; organiza definición ampliada, condiciones y cautelas por mecanismo.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6.6.1–6.6.5; PDF pp. 158–159; REF Stenfelt2011; BR.</a:t>
            </a:r>
          </a:p>
          <a:p>
            <a:r>
              <a:t>- Asset propio aprobado: U06-DG-026B.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Validar toda cifra y canal específico; no mostrar si no aporta a la clase. La dirección de corrientes depende de gradientes electroquímicos y compartimentos, no solo de “carga positiva”.</a:t>
            </a:r>
          </a:p>
          <a:p>
            <a:r>
              <a:t>**Guía del diagrama:** Señalar una relación por vez y cerrar con una predicción o un límite del modelo.</a:t>
            </a:r>
          </a:p>
          <a:p>
            <a:r>
              <a:t>**Transición:** Volver a la cadena funcional tras aclarar el detalle.</a:t>
            </a:r>
          </a:p>
          <a:p>
            <a:endParaRPr/>
          </a:p>
          <a:p>
            <a:r>
              <a:t>[Alt text]</a:t>
            </a:r>
          </a:p>
          <a:p>
            <a:r>
              <a:t>Diagrama sobre «Detalle electroquímico de la transducción»; organiza k⁺ apical, ca²⁺ basal, repolarización y neurotransmisión con referencias.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6.8.3; PDF p. 163; REF fettiplace2017, capraraPeng2022.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Tratar umbral y latencia como magnitudes dependientes de las condiciones de medición. El reflejo modifica la transferencia del oído medio, pero su latencia impide considerarlo una defensa instantánea y su efecto no equivale a una protección total.</a:t>
            </a:r>
          </a:p>
          <a:p>
            <a:r>
              <a:t>**Guía del diagrama:** Leer los cuatro criterios: qué inicia la respuesta, cuándo aparece, qué cambia mecánicamente y qué no puede concluirse.</a:t>
            </a:r>
          </a:p>
          <a:p>
            <a:r>
              <a:t>**Pregunta al curso:** ¿Por qué un único valor de umbral o latencia, sin describir el estímulo y el método, es incompleto?</a:t>
            </a:r>
          </a:p>
          <a:p>
            <a:r>
              <a:t>**Respuesta esperada:** Porque ambos dependen de las condiciones experimentales y de la población medida.</a:t>
            </a:r>
          </a:p>
          <a:p>
            <a:r>
              <a:t>**Transición:** Cerrar la duda y regresar a la función protectora limitada.</a:t>
            </a:r>
          </a:p>
          <a:p>
            <a:endParaRPr/>
          </a:p>
          <a:p>
            <a:r>
              <a:t>[Alt text]</a:t>
            </a:r>
          </a:p>
          <a:p>
            <a:r>
              <a:t>Matriz cualitativa sobre umbral, latencia, efecto mecánico y límites del reflejo acústico, sin presentar valores universales.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6.5.4; PDF pp. 157–158.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Usar esta diapositiva para auditar esquemas anatómicos. Un dibujo puede ser estilizado, pero debe mantener pilares, base y relación con el resto del órgano de Corti. La etiqueta del túnel debe terminar dentro del espacio triangular sin cubrir otras etiquetas.</a:t>
            </a:r>
          </a:p>
          <a:p>
            <a:r>
              <a:t>**Guía del diagrama:** Verificar en orden ubicación general, pilar interno, pilar externo, base sobre la membrana basilar y posición de la etiqueta.</a:t>
            </a:r>
          </a:p>
          <a:p>
            <a:r>
              <a:t>**Error frecuente:** Rotular “túnel” sobre una célula pilar o dibujarlo fuera del órgano de Corti.</a:t>
            </a:r>
          </a:p>
          <a:p>
            <a:r>
              <a:t>**Transición:** Volver al mapa del órgano de Corti.</a:t>
            </a:r>
          </a:p>
          <a:p>
            <a:endParaRPr/>
          </a:p>
          <a:p>
            <a:r>
              <a:t>[Alt text]</a:t>
            </a:r>
          </a:p>
          <a:p>
            <a:r>
              <a:t>Guía de rotulado del túnel de Corti con pilares interno y externo, membrana basilar y ubicación dentro del órgano de Corti.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PMC1852340; PMC4310856; consulta 2026-08-10.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**Explicación:** Mantener créditos legibles y actualizar estados antes de slide-writing. Cada ampliación, visual y decisión debe poder rastrearse.</a:t>
            </a:r>
          </a:p>
          <a:p>
            <a:r>
              <a:t>**Transición:** Fin del respaldo.</a:t>
            </a:r>
          </a:p>
          <a:p>
            <a:endParaRPr/>
          </a:p>
          <a:p>
            <a:r>
              <a:t>[Alt text]</a:t>
            </a:r>
          </a:p>
          <a:p>
            <a:r>
              <a:t>Composición visual sobre fuentes, glosario y decisiones de alcance; destaca que cada ampliación, visual y decisión debe poder rastrearse.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TEX; PDF; CM; CDM; GLO; NG; OD; SA; inventarios iniciales.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ver-eyebrow">
            <a:extLst>
              <a:ext uri="{FF2B5EF4-FFF2-40B4-BE49-F238E27FC236}">
                <a16:creationId xmlns:a16="http://schemas.microsoft.com/office/drawing/2014/main" id="{C3A1085B-39B6-4C0B-BAE1-1989EE27922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6 · FÍSICA ACÚSTICA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11AC7F08-1897-4590-8AC5-65375371BFE9}"/>
              </a:ext>
            </a:extLst>
          </p:cNvPr>
          <p:cNvSpPr>
            <a:spLocks noGrp="1"/>
          </p:cNvSpPr>
          <p:nvPr/>
        </p:nvSpPr>
        <p:spPr>
          <a:xfrm>
            <a:off x="742950" y="1190625"/>
            <a:ext cx="6191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Unidad 6 · El mecanismo periférico de la percepción auditiva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D5F3AF27-7229-4627-89DA-2971C96EEBFF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609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Del aire a la actividad del nervio auditivo</a:t>
            </a:r>
          </a:p>
        </p:txBody>
      </p:sp>
      <p:sp>
        <p:nvSpPr>
          <p:cNvPr id="4" name="cover-step-1-anchor">
            <a:extLst>
              <a:ext uri="{FF2B5EF4-FFF2-40B4-BE49-F238E27FC236}">
                <a16:creationId xmlns:a16="http://schemas.microsoft.com/office/drawing/2014/main" id="{709DFF29-D37C-4B8D-8AEA-5DFA9C4A10CF}"/>
              </a:ext>
            </a:extLst>
          </p:cNvPr>
          <p:cNvSpPr>
            <a:spLocks noGrp="1"/>
          </p:cNvSpPr>
          <p:nvPr/>
        </p:nvSpPr>
        <p:spPr>
          <a:xfrm>
            <a:off x="7429500" y="1762125"/>
            <a:ext cx="161925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5" name="cover-step-2-anchor">
            <a:extLst>
              <a:ext uri="{FF2B5EF4-FFF2-40B4-BE49-F238E27FC236}">
                <a16:creationId xmlns:a16="http://schemas.microsoft.com/office/drawing/2014/main" id="{084DAFF1-505F-459C-B9A1-31663AEDB263}"/>
              </a:ext>
            </a:extLst>
          </p:cNvPr>
          <p:cNvSpPr>
            <a:spLocks noGrp="1"/>
          </p:cNvSpPr>
          <p:nvPr/>
        </p:nvSpPr>
        <p:spPr>
          <a:xfrm>
            <a:off x="9382125" y="1762125"/>
            <a:ext cx="161925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6" name="cover-step-3-anchor">
            <a:extLst>
              <a:ext uri="{FF2B5EF4-FFF2-40B4-BE49-F238E27FC236}">
                <a16:creationId xmlns:a16="http://schemas.microsoft.com/office/drawing/2014/main" id="{8C74CC03-81C9-415B-B13B-44C60F9EB6D1}"/>
              </a:ext>
            </a:extLst>
          </p:cNvPr>
          <p:cNvSpPr>
            <a:spLocks noGrp="1"/>
          </p:cNvSpPr>
          <p:nvPr/>
        </p:nvSpPr>
        <p:spPr>
          <a:xfrm>
            <a:off x="7429500" y="3381375"/>
            <a:ext cx="161925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7" name="cover-step-4-anchor">
            <a:extLst>
              <a:ext uri="{FF2B5EF4-FFF2-40B4-BE49-F238E27FC236}">
                <a16:creationId xmlns:a16="http://schemas.microsoft.com/office/drawing/2014/main" id="{17A97BF0-F129-4541-AC2B-18DB08F7A1E6}"/>
              </a:ext>
            </a:extLst>
          </p:cNvPr>
          <p:cNvSpPr>
            <a:spLocks noGrp="1"/>
          </p:cNvSpPr>
          <p:nvPr/>
        </p:nvSpPr>
        <p:spPr>
          <a:xfrm>
            <a:off x="9382125" y="3381375"/>
            <a:ext cx="161925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cxnSp>
        <p:nvCxnSpPr>
          <p:cNvPr id="27" name="Conector recto de flecha 26"/>
          <p:cNvCxnSpPr>
            <a:stCxn id="4" idx="3"/>
            <a:endCxn id="5" idx="1"/>
          </p:cNvCxnSpPr>
          <p:nvPr/>
        </p:nvCxnSpPr>
        <p:spPr>
          <a:xfrm>
            <a:off x="9048750" y="2286000"/>
            <a:ext cx="333375" cy="0"/>
          </a:xfrm>
          <a:prstGeom prst="straightConnector1">
            <a:avLst/>
          </a:prstGeom>
          <a:ln w="19050">
            <a:solidFill>
              <a:srgbClr val="E0B9CB"/>
            </a:solidFill>
            <a:prstDash val="solid"/>
            <a:tailEnd type="arrow" w="med" len="med"/>
          </a:ln>
        </p:spPr>
      </p:cxnSp>
      <p:cxnSp>
        <p:nvCxnSpPr>
          <p:cNvPr id="28" name="Conector: angular 27"/>
          <p:cNvCxnSpPr>
            <a:stCxn id="5" idx="2"/>
            <a:endCxn id="6" idx="0"/>
          </p:cNvCxnSpPr>
          <p:nvPr/>
        </p:nvCxnSpPr>
        <p:spPr>
          <a:xfrm flipH="1">
            <a:off x="8239125" y="2809875"/>
            <a:ext cx="1952625" cy="571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E0B9CB"/>
            </a:solidFill>
            <a:prstDash val="solid"/>
            <a:tailEnd type="arrow" w="med" len="med"/>
          </a:ln>
        </p:spPr>
      </p:cxnSp>
      <p:cxnSp>
        <p:nvCxnSpPr>
          <p:cNvPr id="29" name="Conector recto de flecha 28"/>
          <p:cNvCxnSpPr>
            <a:stCxn id="6" idx="3"/>
            <a:endCxn id="7" idx="1"/>
          </p:cNvCxnSpPr>
          <p:nvPr/>
        </p:nvCxnSpPr>
        <p:spPr>
          <a:xfrm>
            <a:off x="9048750" y="3905250"/>
            <a:ext cx="333375" cy="0"/>
          </a:xfrm>
          <a:prstGeom prst="straightConnector1">
            <a:avLst/>
          </a:prstGeom>
          <a:ln w="19050">
            <a:solidFill>
              <a:srgbClr val="E0B9CB"/>
            </a:solidFill>
            <a:prstDash val="solid"/>
            <a:tailEnd type="arrow" w="med" len="med"/>
          </a:ln>
        </p:spPr>
      </p:cxnSp>
      <p:sp>
        <p:nvSpPr>
          <p:cNvPr id="11" name="cover-step-1">
            <a:extLst>
              <a:ext uri="{FF2B5EF4-FFF2-40B4-BE49-F238E27FC236}">
                <a16:creationId xmlns:a16="http://schemas.microsoft.com/office/drawing/2014/main" id="{B6E7A903-1148-48C3-81F5-AE2600C3031A}"/>
              </a:ext>
            </a:extLst>
          </p:cNvPr>
          <p:cNvSpPr>
            <a:spLocks noGrp="1"/>
          </p:cNvSpPr>
          <p:nvPr/>
        </p:nvSpPr>
        <p:spPr>
          <a:xfrm>
            <a:off x="7429500" y="1762125"/>
            <a:ext cx="1619250" cy="1047750"/>
          </a:xfrm>
          <a:prstGeom prst="roundRect">
            <a:avLst>
              <a:gd name="adj" fmla="val 9091"/>
            </a:avLst>
          </a:prstGeom>
          <a:solidFill>
            <a:srgbClr val="6A2447"/>
          </a:solidFill>
          <a:ln w="14288">
            <a:solidFill>
              <a:srgbClr val="CFA7BA"/>
            </a:solidFill>
            <a:prstDash val="solid"/>
          </a:ln>
        </p:spPr>
      </p:sp>
      <p:sp>
        <p:nvSpPr>
          <p:cNvPr id="12" name="cover-step-1-text">
            <a:extLst>
              <a:ext uri="{FF2B5EF4-FFF2-40B4-BE49-F238E27FC236}">
                <a16:creationId xmlns:a16="http://schemas.microsoft.com/office/drawing/2014/main" id="{87BF4E40-8924-42E6-8DBC-F2773F8B7B08}"/>
              </a:ext>
            </a:extLst>
          </p:cNvPr>
          <p:cNvSpPr>
            <a:spLocks noGrp="1"/>
          </p:cNvSpPr>
          <p:nvPr/>
        </p:nvSpPr>
        <p:spPr>
          <a:xfrm>
            <a:off x="7572375" y="20478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aire</a:t>
            </a:r>
          </a:p>
        </p:txBody>
      </p:sp>
      <p:sp>
        <p:nvSpPr>
          <p:cNvPr id="13" name="cover-step-2">
            <a:extLst>
              <a:ext uri="{FF2B5EF4-FFF2-40B4-BE49-F238E27FC236}">
                <a16:creationId xmlns:a16="http://schemas.microsoft.com/office/drawing/2014/main" id="{A21F1BBD-90BC-4670-AA1C-E9B46559A236}"/>
              </a:ext>
            </a:extLst>
          </p:cNvPr>
          <p:cNvSpPr>
            <a:spLocks noGrp="1"/>
          </p:cNvSpPr>
          <p:nvPr/>
        </p:nvSpPr>
        <p:spPr>
          <a:xfrm>
            <a:off x="9382125" y="1762125"/>
            <a:ext cx="1619250" cy="1047750"/>
          </a:xfrm>
          <a:prstGeom prst="roundRect">
            <a:avLst>
              <a:gd name="adj" fmla="val 9091"/>
            </a:avLst>
          </a:prstGeom>
          <a:solidFill>
            <a:srgbClr val="6A2447"/>
          </a:solidFill>
          <a:ln w="14288">
            <a:solidFill>
              <a:srgbClr val="CFA7BA"/>
            </a:solidFill>
            <a:prstDash val="solid"/>
          </a:ln>
        </p:spPr>
      </p:sp>
      <p:sp>
        <p:nvSpPr>
          <p:cNvPr id="14" name="cover-step-2-text">
            <a:extLst>
              <a:ext uri="{FF2B5EF4-FFF2-40B4-BE49-F238E27FC236}">
                <a16:creationId xmlns:a16="http://schemas.microsoft.com/office/drawing/2014/main" id="{EAA7DDA1-BEEF-4700-B474-EC58B2E369D6}"/>
              </a:ext>
            </a:extLst>
          </p:cNvPr>
          <p:cNvSpPr>
            <a:spLocks noGrp="1"/>
          </p:cNvSpPr>
          <p:nvPr/>
        </p:nvSpPr>
        <p:spPr>
          <a:xfrm>
            <a:off x="9525000" y="20478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15" name="cover-step-3">
            <a:extLst>
              <a:ext uri="{FF2B5EF4-FFF2-40B4-BE49-F238E27FC236}">
                <a16:creationId xmlns:a16="http://schemas.microsoft.com/office/drawing/2014/main" id="{70191F23-856B-4D22-8CE2-A63FADF47BB8}"/>
              </a:ext>
            </a:extLst>
          </p:cNvPr>
          <p:cNvSpPr>
            <a:spLocks noGrp="1"/>
          </p:cNvSpPr>
          <p:nvPr/>
        </p:nvSpPr>
        <p:spPr>
          <a:xfrm>
            <a:off x="7429500" y="3381375"/>
            <a:ext cx="1619250" cy="1047750"/>
          </a:xfrm>
          <a:prstGeom prst="roundRect">
            <a:avLst>
              <a:gd name="adj" fmla="val 9091"/>
            </a:avLst>
          </a:prstGeom>
          <a:solidFill>
            <a:srgbClr val="77384F"/>
          </a:solidFill>
          <a:ln w="14288">
            <a:solidFill>
              <a:srgbClr val="CFA7BA"/>
            </a:solidFill>
            <a:prstDash val="solid"/>
          </a:ln>
        </p:spPr>
      </p:sp>
      <p:sp>
        <p:nvSpPr>
          <p:cNvPr id="16" name="cover-step-3-text">
            <a:extLst>
              <a:ext uri="{FF2B5EF4-FFF2-40B4-BE49-F238E27FC236}">
                <a16:creationId xmlns:a16="http://schemas.microsoft.com/office/drawing/2014/main" id="{BB2F9293-215F-4FD5-9471-72A4860CE2C0}"/>
              </a:ext>
            </a:extLst>
          </p:cNvPr>
          <p:cNvSpPr>
            <a:spLocks noGrp="1"/>
          </p:cNvSpPr>
          <p:nvPr/>
        </p:nvSpPr>
        <p:spPr>
          <a:xfrm>
            <a:off x="7572375" y="366712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7" name="cover-step-4">
            <a:extLst>
              <a:ext uri="{FF2B5EF4-FFF2-40B4-BE49-F238E27FC236}">
                <a16:creationId xmlns:a16="http://schemas.microsoft.com/office/drawing/2014/main" id="{8A8E0FFC-0BDF-42D5-AED5-C9BBD7C06E18}"/>
              </a:ext>
            </a:extLst>
          </p:cNvPr>
          <p:cNvSpPr>
            <a:spLocks noGrp="1"/>
          </p:cNvSpPr>
          <p:nvPr/>
        </p:nvSpPr>
        <p:spPr>
          <a:xfrm>
            <a:off x="9382125" y="3381375"/>
            <a:ext cx="1619250" cy="1047750"/>
          </a:xfrm>
          <a:prstGeom prst="roundRect">
            <a:avLst>
              <a:gd name="adj" fmla="val 9091"/>
            </a:avLst>
          </a:prstGeom>
          <a:solidFill>
            <a:srgbClr val="77384F"/>
          </a:solidFill>
          <a:ln w="14288">
            <a:solidFill>
              <a:srgbClr val="CFA7BA"/>
            </a:solidFill>
            <a:prstDash val="solid"/>
          </a:ln>
        </p:spPr>
      </p:sp>
      <p:sp>
        <p:nvSpPr>
          <p:cNvPr id="18" name="cover-step-4-text">
            <a:extLst>
              <a:ext uri="{FF2B5EF4-FFF2-40B4-BE49-F238E27FC236}">
                <a16:creationId xmlns:a16="http://schemas.microsoft.com/office/drawing/2014/main" id="{B45F516F-79C3-4633-83DC-C98F209B874A}"/>
              </a:ext>
            </a:extLst>
          </p:cNvPr>
          <p:cNvSpPr>
            <a:spLocks noGrp="1"/>
          </p:cNvSpPr>
          <p:nvPr/>
        </p:nvSpPr>
        <p:spPr>
          <a:xfrm>
            <a:off x="9525000" y="366712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19" name="cover-route">
            <a:extLst>
              <a:ext uri="{FF2B5EF4-FFF2-40B4-BE49-F238E27FC236}">
                <a16:creationId xmlns:a16="http://schemas.microsoft.com/office/drawing/2014/main" id="{C6BE2266-D2F4-4EDD-9A4E-9B64C01776D8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619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650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4 encuentros · ruta central + ampliaciones + respaldo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9CC75573-96F4-2755-3708-4A98EE9288D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8702E53-586F-4AAC-A6E9-042372A6D235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1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C2B52383-9F56-40F1-8630-EB2996BD548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aire al nervio: ¿qué etapas faltan?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A9E203A-254E-420F-9DC4-AECF50A7F5E0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No se pasa directamente de presión a percepción.</a:t>
            </a:r>
          </a:p>
        </p:txBody>
      </p:sp>
      <p:sp>
        <p:nvSpPr>
          <p:cNvPr id="3" name="U06-DG-001-stage_1-anchor">
            <a:extLst>
              <a:ext uri="{FF2B5EF4-FFF2-40B4-BE49-F238E27FC236}">
                <a16:creationId xmlns:a16="http://schemas.microsoft.com/office/drawing/2014/main" id="{D2354BD9-6D1E-405B-949D-A2B21F0ECC19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1-stage_2-anchor">
            <a:extLst>
              <a:ext uri="{FF2B5EF4-FFF2-40B4-BE49-F238E27FC236}">
                <a16:creationId xmlns:a16="http://schemas.microsoft.com/office/drawing/2014/main" id="{AD201BF5-DDB7-43E0-B0AF-066875CC67EF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1-stage_3-anchor">
            <a:extLst>
              <a:ext uri="{FF2B5EF4-FFF2-40B4-BE49-F238E27FC236}">
                <a16:creationId xmlns:a16="http://schemas.microsoft.com/office/drawing/2014/main" id="{5207EF2E-EB1B-4B3D-A0D1-AC47BC57D432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1-stage_4-anchor">
            <a:extLst>
              <a:ext uri="{FF2B5EF4-FFF2-40B4-BE49-F238E27FC236}">
                <a16:creationId xmlns:a16="http://schemas.microsoft.com/office/drawing/2014/main" id="{BD37779D-0A66-487D-955F-B7524E42C759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1-stage_5-anchor">
            <a:extLst>
              <a:ext uri="{FF2B5EF4-FFF2-40B4-BE49-F238E27FC236}">
                <a16:creationId xmlns:a16="http://schemas.microsoft.com/office/drawing/2014/main" id="{A039E2D0-D96D-46A1-AF9F-B93CB48A433A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1-stage_6-anchor">
            <a:extLst>
              <a:ext uri="{FF2B5EF4-FFF2-40B4-BE49-F238E27FC236}">
                <a16:creationId xmlns:a16="http://schemas.microsoft.com/office/drawing/2014/main" id="{524B457E-6512-48A2-BE20-C20ABD0714E2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01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01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01-flow_3"/>
          <p:cNvCxnSpPr>
            <a:stCxn id="5" idx="2"/>
            <a:endCxn id="6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01-flow_4"/>
          <p:cNvCxnSpPr>
            <a:stCxn id="6" idx="1"/>
            <a:endCxn id="7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01-flow_5"/>
          <p:cNvCxnSpPr>
            <a:stCxn id="7" idx="1"/>
            <a:endCxn id="8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6-DG-001-stage_1-box" descr="Diagrama sobre «Del aire al nervio: ¿qué etapas faltan?»; organiza cadena incompleta para ordenar: presión, tímpano, huesecillos, cóclea, células y nervio." title="Texto alternativo U06-002">
            <a:extLst>
              <a:ext uri="{FF2B5EF4-FFF2-40B4-BE49-F238E27FC236}">
                <a16:creationId xmlns:a16="http://schemas.microsoft.com/office/drawing/2014/main" id="{002389FD-0ED1-4A2C-9747-E343D7490843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01-stage_1-title">
            <a:extLst>
              <a:ext uri="{FF2B5EF4-FFF2-40B4-BE49-F238E27FC236}">
                <a16:creationId xmlns:a16="http://schemas.microsoft.com/office/drawing/2014/main" id="{C96E8B99-4B8C-48AA-A7C1-1A8F164AFA0E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Pabellón</a:t>
            </a:r>
          </a:p>
        </p:txBody>
      </p:sp>
      <p:sp>
        <p:nvSpPr>
          <p:cNvPr id="16" name="U06-DG-001-stage_1-body">
            <a:extLst>
              <a:ext uri="{FF2B5EF4-FFF2-40B4-BE49-F238E27FC236}">
                <a16:creationId xmlns:a16="http://schemas.microsoft.com/office/drawing/2014/main" id="{43577167-1113-47E2-9B90-BC633C9E4FF6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 y filtra</a:t>
            </a:r>
          </a:p>
        </p:txBody>
      </p:sp>
      <p:sp>
        <p:nvSpPr>
          <p:cNvPr id="17" name="U06-DG-001-stage_2-box">
            <a:extLst>
              <a:ext uri="{FF2B5EF4-FFF2-40B4-BE49-F238E27FC236}">
                <a16:creationId xmlns:a16="http://schemas.microsoft.com/office/drawing/2014/main" id="{F5DA68F5-6835-456E-80A1-6440A5D50D9F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01-stage_2-title">
            <a:extLst>
              <a:ext uri="{FF2B5EF4-FFF2-40B4-BE49-F238E27FC236}">
                <a16:creationId xmlns:a16="http://schemas.microsoft.com/office/drawing/2014/main" id="{49872315-368A-4939-9497-5DAA9738396D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19" name="U06-DG-001-stage_2-body">
            <a:extLst>
              <a:ext uri="{FF2B5EF4-FFF2-40B4-BE49-F238E27FC236}">
                <a16:creationId xmlns:a16="http://schemas.microsoft.com/office/drawing/2014/main" id="{523E148E-5C18-4501-8299-B9668886CA74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conduce presión</a:t>
            </a:r>
          </a:p>
        </p:txBody>
      </p:sp>
      <p:sp>
        <p:nvSpPr>
          <p:cNvPr id="20" name="U06-DG-001-stage_3-box">
            <a:extLst>
              <a:ext uri="{FF2B5EF4-FFF2-40B4-BE49-F238E27FC236}">
                <a16:creationId xmlns:a16="http://schemas.microsoft.com/office/drawing/2014/main" id="{71A6C7F0-AC28-4877-AFCF-B24F539CCAA2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1" name="U06-DG-001-stage_3-title">
            <a:extLst>
              <a:ext uri="{FF2B5EF4-FFF2-40B4-BE49-F238E27FC236}">
                <a16:creationId xmlns:a16="http://schemas.microsoft.com/office/drawing/2014/main" id="{42830596-2154-4FE8-9494-EA57076ABFC7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2" name="U06-DG-001-stage_3-body">
            <a:extLst>
              <a:ext uri="{FF2B5EF4-FFF2-40B4-BE49-F238E27FC236}">
                <a16:creationId xmlns:a16="http://schemas.microsoft.com/office/drawing/2014/main" id="{F5A6C5ED-CFDC-4445-BBEB-E0165627F775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→ fuerza</a:t>
            </a:r>
          </a:p>
        </p:txBody>
      </p:sp>
      <p:sp>
        <p:nvSpPr>
          <p:cNvPr id="23" name="U06-DG-001-stage_4-box">
            <a:extLst>
              <a:ext uri="{FF2B5EF4-FFF2-40B4-BE49-F238E27FC236}">
                <a16:creationId xmlns:a16="http://schemas.microsoft.com/office/drawing/2014/main" id="{609FBDC8-14DA-4157-B345-B58BA453CDE4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4" name="U06-DG-001-stage_4-title">
            <a:extLst>
              <a:ext uri="{FF2B5EF4-FFF2-40B4-BE49-F238E27FC236}">
                <a16:creationId xmlns:a16="http://schemas.microsoft.com/office/drawing/2014/main" id="{D84ECCE8-20C8-4F9E-B1E4-EEFDFFF0D360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25" name="U06-DG-001-stage_4-body">
            <a:extLst>
              <a:ext uri="{FF2B5EF4-FFF2-40B4-BE49-F238E27FC236}">
                <a16:creationId xmlns:a16="http://schemas.microsoft.com/office/drawing/2014/main" id="{6245561B-0580-40E2-B053-E3311A040F61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transfieren</a:t>
            </a:r>
          </a:p>
        </p:txBody>
      </p:sp>
      <p:sp>
        <p:nvSpPr>
          <p:cNvPr id="26" name="U06-DG-001-stage_5-box">
            <a:extLst>
              <a:ext uri="{FF2B5EF4-FFF2-40B4-BE49-F238E27FC236}">
                <a16:creationId xmlns:a16="http://schemas.microsoft.com/office/drawing/2014/main" id="{B4B06C16-89D1-4CB0-A4D7-CC627CD16EBA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7" name="U06-DG-001-stage_5-title">
            <a:extLst>
              <a:ext uri="{FF2B5EF4-FFF2-40B4-BE49-F238E27FC236}">
                <a16:creationId xmlns:a16="http://schemas.microsoft.com/office/drawing/2014/main" id="{A84A0917-2616-4880-81FF-9AC24522B703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8" name="U06-DG-001-stage_5-body">
            <a:extLst>
              <a:ext uri="{FF2B5EF4-FFF2-40B4-BE49-F238E27FC236}">
                <a16:creationId xmlns:a16="http://schemas.microsoft.com/office/drawing/2014/main" id="{FE221CFE-6709-4231-AC11-8DBD0D09F7D3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29" name="U06-DG-001-stage_6-box">
            <a:extLst>
              <a:ext uri="{FF2B5EF4-FFF2-40B4-BE49-F238E27FC236}">
                <a16:creationId xmlns:a16="http://schemas.microsoft.com/office/drawing/2014/main" id="{FFD661A4-6A52-4A07-BC83-DC5822536800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0" name="U06-DG-001-stage_6-title">
            <a:extLst>
              <a:ext uri="{FF2B5EF4-FFF2-40B4-BE49-F238E27FC236}">
                <a16:creationId xmlns:a16="http://schemas.microsoft.com/office/drawing/2014/main" id="{F50A98C2-6EFD-4A51-AE0D-C2354F6D6627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1" name="U06-DG-001-stage_6-body">
            <a:extLst>
              <a:ext uri="{FF2B5EF4-FFF2-40B4-BE49-F238E27FC236}">
                <a16:creationId xmlns:a16="http://schemas.microsoft.com/office/drawing/2014/main" id="{403EB63C-4A0A-4883-99D4-E896199AB94D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aferente</a:t>
            </a:r>
          </a:p>
        </p:txBody>
      </p:sp>
      <p:sp>
        <p:nvSpPr>
          <p:cNvPr id="32" name="top-rail-1">
            <a:extLst>
              <a:ext uri="{FF2B5EF4-FFF2-40B4-BE49-F238E27FC236}">
                <a16:creationId xmlns:a16="http://schemas.microsoft.com/office/drawing/2014/main" id="{15D8F1AF-9C0F-43D3-B0C0-34BF51E37358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3" name="top-rail-2">
            <a:extLst>
              <a:ext uri="{FF2B5EF4-FFF2-40B4-BE49-F238E27FC236}">
                <a16:creationId xmlns:a16="http://schemas.microsoft.com/office/drawing/2014/main" id="{A1213A2B-7923-4DB7-AF4D-A945A2B3FBCA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4" name="top-rail-3">
            <a:extLst>
              <a:ext uri="{FF2B5EF4-FFF2-40B4-BE49-F238E27FC236}">
                <a16:creationId xmlns:a16="http://schemas.microsoft.com/office/drawing/2014/main" id="{BDAB389E-E9D6-41E4-BFD7-138A7C43B911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5" name="eyebrow">
            <a:extLst>
              <a:ext uri="{FF2B5EF4-FFF2-40B4-BE49-F238E27FC236}">
                <a16:creationId xmlns:a16="http://schemas.microsoft.com/office/drawing/2014/main" id="{301D3DAE-F80C-44A5-B897-3E02C630CE1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5C69FC8A-034B-2858-07A8-28C819114D20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D5E37A44-C3E4-494D-8929-6178F5A54397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56791CB4-6756-4F66-9EB2-3A196E87DAF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 que recuperamos de U2 a U5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A7B1984-893D-4429-A715-46C1A7D2F246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Fuerza, onda, presión, impedancia y respuesta en frecuencia convergen en U6.</a:t>
            </a:r>
          </a:p>
        </p:txBody>
      </p:sp>
      <p:sp>
        <p:nvSpPr>
          <p:cNvPr id="3" name="U06-DG-002-central-anchor">
            <a:extLst>
              <a:ext uri="{FF2B5EF4-FFF2-40B4-BE49-F238E27FC236}">
                <a16:creationId xmlns:a16="http://schemas.microsoft.com/office/drawing/2014/main" id="{2E511925-64FB-4EE8-8A25-68A4566F858A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2-branch_1-anchor">
            <a:extLst>
              <a:ext uri="{FF2B5EF4-FFF2-40B4-BE49-F238E27FC236}">
                <a16:creationId xmlns:a16="http://schemas.microsoft.com/office/drawing/2014/main" id="{90B25C8D-05FB-4AC1-BA2A-D6B8991013D5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250031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2-branch_2-anchor">
            <a:extLst>
              <a:ext uri="{FF2B5EF4-FFF2-40B4-BE49-F238E27FC236}">
                <a16:creationId xmlns:a16="http://schemas.microsoft.com/office/drawing/2014/main" id="{CB465524-AE50-486B-B10F-71F7444417FB}"/>
              </a:ext>
            </a:extLst>
          </p:cNvPr>
          <p:cNvSpPr>
            <a:spLocks noGrp="1"/>
          </p:cNvSpPr>
          <p:nvPr/>
        </p:nvSpPr>
        <p:spPr>
          <a:xfrm>
            <a:off x="3490913" y="3619500"/>
            <a:ext cx="250031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2-branch_3-anchor">
            <a:extLst>
              <a:ext uri="{FF2B5EF4-FFF2-40B4-BE49-F238E27FC236}">
                <a16:creationId xmlns:a16="http://schemas.microsoft.com/office/drawing/2014/main" id="{A58A48CE-957F-4338-9CA2-85D9EA4047B0}"/>
              </a:ext>
            </a:extLst>
          </p:cNvPr>
          <p:cNvSpPr>
            <a:spLocks noGrp="1"/>
          </p:cNvSpPr>
          <p:nvPr/>
        </p:nvSpPr>
        <p:spPr>
          <a:xfrm>
            <a:off x="6200775" y="3619500"/>
            <a:ext cx="250031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2-branch_4-anchor">
            <a:extLst>
              <a:ext uri="{FF2B5EF4-FFF2-40B4-BE49-F238E27FC236}">
                <a16:creationId xmlns:a16="http://schemas.microsoft.com/office/drawing/2014/main" id="{144A0F7C-A2CE-4107-AFBF-A3664A14BCBA}"/>
              </a:ext>
            </a:extLst>
          </p:cNvPr>
          <p:cNvSpPr>
            <a:spLocks noGrp="1"/>
          </p:cNvSpPr>
          <p:nvPr/>
        </p:nvSpPr>
        <p:spPr>
          <a:xfrm>
            <a:off x="8910638" y="3619500"/>
            <a:ext cx="250031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02-branch_edge_1"/>
          <p:cNvCxnSpPr>
            <a:stCxn id="4" idx="3"/>
            <a:endCxn id="3" idx="1"/>
          </p:cNvCxnSpPr>
          <p:nvPr/>
        </p:nvCxnSpPr>
        <p:spPr>
          <a:xfrm flipV="1">
            <a:off x="3281363" y="2024063"/>
            <a:ext cx="433387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02-branch_edge_2"/>
          <p:cNvCxnSpPr>
            <a:stCxn id="5" idx="0"/>
            <a:endCxn id="3" idx="2"/>
          </p:cNvCxnSpPr>
          <p:nvPr/>
        </p:nvCxnSpPr>
        <p:spPr>
          <a:xfrm flipV="1">
            <a:off x="4741070" y="2667000"/>
            <a:ext cx="135493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02-branch_edge_3"/>
          <p:cNvCxnSpPr>
            <a:stCxn id="6" idx="0"/>
            <a:endCxn id="3" idx="2"/>
          </p:cNvCxnSpPr>
          <p:nvPr/>
        </p:nvCxnSpPr>
        <p:spPr>
          <a:xfrm flipH="1" flipV="1">
            <a:off x="6096000" y="2667000"/>
            <a:ext cx="1354931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02-branch_edge_4"/>
          <p:cNvCxnSpPr>
            <a:stCxn id="7" idx="1"/>
            <a:endCxn id="3" idx="3"/>
          </p:cNvCxnSpPr>
          <p:nvPr/>
        </p:nvCxnSpPr>
        <p:spPr>
          <a:xfrm flipH="1" flipV="1">
            <a:off x="8477250" y="2024063"/>
            <a:ext cx="433388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U06-DG-002-central-box" descr="Diagrama sobre «Lo que recuperamos de U2 a U5»; organiza cuatro aportes: mecánica, ondas, magnitudes acústicas y señal/sistema." title="Texto alternativo U06-003">
            <a:extLst>
              <a:ext uri="{FF2B5EF4-FFF2-40B4-BE49-F238E27FC236}">
                <a16:creationId xmlns:a16="http://schemas.microsoft.com/office/drawing/2014/main" id="{4B206C6E-E8C8-402E-AC0E-B2D5312E7FE2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3" name="U06-DG-002-central-title">
            <a:extLst>
              <a:ext uri="{FF2B5EF4-FFF2-40B4-BE49-F238E27FC236}">
                <a16:creationId xmlns:a16="http://schemas.microsoft.com/office/drawing/2014/main" id="{76FBEE7C-1890-4CB1-BAA8-B188E127D5E6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Mecanismo auditivo</a:t>
            </a:r>
          </a:p>
        </p:txBody>
      </p:sp>
      <p:sp>
        <p:nvSpPr>
          <p:cNvPr id="14" name="U06-DG-002-central-body">
            <a:extLst>
              <a:ext uri="{FF2B5EF4-FFF2-40B4-BE49-F238E27FC236}">
                <a16:creationId xmlns:a16="http://schemas.microsoft.com/office/drawing/2014/main" id="{85FAC3E4-DE80-4FCE-8382-E2CC659F00EE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 U2–U5</a:t>
            </a:r>
          </a:p>
        </p:txBody>
      </p:sp>
      <p:sp>
        <p:nvSpPr>
          <p:cNvPr id="15" name="U06-DG-002-branch_1-box">
            <a:extLst>
              <a:ext uri="{FF2B5EF4-FFF2-40B4-BE49-F238E27FC236}">
                <a16:creationId xmlns:a16="http://schemas.microsoft.com/office/drawing/2014/main" id="{8E06BF3E-83C9-464D-A255-F3CC66213DE8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250031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02-branch_1-title">
            <a:extLst>
              <a:ext uri="{FF2B5EF4-FFF2-40B4-BE49-F238E27FC236}">
                <a16:creationId xmlns:a16="http://schemas.microsoft.com/office/drawing/2014/main" id="{16CDDDB4-0D60-4F7F-A4B3-D51B0259853D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211931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 p</a:t>
            </a:r>
          </a:p>
        </p:txBody>
      </p:sp>
      <p:sp>
        <p:nvSpPr>
          <p:cNvPr id="17" name="U06-DG-002-branch_1-body">
            <a:extLst>
              <a:ext uri="{FF2B5EF4-FFF2-40B4-BE49-F238E27FC236}">
                <a16:creationId xmlns:a16="http://schemas.microsoft.com/office/drawing/2014/main" id="{F188378B-58AE-4D9C-A656-C069CBB833E4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211931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cambia?</a:t>
            </a:r>
          </a:p>
        </p:txBody>
      </p:sp>
      <p:sp>
        <p:nvSpPr>
          <p:cNvPr id="18" name="U06-DG-002-branch_2-box">
            <a:extLst>
              <a:ext uri="{FF2B5EF4-FFF2-40B4-BE49-F238E27FC236}">
                <a16:creationId xmlns:a16="http://schemas.microsoft.com/office/drawing/2014/main" id="{3753F761-FFDD-45DB-AEA0-1598131B6DCC}"/>
              </a:ext>
            </a:extLst>
          </p:cNvPr>
          <p:cNvSpPr>
            <a:spLocks noGrp="1"/>
          </p:cNvSpPr>
          <p:nvPr/>
        </p:nvSpPr>
        <p:spPr>
          <a:xfrm>
            <a:off x="3490913" y="3619500"/>
            <a:ext cx="250031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02-branch_2-title">
            <a:extLst>
              <a:ext uri="{FF2B5EF4-FFF2-40B4-BE49-F238E27FC236}">
                <a16:creationId xmlns:a16="http://schemas.microsoft.com/office/drawing/2014/main" id="{ED2A24CE-4173-4941-BF33-A5E2613C7279}"/>
              </a:ext>
            </a:extLst>
          </p:cNvPr>
          <p:cNvSpPr>
            <a:spLocks noGrp="1"/>
          </p:cNvSpPr>
          <p:nvPr/>
        </p:nvSpPr>
        <p:spPr>
          <a:xfrm>
            <a:off x="3681413" y="3762375"/>
            <a:ext cx="211931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 F</a:t>
            </a:r>
          </a:p>
        </p:txBody>
      </p:sp>
      <p:sp>
        <p:nvSpPr>
          <p:cNvPr id="20" name="U06-DG-002-branch_2-body">
            <a:extLst>
              <a:ext uri="{FF2B5EF4-FFF2-40B4-BE49-F238E27FC236}">
                <a16:creationId xmlns:a16="http://schemas.microsoft.com/office/drawing/2014/main" id="{AC72EDCC-F517-495D-87EF-E20328918DAA}"/>
              </a:ext>
            </a:extLst>
          </p:cNvPr>
          <p:cNvSpPr>
            <a:spLocks noGrp="1"/>
          </p:cNvSpPr>
          <p:nvPr/>
        </p:nvSpPr>
        <p:spPr>
          <a:xfrm>
            <a:off x="3681413" y="4210050"/>
            <a:ext cx="211931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mueve?</a:t>
            </a:r>
          </a:p>
        </p:txBody>
      </p:sp>
      <p:sp>
        <p:nvSpPr>
          <p:cNvPr id="21" name="U06-DG-002-branch_3-box">
            <a:extLst>
              <a:ext uri="{FF2B5EF4-FFF2-40B4-BE49-F238E27FC236}">
                <a16:creationId xmlns:a16="http://schemas.microsoft.com/office/drawing/2014/main" id="{317E9EB8-2934-4A3E-9DC6-C207B6144C8C}"/>
              </a:ext>
            </a:extLst>
          </p:cNvPr>
          <p:cNvSpPr>
            <a:spLocks noGrp="1"/>
          </p:cNvSpPr>
          <p:nvPr/>
        </p:nvSpPr>
        <p:spPr>
          <a:xfrm>
            <a:off x="6200775" y="3619500"/>
            <a:ext cx="2500313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2" name="U06-DG-002-branch_3-title">
            <a:extLst>
              <a:ext uri="{FF2B5EF4-FFF2-40B4-BE49-F238E27FC236}">
                <a16:creationId xmlns:a16="http://schemas.microsoft.com/office/drawing/2014/main" id="{553D0EBC-8EF0-4213-A29A-042F9FD2027C}"/>
              </a:ext>
            </a:extLst>
          </p:cNvPr>
          <p:cNvSpPr>
            <a:spLocks noGrp="1"/>
          </p:cNvSpPr>
          <p:nvPr/>
        </p:nvSpPr>
        <p:spPr>
          <a:xfrm>
            <a:off x="6391275" y="3762375"/>
            <a:ext cx="211931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f</a:t>
            </a:r>
          </a:p>
        </p:txBody>
      </p:sp>
      <p:sp>
        <p:nvSpPr>
          <p:cNvPr id="23" name="U06-DG-002-branch_3-body">
            <a:extLst>
              <a:ext uri="{FF2B5EF4-FFF2-40B4-BE49-F238E27FC236}">
                <a16:creationId xmlns:a16="http://schemas.microsoft.com/office/drawing/2014/main" id="{A576869A-A616-4859-BCC7-B418FDD7A5D6}"/>
              </a:ext>
            </a:extLst>
          </p:cNvPr>
          <p:cNvSpPr>
            <a:spLocks noGrp="1"/>
          </p:cNvSpPr>
          <p:nvPr/>
        </p:nvSpPr>
        <p:spPr>
          <a:xfrm>
            <a:off x="6391275" y="4210050"/>
            <a:ext cx="211931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se conserva?</a:t>
            </a:r>
          </a:p>
        </p:txBody>
      </p:sp>
      <p:sp>
        <p:nvSpPr>
          <p:cNvPr id="24" name="U06-DG-002-branch_4-box">
            <a:extLst>
              <a:ext uri="{FF2B5EF4-FFF2-40B4-BE49-F238E27FC236}">
                <a16:creationId xmlns:a16="http://schemas.microsoft.com/office/drawing/2014/main" id="{FA440B08-4CA4-485D-856E-4C00ECAF7242}"/>
              </a:ext>
            </a:extLst>
          </p:cNvPr>
          <p:cNvSpPr>
            <a:spLocks noGrp="1"/>
          </p:cNvSpPr>
          <p:nvPr/>
        </p:nvSpPr>
        <p:spPr>
          <a:xfrm>
            <a:off x="8910638" y="3619500"/>
            <a:ext cx="250031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02-branch_4-title">
            <a:extLst>
              <a:ext uri="{FF2B5EF4-FFF2-40B4-BE49-F238E27FC236}">
                <a16:creationId xmlns:a16="http://schemas.microsoft.com/office/drawing/2014/main" id="{18A6B844-D088-4D15-BC2C-E30F2C52EA4C}"/>
              </a:ext>
            </a:extLst>
          </p:cNvPr>
          <p:cNvSpPr>
            <a:spLocks noGrp="1"/>
          </p:cNvSpPr>
          <p:nvPr/>
        </p:nvSpPr>
        <p:spPr>
          <a:xfrm>
            <a:off x="9101138" y="3762375"/>
            <a:ext cx="211931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Nivel en dB</a:t>
            </a:r>
          </a:p>
        </p:txBody>
      </p:sp>
      <p:sp>
        <p:nvSpPr>
          <p:cNvPr id="26" name="U06-DG-002-branch_4-body">
            <a:extLst>
              <a:ext uri="{FF2B5EF4-FFF2-40B4-BE49-F238E27FC236}">
                <a16:creationId xmlns:a16="http://schemas.microsoft.com/office/drawing/2014/main" id="{2288587A-1370-48F5-BBDF-D80441A1D432}"/>
              </a:ext>
            </a:extLst>
          </p:cNvPr>
          <p:cNvSpPr>
            <a:spLocks noGrp="1"/>
          </p:cNvSpPr>
          <p:nvPr/>
        </p:nvSpPr>
        <p:spPr>
          <a:xfrm>
            <a:off x="9101138" y="4210050"/>
            <a:ext cx="211931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se expresa?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9B66739B-3D81-485D-896A-EB31E3F5E24A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03125DEF-34FC-47B7-9B5E-61816F6387FC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EFB93416-DE42-46DD-97B2-A7E8A067D7B3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677C4D88-F3BE-4E50-B33C-E9D69EDA2EE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4F32BCAB-86DA-ADAA-5640-05C96DB32D4D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DE48300-D531-43FE-97DC-924FD7A91B3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85917ABC-E39D-450F-B314-C436E0F85FA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Presión, fuerza, desplazamiento y potencial: ¿qué unidad corresponde?</a:t>
            </a:r>
          </a:p>
        </p:txBody>
      </p:sp>
      <p:sp>
        <p:nvSpPr>
          <p:cNvPr id="2" name="U06-DG-003-cell_1-anchor">
            <a:extLst>
              <a:ext uri="{FF2B5EF4-FFF2-40B4-BE49-F238E27FC236}">
                <a16:creationId xmlns:a16="http://schemas.microsoft.com/office/drawing/2014/main" id="{914C6D2E-E521-4CDE-A22F-63688443762E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03-cell_2-anchor">
            <a:extLst>
              <a:ext uri="{FF2B5EF4-FFF2-40B4-BE49-F238E27FC236}">
                <a16:creationId xmlns:a16="http://schemas.microsoft.com/office/drawing/2014/main" id="{1F821843-EC7D-4CB4-907C-9B1383B849AD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3-cell_3-anchor">
            <a:extLst>
              <a:ext uri="{FF2B5EF4-FFF2-40B4-BE49-F238E27FC236}">
                <a16:creationId xmlns:a16="http://schemas.microsoft.com/office/drawing/2014/main" id="{AC2F99EA-9CBF-4228-868F-E037D7DD0615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3-cell_4-anchor">
            <a:extLst>
              <a:ext uri="{FF2B5EF4-FFF2-40B4-BE49-F238E27FC236}">
                <a16:creationId xmlns:a16="http://schemas.microsoft.com/office/drawing/2014/main" id="{1B1B79AA-49EA-4406-A5B0-6EEE1E370C73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3-cell_1-box" descr="Diagrama sobre «Presión, fuerza, desplazamiento y potencial: ¿qué unidad corresponde?»; organiza clasificación breve pa/n/m/v o mv/actividad neural.." title="Texto alternativo U06-004">
            <a:extLst>
              <a:ext uri="{FF2B5EF4-FFF2-40B4-BE49-F238E27FC236}">
                <a16:creationId xmlns:a16="http://schemas.microsoft.com/office/drawing/2014/main" id="{8D7B54DC-316E-48AC-A1E8-75A80FC0AC52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U06-DG-003-cell_1-title">
            <a:extLst>
              <a:ext uri="{FF2B5EF4-FFF2-40B4-BE49-F238E27FC236}">
                <a16:creationId xmlns:a16="http://schemas.microsoft.com/office/drawing/2014/main" id="{78D14A74-B8A5-4CB3-857A-B2B2105A4116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8" name="U06-DG-003-cell_1-body">
            <a:extLst>
              <a:ext uri="{FF2B5EF4-FFF2-40B4-BE49-F238E27FC236}">
                <a16:creationId xmlns:a16="http://schemas.microsoft.com/office/drawing/2014/main" id="{D23631C3-1F39-4B58-B3F8-F0FB3CE67985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</a:t>
            </a:r>
          </a:p>
        </p:txBody>
      </p:sp>
      <p:sp>
        <p:nvSpPr>
          <p:cNvPr id="9" name="U06-DG-003-cell_2-box">
            <a:extLst>
              <a:ext uri="{FF2B5EF4-FFF2-40B4-BE49-F238E27FC236}">
                <a16:creationId xmlns:a16="http://schemas.microsoft.com/office/drawing/2014/main" id="{DAE0C981-9DEA-488C-A2FF-A49D62C27E8E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0" name="U06-DG-003-cell_2-title">
            <a:extLst>
              <a:ext uri="{FF2B5EF4-FFF2-40B4-BE49-F238E27FC236}">
                <a16:creationId xmlns:a16="http://schemas.microsoft.com/office/drawing/2014/main" id="{C4D0747F-355D-4A5C-BFF4-C39DC2CA1738}"/>
              </a:ext>
            </a:extLst>
          </p:cNvPr>
          <p:cNvSpPr>
            <a:spLocks noGrp="1"/>
          </p:cNvSpPr>
          <p:nvPr/>
        </p:nvSpPr>
        <p:spPr>
          <a:xfrm>
            <a:off x="6453188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11" name="U06-DG-003-cell_2-body">
            <a:extLst>
              <a:ext uri="{FF2B5EF4-FFF2-40B4-BE49-F238E27FC236}">
                <a16:creationId xmlns:a16="http://schemas.microsoft.com/office/drawing/2014/main" id="{443EB5F0-4B03-4F69-99A7-CE53C9035985}"/>
              </a:ext>
            </a:extLst>
          </p:cNvPr>
          <p:cNvSpPr>
            <a:spLocks noGrp="1"/>
          </p:cNvSpPr>
          <p:nvPr/>
        </p:nvSpPr>
        <p:spPr>
          <a:xfrm>
            <a:off x="6453188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</a:t>
            </a:r>
          </a:p>
        </p:txBody>
      </p:sp>
      <p:sp>
        <p:nvSpPr>
          <p:cNvPr id="12" name="U06-DG-003-cell_3-box">
            <a:extLst>
              <a:ext uri="{FF2B5EF4-FFF2-40B4-BE49-F238E27FC236}">
                <a16:creationId xmlns:a16="http://schemas.microsoft.com/office/drawing/2014/main" id="{9B5F5663-8E37-4411-B9C1-D2BF6BF15C08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3" name="U06-DG-003-cell_3-title">
            <a:extLst>
              <a:ext uri="{FF2B5EF4-FFF2-40B4-BE49-F238E27FC236}">
                <a16:creationId xmlns:a16="http://schemas.microsoft.com/office/drawing/2014/main" id="{66FB0284-93D7-48A1-9898-EB29CE0FE50D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Desplazamiento</a:t>
            </a:r>
          </a:p>
        </p:txBody>
      </p:sp>
      <p:sp>
        <p:nvSpPr>
          <p:cNvPr id="14" name="U06-DG-003-cell_3-body">
            <a:extLst>
              <a:ext uri="{FF2B5EF4-FFF2-40B4-BE49-F238E27FC236}">
                <a16:creationId xmlns:a16="http://schemas.microsoft.com/office/drawing/2014/main" id="{0696C566-C57E-42FC-9910-97680720ADFC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5" name="U06-DG-003-cell_4-box">
            <a:extLst>
              <a:ext uri="{FF2B5EF4-FFF2-40B4-BE49-F238E27FC236}">
                <a16:creationId xmlns:a16="http://schemas.microsoft.com/office/drawing/2014/main" id="{13725245-3ECB-405D-A306-A9D2CA209018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6" name="U06-DG-003-cell_4-title">
            <a:extLst>
              <a:ext uri="{FF2B5EF4-FFF2-40B4-BE49-F238E27FC236}">
                <a16:creationId xmlns:a16="http://schemas.microsoft.com/office/drawing/2014/main" id="{8F2193EE-F4E2-48DA-84C8-8283A3391B3D}"/>
              </a:ext>
            </a:extLst>
          </p:cNvPr>
          <p:cNvSpPr>
            <a:spLocks noGrp="1"/>
          </p:cNvSpPr>
          <p:nvPr/>
        </p:nvSpPr>
        <p:spPr>
          <a:xfrm>
            <a:off x="6453188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</a:t>
            </a:r>
          </a:p>
        </p:txBody>
      </p:sp>
      <p:sp>
        <p:nvSpPr>
          <p:cNvPr id="17" name="U06-DG-003-cell_4-body">
            <a:extLst>
              <a:ext uri="{FF2B5EF4-FFF2-40B4-BE49-F238E27FC236}">
                <a16:creationId xmlns:a16="http://schemas.microsoft.com/office/drawing/2014/main" id="{7A9D16E8-F5E8-4BCF-B222-05F6E573CD69}"/>
              </a:ext>
            </a:extLst>
          </p:cNvPr>
          <p:cNvSpPr>
            <a:spLocks noGrp="1"/>
          </p:cNvSpPr>
          <p:nvPr/>
        </p:nvSpPr>
        <p:spPr>
          <a:xfrm>
            <a:off x="6453188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 o mV</a:t>
            </a:r>
          </a:p>
        </p:txBody>
      </p:sp>
      <p:sp>
        <p:nvSpPr>
          <p:cNvPr id="18" name="top-rail-1">
            <a:extLst>
              <a:ext uri="{FF2B5EF4-FFF2-40B4-BE49-F238E27FC236}">
                <a16:creationId xmlns:a16="http://schemas.microsoft.com/office/drawing/2014/main" id="{252D0B4C-4D5D-47A5-AEDF-FF42F285CF9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9" name="top-rail-2">
            <a:extLst>
              <a:ext uri="{FF2B5EF4-FFF2-40B4-BE49-F238E27FC236}">
                <a16:creationId xmlns:a16="http://schemas.microsoft.com/office/drawing/2014/main" id="{21886876-5E05-4D08-A491-75145060F92D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0" name="top-rail-3">
            <a:extLst>
              <a:ext uri="{FF2B5EF4-FFF2-40B4-BE49-F238E27FC236}">
                <a16:creationId xmlns:a16="http://schemas.microsoft.com/office/drawing/2014/main" id="{60D0D778-BB9E-49C7-B43A-57EE0904CC1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1" name="eyebrow">
            <a:extLst>
              <a:ext uri="{FF2B5EF4-FFF2-40B4-BE49-F238E27FC236}">
                <a16:creationId xmlns:a16="http://schemas.microsoft.com/office/drawing/2014/main" id="{6B6AE889-49B6-4FC9-A9B1-44AAD9A54BD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23" name="auto-slide-number">
            <a:extLst>
              <a:ext uri="{FF2B5EF4-FFF2-40B4-BE49-F238E27FC236}">
                <a16:creationId xmlns:a16="http://schemas.microsoft.com/office/drawing/2014/main" id="{5FF3A8E9-8055-C1F7-0A57-1DC20E6BF419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98298365-9B13-411D-85E8-B2B1891A8F9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844C8431-FDB8-416E-AF62-85C20EDB4F7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reconstruir y explicar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6097E51-D6CD-4593-9720-E19027F496EC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evaluación se centrará en relaciones, no en memorizar una lista anatómica.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CF97939B-28B5-4019-9D1F-413129B2CBF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Ordenar la cadena.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Relacionar oído externo y transferencia.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presión–fuerza.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vía aérea y conducción ósea.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1C72A3BE-4195-4557-8A02-D448D8F7EFE4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1D9BF5A6-D8D7-47B9-8961-BBA2D5866BEA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54FBCFCD-B6E1-45FF-A4B4-32F4A49B291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1BCC476D-213A-4A60-B0DC-3F56A36EBB0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51330AAE-B4FE-8313-9BF5-780DB49D4B55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AF005707-8085-4C97-B53B-498C670684E7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2017BBC5-19B1-4500-A0B9-9003A19291C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explicar dentro de la cóclea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9FD3D6D-44F9-4DCC-A00C-DFA376600B36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fisiología periférica prepara la altura tonal (pitch), la sonoridad y la clínica, pero no las reemplaza.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B856B2F2-276A-499A-924B-EB7265BBB690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Identificar la arquitectura coclear.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Explicar frecuencia y nivel.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Diferenciar células ciliadas internas (CCI) y externas (CCE).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Delimitar percepción y diagnóstico.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04CC276A-CF4D-4F2A-BF6B-04C3F6982341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42F37D3B-6F9E-4CC3-BA14-0F5D3E8E3C1B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00D867CC-F9B9-4EEA-B7AD-2184EDA797BD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CBC0DFC5-9A11-4059-AF39-4FAB2C7A839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1888867E-0C39-C2E4-2E61-3814DBEC08A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22C6B3F-618A-45AF-988F-F21B0BD32EFE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3FF96C17-30A6-43C6-8AD4-F8F9CCD8053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Mapa de la unidad: entrada, transferencia, cóclea y señal</a:t>
            </a:r>
          </a:p>
        </p:txBody>
      </p:sp>
      <p:sp>
        <p:nvSpPr>
          <p:cNvPr id="2" name="U06-DG-004-stage_1-anchor">
            <a:extLst>
              <a:ext uri="{FF2B5EF4-FFF2-40B4-BE49-F238E27FC236}">
                <a16:creationId xmlns:a16="http://schemas.microsoft.com/office/drawing/2014/main" id="{4049952D-7CB9-4345-AC3F-72904AF98D35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04-stage_2-anchor">
            <a:extLst>
              <a:ext uri="{FF2B5EF4-FFF2-40B4-BE49-F238E27FC236}">
                <a16:creationId xmlns:a16="http://schemas.microsoft.com/office/drawing/2014/main" id="{F7557187-55F0-4283-8D6D-ACBEC3D86D86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4-stage_3-anchor">
            <a:extLst>
              <a:ext uri="{FF2B5EF4-FFF2-40B4-BE49-F238E27FC236}">
                <a16:creationId xmlns:a16="http://schemas.microsoft.com/office/drawing/2014/main" id="{FEEA0D1D-A9A2-442C-B9DA-25CC38B2148F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4-stage_4-anchor">
            <a:extLst>
              <a:ext uri="{FF2B5EF4-FFF2-40B4-BE49-F238E27FC236}">
                <a16:creationId xmlns:a16="http://schemas.microsoft.com/office/drawing/2014/main" id="{49F5AA42-3409-4B11-AF7B-A1D7404593CF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04-flow_1"/>
          <p:cNvCxnSpPr>
            <a:stCxn id="2" idx="3"/>
            <a:endCxn id="3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04-flow_2"/>
          <p:cNvCxnSpPr>
            <a:stCxn id="3" idx="3"/>
            <a:endCxn id="4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04-flow_3"/>
          <p:cNvCxnSpPr>
            <a:stCxn id="4" idx="3"/>
            <a:endCxn id="5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9" name="U06-DG-004-stage_1-box" descr="Diagrama sobre «Mapa de la unidad: entrada, transferencia, cóclea y señal»; organiza entrada externa → oído medio/vía ósea → mecánica coclear → transducción/codificación." title="Texto alternativo U06-007">
            <a:extLst>
              <a:ext uri="{FF2B5EF4-FFF2-40B4-BE49-F238E27FC236}">
                <a16:creationId xmlns:a16="http://schemas.microsoft.com/office/drawing/2014/main" id="{3EF470A3-7B2D-47A7-BF36-58C54F4CD526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U06-DG-004-stage_1-title">
            <a:extLst>
              <a:ext uri="{FF2B5EF4-FFF2-40B4-BE49-F238E27FC236}">
                <a16:creationId xmlns:a16="http://schemas.microsoft.com/office/drawing/2014/main" id="{BA55B22F-C89F-4CC9-9C3B-300D66B81E47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externo</a:t>
            </a:r>
          </a:p>
        </p:txBody>
      </p:sp>
      <p:sp>
        <p:nvSpPr>
          <p:cNvPr id="11" name="U06-DG-004-stage_1-body">
            <a:extLst>
              <a:ext uri="{FF2B5EF4-FFF2-40B4-BE49-F238E27FC236}">
                <a16:creationId xmlns:a16="http://schemas.microsoft.com/office/drawing/2014/main" id="{32242482-DBD3-4FAF-BB70-A3F5D18D2599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 · CAE</a:t>
            </a:r>
          </a:p>
        </p:txBody>
      </p:sp>
      <p:sp>
        <p:nvSpPr>
          <p:cNvPr id="12" name="U06-DG-004-stage_2-box">
            <a:extLst>
              <a:ext uri="{FF2B5EF4-FFF2-40B4-BE49-F238E27FC236}">
                <a16:creationId xmlns:a16="http://schemas.microsoft.com/office/drawing/2014/main" id="{0BBA03D9-D9E5-461D-9C27-570F2D180197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3" name="U06-DG-004-stage_2-title">
            <a:extLst>
              <a:ext uri="{FF2B5EF4-FFF2-40B4-BE49-F238E27FC236}">
                <a16:creationId xmlns:a16="http://schemas.microsoft.com/office/drawing/2014/main" id="{39BAE851-4C5D-49B0-92C0-EB9286B358CC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14" name="U06-DG-004-stage_2-body">
            <a:extLst>
              <a:ext uri="{FF2B5EF4-FFF2-40B4-BE49-F238E27FC236}">
                <a16:creationId xmlns:a16="http://schemas.microsoft.com/office/drawing/2014/main" id="{CDD33E96-6D99-4627-A1BE-C511CD53127A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· transferencia</a:t>
            </a:r>
          </a:p>
        </p:txBody>
      </p:sp>
      <p:sp>
        <p:nvSpPr>
          <p:cNvPr id="15" name="U06-DG-004-stage_3-box">
            <a:extLst>
              <a:ext uri="{FF2B5EF4-FFF2-40B4-BE49-F238E27FC236}">
                <a16:creationId xmlns:a16="http://schemas.microsoft.com/office/drawing/2014/main" id="{269369BB-F58F-438B-9993-9B060E8D408D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04-stage_3-title">
            <a:extLst>
              <a:ext uri="{FF2B5EF4-FFF2-40B4-BE49-F238E27FC236}">
                <a16:creationId xmlns:a16="http://schemas.microsoft.com/office/drawing/2014/main" id="{B5DA8BFF-33EF-447F-A9F1-F56EEE6F4D91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7" name="U06-DG-004-stage_3-body">
            <a:extLst>
              <a:ext uri="{FF2B5EF4-FFF2-40B4-BE49-F238E27FC236}">
                <a16:creationId xmlns:a16="http://schemas.microsoft.com/office/drawing/2014/main" id="{A7DAF027-9D50-4409-9778-FA9921501338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fluidos · tonotopía</a:t>
            </a:r>
          </a:p>
        </p:txBody>
      </p:sp>
      <p:sp>
        <p:nvSpPr>
          <p:cNvPr id="18" name="U06-DG-004-stage_4-box">
            <a:extLst>
              <a:ext uri="{FF2B5EF4-FFF2-40B4-BE49-F238E27FC236}">
                <a16:creationId xmlns:a16="http://schemas.microsoft.com/office/drawing/2014/main" id="{2CEC9863-C958-4D34-93D8-8801093623E2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9" name="U06-DG-004-stage_4-title">
            <a:extLst>
              <a:ext uri="{FF2B5EF4-FFF2-40B4-BE49-F238E27FC236}">
                <a16:creationId xmlns:a16="http://schemas.microsoft.com/office/drawing/2014/main" id="{0A194190-D907-4F8D-BC34-6BA512A0787A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Transducción</a:t>
            </a:r>
          </a:p>
        </p:txBody>
      </p:sp>
      <p:sp>
        <p:nvSpPr>
          <p:cNvPr id="20" name="U06-DG-004-stage_4-body">
            <a:extLst>
              <a:ext uri="{FF2B5EF4-FFF2-40B4-BE49-F238E27FC236}">
                <a16:creationId xmlns:a16="http://schemas.microsoft.com/office/drawing/2014/main" id="{571EA74E-AC87-4C3F-A70B-530D1753191E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células · nervio</a:t>
            </a:r>
          </a:p>
        </p:txBody>
      </p:sp>
      <p:sp>
        <p:nvSpPr>
          <p:cNvPr id="21" name="top-rail-1">
            <a:extLst>
              <a:ext uri="{FF2B5EF4-FFF2-40B4-BE49-F238E27FC236}">
                <a16:creationId xmlns:a16="http://schemas.microsoft.com/office/drawing/2014/main" id="{BF8F9EF1-F519-43D8-B8B4-321D9679D05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>
              <a:ext uri="{FF2B5EF4-FFF2-40B4-BE49-F238E27FC236}">
                <a16:creationId xmlns:a16="http://schemas.microsoft.com/office/drawing/2014/main" id="{2FA0B567-AF0B-4A6A-9F38-CC500960379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>
              <a:ext uri="{FF2B5EF4-FFF2-40B4-BE49-F238E27FC236}">
                <a16:creationId xmlns:a16="http://schemas.microsoft.com/office/drawing/2014/main" id="{F999C473-132B-46A5-B6B5-98069C5CAB84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10771ACE-7FFC-42C0-B07D-3098DDCCAEF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E22436BC-6469-B845-0741-0473C7CE6FF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050CFAD-1E30-49D1-B785-72A5716ECE1C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0EBFAD8F-6F2A-4DAA-B1D6-0D17D736CAEE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7E48F03B-A3BE-4852-8E6D-09E00F8CFE9C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oído externo no es solo una entrada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E44B56BC-A5EE-4D44-BB9F-6562EA590167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modifica y conduce el oído externo la presión hasta el tímpano?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6A17ECA2-D327-30F7-287E-BB75CE41D17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5F2AD2AD-1265-4ED0-ABFE-66DFA7887304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8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577D8EB8-FDA9-4700-B489-1F8B3133E6B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pabellón modifica el espectro según la dirección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3E0AAA8-7318-4AD5-82FA-12E23CE48E7C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Reforzar o atenuar componentes es un cambio físico, no sonoridad fija.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0AF1F4D0-8879-4D07-A05A-A20E22CEDB06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Reforzar o atenuar componentes es un cambio físico, no sonoridad fija.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Pabellón, cabeza, dirección y cambios espectrales individuales.</a:t>
            </a:r>
          </a:p>
        </p:txBody>
      </p:sp>
      <p:sp>
        <p:nvSpPr>
          <p:cNvPr id="4" name="side-panel-box">
            <a:extLst>
              <a:ext uri="{FF2B5EF4-FFF2-40B4-BE49-F238E27FC236}">
                <a16:creationId xmlns:a16="http://schemas.microsoft.com/office/drawing/2014/main" id="{D1B7BBE8-9615-4992-BADF-8107F752FCF5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571875" cy="3333750"/>
          </a:xfrm>
          <a:prstGeom prst="roundRect">
            <a:avLst>
              <a:gd name="adj" fmla="val 3429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5" name="side-panel-title">
            <a:extLst>
              <a:ext uri="{FF2B5EF4-FFF2-40B4-BE49-F238E27FC236}">
                <a16:creationId xmlns:a16="http://schemas.microsoft.com/office/drawing/2014/main" id="{8429F879-1067-44FE-A681-925935107BD3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228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6" name="side-panel-body">
            <a:extLst>
              <a:ext uri="{FF2B5EF4-FFF2-40B4-BE49-F238E27FC236}">
                <a16:creationId xmlns:a16="http://schemas.microsoft.com/office/drawing/2014/main" id="{863FCB0B-4950-4A14-A5F3-6A0B126A5D36}"/>
              </a:ext>
            </a:extLst>
          </p:cNvPr>
          <p:cNvSpPr>
            <a:spLocks noGrp="1"/>
          </p:cNvSpPr>
          <p:nvPr/>
        </p:nvSpPr>
        <p:spPr>
          <a:xfrm>
            <a:off x="8077200" y="2152650"/>
            <a:ext cx="32289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direccional: cambio dependiente de frecuencia producido por la dirección de llegada y la geometría del pabellón/cabeza.</a:t>
            </a:r>
          </a:p>
        </p:txBody>
      </p:sp>
      <p:sp>
        <p:nvSpPr>
          <p:cNvPr id="7" name="top-rail-1">
            <a:extLst>
              <a:ext uri="{FF2B5EF4-FFF2-40B4-BE49-F238E27FC236}">
                <a16:creationId xmlns:a16="http://schemas.microsoft.com/office/drawing/2014/main" id="{6AE47AE1-464C-4AFE-B662-6DA44E12751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8" name="top-rail-2">
            <a:extLst>
              <a:ext uri="{FF2B5EF4-FFF2-40B4-BE49-F238E27FC236}">
                <a16:creationId xmlns:a16="http://schemas.microsoft.com/office/drawing/2014/main" id="{CA2EFAAF-4FC9-4309-9769-CA9B128A3EA4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9" name="top-rail-3">
            <a:extLst>
              <a:ext uri="{FF2B5EF4-FFF2-40B4-BE49-F238E27FC236}">
                <a16:creationId xmlns:a16="http://schemas.microsoft.com/office/drawing/2014/main" id="{A938A9C2-7C18-435D-AC85-EF3089A6E96A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2DC69402-9E2D-4291-B415-BB29E2F449D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2" name="auto-slide-number">
            <a:extLst>
              <a:ext uri="{FF2B5EF4-FFF2-40B4-BE49-F238E27FC236}">
                <a16:creationId xmlns:a16="http://schemas.microsoft.com/office/drawing/2014/main" id="{63CFB254-89B9-2BD6-B076-A508612693D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2054FDA-5E82-4483-9168-C09BCD24A9C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0576258D-0DBF-445A-96F9-76482B101DC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¿La dirección cambia todas las frecuencias por igual?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3471CD3-7E60-452E-BE92-D55AEA5B89F6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misma geometría no modifica por igual cada componente.</a:t>
            </a:r>
          </a:p>
        </p:txBody>
      </p:sp>
      <p:sp>
        <p:nvSpPr>
          <p:cNvPr id="3" name="question-box">
            <a:extLst>
              <a:ext uri="{FF2B5EF4-FFF2-40B4-BE49-F238E27FC236}">
                <a16:creationId xmlns:a16="http://schemas.microsoft.com/office/drawing/2014/main" id="{F9938B59-2D65-4C66-AFEC-14A86B08BD89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191375" cy="3476625"/>
          </a:xfrm>
          <a:prstGeom prst="roundRect">
            <a:avLst>
              <a:gd name="adj" fmla="val 3288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4" name="question-title">
            <a:extLst>
              <a:ext uri="{FF2B5EF4-FFF2-40B4-BE49-F238E27FC236}">
                <a16:creationId xmlns:a16="http://schemas.microsoft.com/office/drawing/2014/main" id="{B1D66D93-CC12-463B-98ED-5143FE7D35CD}"/>
              </a:ext>
            </a:extLst>
          </p:cNvPr>
          <p:cNvSpPr>
            <a:spLocks noGrp="1"/>
          </p:cNvSpPr>
          <p:nvPr/>
        </p:nvSpPr>
        <p:spPr>
          <a:xfrm>
            <a:off x="857250" y="1704975"/>
            <a:ext cx="68484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5" name="question-body">
            <a:extLst>
              <a:ext uri="{FF2B5EF4-FFF2-40B4-BE49-F238E27FC236}">
                <a16:creationId xmlns:a16="http://schemas.microsoft.com/office/drawing/2014/main" id="{15F90488-5BFC-4BAF-A36A-89D9B667E482}"/>
              </a:ext>
            </a:extLst>
          </p:cNvPr>
          <p:cNvSpPr>
            <a:spLocks noGrp="1"/>
          </p:cNvSpPr>
          <p:nvPr/>
        </p:nvSpPr>
        <p:spPr>
          <a:xfrm>
            <a:off x="857250" y="2105025"/>
            <a:ext cx="684847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Predicción cualitativa con tres componentes y dos direcciones. Justificá la respuesta con una relación física o funcional.</a:t>
            </a:r>
          </a:p>
        </p:txBody>
      </p:sp>
      <p:sp>
        <p:nvSpPr>
          <p:cNvPr id="6" name="answer-guide-box">
            <a:extLst>
              <a:ext uri="{FF2B5EF4-FFF2-40B4-BE49-F238E27FC236}">
                <a16:creationId xmlns:a16="http://schemas.microsoft.com/office/drawing/2014/main" id="{19D3EAC3-9D4C-40EC-86B0-C8434FDBE450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3286125" cy="3476625"/>
          </a:xfrm>
          <a:prstGeom prst="roundRect">
            <a:avLst>
              <a:gd name="adj" fmla="val 3478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answer-guide-title">
            <a:extLst>
              <a:ext uri="{FF2B5EF4-FFF2-40B4-BE49-F238E27FC236}">
                <a16:creationId xmlns:a16="http://schemas.microsoft.com/office/drawing/2014/main" id="{C7E92C64-6B2C-4801-96CB-DF9B1C50A009}"/>
              </a:ext>
            </a:extLst>
          </p:cNvPr>
          <p:cNvSpPr>
            <a:spLocks noGrp="1"/>
          </p:cNvSpPr>
          <p:nvPr/>
        </p:nvSpPr>
        <p:spPr>
          <a:xfrm>
            <a:off x="8410575" y="1704975"/>
            <a:ext cx="2943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8" name="answer-guide-body">
            <a:extLst>
              <a:ext uri="{FF2B5EF4-FFF2-40B4-BE49-F238E27FC236}">
                <a16:creationId xmlns:a16="http://schemas.microsoft.com/office/drawing/2014/main" id="{8AC1968A-E98E-4CFA-9BB8-7D1CC01C3ABE}"/>
              </a:ext>
            </a:extLst>
          </p:cNvPr>
          <p:cNvSpPr>
            <a:spLocks noGrp="1"/>
          </p:cNvSpPr>
          <p:nvPr/>
        </p:nvSpPr>
        <p:spPr>
          <a:xfrm>
            <a:off x="8410575" y="2105025"/>
            <a:ext cx="294322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objeto, identificá las magnitudes y justificá la relación causal.</a:t>
            </a:r>
          </a:p>
        </p:txBody>
      </p:sp>
      <p:sp>
        <p:nvSpPr>
          <p:cNvPr id="9" name="top-rail-1">
            <a:extLst>
              <a:ext uri="{FF2B5EF4-FFF2-40B4-BE49-F238E27FC236}">
                <a16:creationId xmlns:a16="http://schemas.microsoft.com/office/drawing/2014/main" id="{353119BA-466B-4048-A7D2-A9D52E05369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>
              <a:ext uri="{FF2B5EF4-FFF2-40B4-BE49-F238E27FC236}">
                <a16:creationId xmlns:a16="http://schemas.microsoft.com/office/drawing/2014/main" id="{C07FD327-D48B-48E1-A6A6-E57F9AB8177F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>
              <a:ext uri="{FF2B5EF4-FFF2-40B4-BE49-F238E27FC236}">
                <a16:creationId xmlns:a16="http://schemas.microsoft.com/office/drawing/2014/main" id="{50AE56BB-F323-4FA9-9C10-1BC11F33CC70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>
              <a:ext uri="{FF2B5EF4-FFF2-40B4-BE49-F238E27FC236}">
                <a16:creationId xmlns:a16="http://schemas.microsoft.com/office/drawing/2014/main" id="{5516923B-A9BD-4874-AE38-59824E0A4FA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4" name="auto-slide-number">
            <a:extLst>
              <a:ext uri="{FF2B5EF4-FFF2-40B4-BE49-F238E27FC236}">
                <a16:creationId xmlns:a16="http://schemas.microsoft.com/office/drawing/2014/main" id="{1F84441F-8F78-6209-1242-ECBE26E1AF5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A72B374D-50A6-48DF-AED7-3DBA1D90629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CFFE022E-23A0-4112-9357-E8C00F8A106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no es idéntica en todos los puntos del CAE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33F5262-659A-4CEC-810A-36285D9628AF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CAE real es curvo, variable y termina en una impedancia finita.</a:t>
            </a:r>
          </a:p>
        </p:txBody>
      </p:sp>
      <p:sp>
        <p:nvSpPr>
          <p:cNvPr id="3" name="U06-DG-006-stage_1-anchor">
            <a:extLst>
              <a:ext uri="{FF2B5EF4-FFF2-40B4-BE49-F238E27FC236}">
                <a16:creationId xmlns:a16="http://schemas.microsoft.com/office/drawing/2014/main" id="{18111388-A3FD-406D-94CB-1D5F09972B26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6-stage_2-anchor">
            <a:extLst>
              <a:ext uri="{FF2B5EF4-FFF2-40B4-BE49-F238E27FC236}">
                <a16:creationId xmlns:a16="http://schemas.microsoft.com/office/drawing/2014/main" id="{D05B2804-89CE-48E2-BFE2-CB56D302A6CD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6-stage_3-anchor">
            <a:extLst>
              <a:ext uri="{FF2B5EF4-FFF2-40B4-BE49-F238E27FC236}">
                <a16:creationId xmlns:a16="http://schemas.microsoft.com/office/drawing/2014/main" id="{C8A3C4E1-5AB7-4C28-B0EB-957EE2439780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6-stage_4-anchor">
            <a:extLst>
              <a:ext uri="{FF2B5EF4-FFF2-40B4-BE49-F238E27FC236}">
                <a16:creationId xmlns:a16="http://schemas.microsoft.com/office/drawing/2014/main" id="{2F4C9492-0DDF-4A34-856B-375D6B07B5B7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06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06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06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06-stage_1-box" descr="Diagrama sobre «La presión no es idéntica en todos los puntos del CAE»; organiza geometría real, superposición y posición de observación." title="Texto alternativo U06-011">
            <a:extLst>
              <a:ext uri="{FF2B5EF4-FFF2-40B4-BE49-F238E27FC236}">
                <a16:creationId xmlns:a16="http://schemas.microsoft.com/office/drawing/2014/main" id="{58EE4581-7F2F-49A7-A77C-CCBF77E7E208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06-stage_1-title">
            <a:extLst>
              <a:ext uri="{FF2B5EF4-FFF2-40B4-BE49-F238E27FC236}">
                <a16:creationId xmlns:a16="http://schemas.microsoft.com/office/drawing/2014/main" id="{F53A74D6-4033-4046-9CA9-122A84BB0799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2" name="U06-DG-006-stage_1-body">
            <a:extLst>
              <a:ext uri="{FF2B5EF4-FFF2-40B4-BE49-F238E27FC236}">
                <a16:creationId xmlns:a16="http://schemas.microsoft.com/office/drawing/2014/main" id="{0FF5F29E-BA8F-462A-A829-44AF9FEF9127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onda incidente</a:t>
            </a:r>
          </a:p>
        </p:txBody>
      </p:sp>
      <p:sp>
        <p:nvSpPr>
          <p:cNvPr id="13" name="U06-DG-006-stage_2-box">
            <a:extLst>
              <a:ext uri="{FF2B5EF4-FFF2-40B4-BE49-F238E27FC236}">
                <a16:creationId xmlns:a16="http://schemas.microsoft.com/office/drawing/2014/main" id="{B904185D-9CB9-4369-A2CF-4FCF670159D7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U06-DG-006-stage_2-title">
            <a:extLst>
              <a:ext uri="{FF2B5EF4-FFF2-40B4-BE49-F238E27FC236}">
                <a16:creationId xmlns:a16="http://schemas.microsoft.com/office/drawing/2014/main" id="{731E1F88-EDC2-492B-A4D0-B51F40BD3A1F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Conducto</a:t>
            </a:r>
          </a:p>
        </p:txBody>
      </p:sp>
      <p:sp>
        <p:nvSpPr>
          <p:cNvPr id="15" name="U06-DG-006-stage_2-body">
            <a:extLst>
              <a:ext uri="{FF2B5EF4-FFF2-40B4-BE49-F238E27FC236}">
                <a16:creationId xmlns:a16="http://schemas.microsoft.com/office/drawing/2014/main" id="{1FD52A0A-ADF3-48FC-9CCA-AD55FA078A68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superposición</a:t>
            </a:r>
          </a:p>
        </p:txBody>
      </p:sp>
      <p:sp>
        <p:nvSpPr>
          <p:cNvPr id="16" name="U06-DG-006-stage_3-box">
            <a:extLst>
              <a:ext uri="{FF2B5EF4-FFF2-40B4-BE49-F238E27FC236}">
                <a16:creationId xmlns:a16="http://schemas.microsoft.com/office/drawing/2014/main" id="{CD9A4558-0DF1-49A3-9044-12354FA2F171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06-stage_3-title">
            <a:extLst>
              <a:ext uri="{FF2B5EF4-FFF2-40B4-BE49-F238E27FC236}">
                <a16:creationId xmlns:a16="http://schemas.microsoft.com/office/drawing/2014/main" id="{2D4BA5DB-01FD-439A-B191-B415E6ED298E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Puntos A–B–C</a:t>
            </a:r>
          </a:p>
        </p:txBody>
      </p:sp>
      <p:sp>
        <p:nvSpPr>
          <p:cNvPr id="18" name="U06-DG-006-stage_3-body">
            <a:extLst>
              <a:ext uri="{FF2B5EF4-FFF2-40B4-BE49-F238E27FC236}">
                <a16:creationId xmlns:a16="http://schemas.microsoft.com/office/drawing/2014/main" id="{6BA6E364-F293-468B-8AB1-D80EF3995EA8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presiones distintas</a:t>
            </a:r>
          </a:p>
        </p:txBody>
      </p:sp>
      <p:sp>
        <p:nvSpPr>
          <p:cNvPr id="19" name="U06-DG-006-stage_4-box">
            <a:extLst>
              <a:ext uri="{FF2B5EF4-FFF2-40B4-BE49-F238E27FC236}">
                <a16:creationId xmlns:a16="http://schemas.microsoft.com/office/drawing/2014/main" id="{B727502E-B060-41B1-9F7D-5BF3B329692C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06-stage_4-title">
            <a:extLst>
              <a:ext uri="{FF2B5EF4-FFF2-40B4-BE49-F238E27FC236}">
                <a16:creationId xmlns:a16="http://schemas.microsoft.com/office/drawing/2014/main" id="{99F78E30-2352-43C3-B90B-57F94BA8A810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1" name="U06-DG-006-stage_4-body">
            <a:extLst>
              <a:ext uri="{FF2B5EF4-FFF2-40B4-BE49-F238E27FC236}">
                <a16:creationId xmlns:a16="http://schemas.microsoft.com/office/drawing/2014/main" id="{26A3F2B9-7F9D-448A-805C-0DA8C7103764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extremo del modelo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7C4AE159-F78E-4872-AD83-147DC8A1DE0D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70FA1702-C334-4F9F-9ED5-D52D3D3BEE3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E80C53E0-3096-4419-98D8-FD5B996CB30E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B8D5E57E-1A28-400B-8890-C223B3E13BE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B2C4B4B8-0ECF-93BA-B266-E70C96D982B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934918BB-3586-47AD-92E7-BA3278AA691C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98CABD3B-0871-484A-AD0F-BE8C5897584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en la entrada no equivale a medir cerca del tímpano</a:t>
            </a:r>
          </a:p>
        </p:txBody>
      </p:sp>
      <p:sp>
        <p:nvSpPr>
          <p:cNvPr id="2" name="main-ideas">
            <a:extLst>
              <a:ext uri="{FF2B5EF4-FFF2-40B4-BE49-F238E27FC236}">
                <a16:creationId xmlns:a16="http://schemas.microsoft.com/office/drawing/2014/main" id="{113CCCEB-55B6-4991-B9BD-ACD8DFFDAEE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Geometría, reflexiones, terminaciones y sonda alteran la presión local.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Dos posiciones de sonda y cuatro causas físicas posibles..</a:t>
            </a:r>
          </a:p>
        </p:txBody>
      </p:sp>
      <p:sp>
        <p:nvSpPr>
          <p:cNvPr id="3" name="side-panel-box">
            <a:extLst>
              <a:ext uri="{FF2B5EF4-FFF2-40B4-BE49-F238E27FC236}">
                <a16:creationId xmlns:a16="http://schemas.microsoft.com/office/drawing/2014/main" id="{0112ACFE-7773-41C0-A786-184410E74E89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571875" cy="3333750"/>
          </a:xfrm>
          <a:prstGeom prst="roundRect">
            <a:avLst>
              <a:gd name="adj" fmla="val 3429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4" name="side-panel-title">
            <a:extLst>
              <a:ext uri="{FF2B5EF4-FFF2-40B4-BE49-F238E27FC236}">
                <a16:creationId xmlns:a16="http://schemas.microsoft.com/office/drawing/2014/main" id="{451FF7B7-8271-4C9C-92EC-583E29AD638D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228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5" name="side-panel-body">
            <a:extLst>
              <a:ext uri="{FF2B5EF4-FFF2-40B4-BE49-F238E27FC236}">
                <a16:creationId xmlns:a16="http://schemas.microsoft.com/office/drawing/2014/main" id="{D99FC906-F335-405F-B3A1-439E2C840601}"/>
              </a:ext>
            </a:extLst>
          </p:cNvPr>
          <p:cNvSpPr>
            <a:spLocks noGrp="1"/>
          </p:cNvSpPr>
          <p:nvPr/>
        </p:nvSpPr>
        <p:spPr>
          <a:xfrm>
            <a:off x="8077200" y="2152650"/>
            <a:ext cx="32289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posiciones de sonda pueden registrar presiones diferentes aunque el estímulo externo sea el mismo.</a:t>
            </a:r>
          </a:p>
        </p:txBody>
      </p:sp>
      <p:sp>
        <p:nvSpPr>
          <p:cNvPr id="6" name="top-rail-1">
            <a:extLst>
              <a:ext uri="{FF2B5EF4-FFF2-40B4-BE49-F238E27FC236}">
                <a16:creationId xmlns:a16="http://schemas.microsoft.com/office/drawing/2014/main" id="{01D25116-DA1E-4108-8049-8E4C28E86558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7" name="top-rail-2">
            <a:extLst>
              <a:ext uri="{FF2B5EF4-FFF2-40B4-BE49-F238E27FC236}">
                <a16:creationId xmlns:a16="http://schemas.microsoft.com/office/drawing/2014/main" id="{0E911112-A888-486F-AD73-88F003C1B26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8" name="top-rail-3">
            <a:extLst>
              <a:ext uri="{FF2B5EF4-FFF2-40B4-BE49-F238E27FC236}">
                <a16:creationId xmlns:a16="http://schemas.microsoft.com/office/drawing/2014/main" id="{2A15C2E2-2462-4D5E-976D-20D041986FCF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D0D7404A-042B-4BDB-BA4F-57B3137757A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1" name="auto-slide-number">
            <a:extLst>
              <a:ext uri="{FF2B5EF4-FFF2-40B4-BE49-F238E27FC236}">
                <a16:creationId xmlns:a16="http://schemas.microsoft.com/office/drawing/2014/main" id="{C54BDC4E-9549-97DA-8868-095D921D9631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E541F869-0B45-41B4-B311-13293A4E918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FC33584F-5887-488B-870F-CBBA055E6B5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frente ideal al conducto real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A0B12A4-ADC1-4258-AADD-38B98602FB8F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“Esférica a cilíndrica” es una idealización; el CAE real exige transferencia dependiente de frecuencia y posición.</a:t>
            </a:r>
          </a:p>
        </p:txBody>
      </p:sp>
      <p:sp>
        <p:nvSpPr>
          <p:cNvPr id="3" name="cae-ideal-title">
            <a:extLst>
              <a:ext uri="{FF2B5EF4-FFF2-40B4-BE49-F238E27FC236}">
                <a16:creationId xmlns:a16="http://schemas.microsoft.com/office/drawing/2014/main" id="{04F1E687-847E-4B15-83D4-1A00A9675004}"/>
              </a:ext>
            </a:extLst>
          </p:cNvPr>
          <p:cNvSpPr>
            <a:spLocks noGrp="1"/>
          </p:cNvSpPr>
          <p:nvPr/>
        </p:nvSpPr>
        <p:spPr>
          <a:xfrm>
            <a:off x="904875" y="157162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Modelo ideal</a:t>
            </a:r>
          </a:p>
        </p:txBody>
      </p:sp>
      <p:sp>
        <p:nvSpPr>
          <p:cNvPr id="4" name="cae-real-title">
            <a:extLst>
              <a:ext uri="{FF2B5EF4-FFF2-40B4-BE49-F238E27FC236}">
                <a16:creationId xmlns:a16="http://schemas.microsoft.com/office/drawing/2014/main" id="{4ACA74B5-CC37-4805-A18F-E2B2C2F0E6A6}"/>
              </a:ext>
            </a:extLst>
          </p:cNvPr>
          <p:cNvSpPr>
            <a:spLocks noGrp="1"/>
          </p:cNvSpPr>
          <p:nvPr/>
        </p:nvSpPr>
        <p:spPr>
          <a:xfrm>
            <a:off x="6810375" y="157162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auditivo real</a:t>
            </a:r>
          </a:p>
        </p:txBody>
      </p:sp>
      <p:sp>
        <p:nvSpPr>
          <p:cNvPr id="5" name="wavefront-0">
            <a:extLst>
              <a:ext uri="{FF2B5EF4-FFF2-40B4-BE49-F238E27FC236}">
                <a16:creationId xmlns:a16="http://schemas.microsoft.com/office/drawing/2014/main" id="{42DDB40C-51AA-43DB-8969-C34236D8025D}"/>
              </a:ext>
            </a:extLst>
          </p:cNvPr>
          <p:cNvSpPr>
            <a:spLocks noGrp="1"/>
          </p:cNvSpPr>
          <p:nvPr/>
        </p:nvSpPr>
        <p:spPr>
          <a:xfrm>
            <a:off x="1285875" y="2333625"/>
            <a:ext cx="1524000" cy="1524000"/>
          </a:xfrm>
          <a:prstGeom prst="ellipse">
            <a:avLst/>
          </a:prstGeom>
          <a:noFill/>
          <a:ln w="28575">
            <a:solidFill>
              <a:srgbClr val="2F7E83"/>
            </a:solidFill>
            <a:prstDash val="solid"/>
          </a:ln>
        </p:spPr>
      </p:sp>
      <p:sp>
        <p:nvSpPr>
          <p:cNvPr id="6" name="wavefront-1">
            <a:extLst>
              <a:ext uri="{FF2B5EF4-FFF2-40B4-BE49-F238E27FC236}">
                <a16:creationId xmlns:a16="http://schemas.microsoft.com/office/drawing/2014/main" id="{F2197AB4-C7C7-47DC-B194-501E3AC89970}"/>
              </a:ext>
            </a:extLst>
          </p:cNvPr>
          <p:cNvSpPr>
            <a:spLocks noGrp="1"/>
          </p:cNvSpPr>
          <p:nvPr/>
        </p:nvSpPr>
        <p:spPr>
          <a:xfrm>
            <a:off x="2162175" y="2162175"/>
            <a:ext cx="1866900" cy="1866900"/>
          </a:xfrm>
          <a:prstGeom prst="ellipse">
            <a:avLst/>
          </a:prstGeom>
          <a:noFill/>
          <a:ln w="28575">
            <a:solidFill>
              <a:srgbClr val="2F7E83"/>
            </a:solidFill>
            <a:prstDash val="solid"/>
          </a:ln>
        </p:spPr>
      </p:sp>
      <p:sp>
        <p:nvSpPr>
          <p:cNvPr id="7" name="wavefront-2">
            <a:extLst>
              <a:ext uri="{FF2B5EF4-FFF2-40B4-BE49-F238E27FC236}">
                <a16:creationId xmlns:a16="http://schemas.microsoft.com/office/drawing/2014/main" id="{3ACCD212-2646-4FC4-A3EE-24AD4D17AF6A}"/>
              </a:ext>
            </a:extLst>
          </p:cNvPr>
          <p:cNvSpPr>
            <a:spLocks noGrp="1"/>
          </p:cNvSpPr>
          <p:nvPr/>
        </p:nvSpPr>
        <p:spPr>
          <a:xfrm>
            <a:off x="3038475" y="1990725"/>
            <a:ext cx="2209800" cy="2209800"/>
          </a:xfrm>
          <a:prstGeom prst="ellipse">
            <a:avLst/>
          </a:prstGeom>
          <a:noFill/>
          <a:ln w="28575">
            <a:solidFill>
              <a:srgbClr val="2F7E83"/>
            </a:solidFill>
            <a:prstDash val="solid"/>
          </a:ln>
        </p:spPr>
      </p:sp>
      <p:sp>
        <p:nvSpPr>
          <p:cNvPr id="8" name="ideal-tube">
            <a:extLst>
              <a:ext uri="{FF2B5EF4-FFF2-40B4-BE49-F238E27FC236}">
                <a16:creationId xmlns:a16="http://schemas.microsoft.com/office/drawing/2014/main" id="{D8324839-3E0C-46D8-9B11-E5B7AB7BF7E1}"/>
              </a:ext>
            </a:extLst>
          </p:cNvPr>
          <p:cNvSpPr>
            <a:spLocks noGrp="1"/>
          </p:cNvSpPr>
          <p:nvPr/>
        </p:nvSpPr>
        <p:spPr>
          <a:xfrm>
            <a:off x="1619250" y="3000375"/>
            <a:ext cx="3333750" cy="819150"/>
          </a:xfrm>
          <a:prstGeom prst="rect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ideal-caption">
            <a:extLst>
              <a:ext uri="{FF2B5EF4-FFF2-40B4-BE49-F238E27FC236}">
                <a16:creationId xmlns:a16="http://schemas.microsoft.com/office/drawing/2014/main" id="{BC1ECDEA-DF07-4D75-A06F-175262174888}"/>
              </a:ext>
            </a:extLst>
          </p:cNvPr>
          <p:cNvSpPr>
            <a:spLocks noGrp="1"/>
          </p:cNvSpPr>
          <p:nvPr/>
        </p:nvSpPr>
        <p:spPr>
          <a:xfrm>
            <a:off x="1476375" y="4191000"/>
            <a:ext cx="3619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Geometría regular condiciones de contorno declaradas</a:t>
            </a:r>
          </a:p>
        </p:txBody>
      </p:sp>
      <p:sp>
        <p:nvSpPr>
          <p:cNvPr id="10" name="real-cae-0">
            <a:extLst>
              <a:ext uri="{FF2B5EF4-FFF2-40B4-BE49-F238E27FC236}">
                <a16:creationId xmlns:a16="http://schemas.microsoft.com/office/drawing/2014/main" id="{4B0D7EEC-728B-4950-BF5C-927284C4F787}"/>
              </a:ext>
            </a:extLst>
          </p:cNvPr>
          <p:cNvSpPr>
            <a:spLocks noGrp="1"/>
          </p:cNvSpPr>
          <p:nvPr/>
        </p:nvSpPr>
        <p:spPr>
          <a:xfrm>
            <a:off x="7096125" y="2857500"/>
            <a:ext cx="1428750" cy="876300"/>
          </a:xfrm>
          <a:prstGeom prst="roundRect">
            <a:avLst>
              <a:gd name="adj" fmla="val 21739"/>
            </a:avLst>
          </a:prstGeom>
          <a:solidFill>
            <a:srgbClr val="F7F6F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1" name="real-cae-1">
            <a:extLst>
              <a:ext uri="{FF2B5EF4-FFF2-40B4-BE49-F238E27FC236}">
                <a16:creationId xmlns:a16="http://schemas.microsoft.com/office/drawing/2014/main" id="{77419D59-0049-4A36-AC3D-C288CD53484F}"/>
              </a:ext>
            </a:extLst>
          </p:cNvPr>
          <p:cNvSpPr>
            <a:spLocks noGrp="1"/>
          </p:cNvSpPr>
          <p:nvPr/>
        </p:nvSpPr>
        <p:spPr>
          <a:xfrm>
            <a:off x="8382000" y="2571750"/>
            <a:ext cx="1476375" cy="1000125"/>
          </a:xfrm>
          <a:prstGeom prst="roundRect">
            <a:avLst>
              <a:gd name="adj" fmla="val 19048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2" name="real-cae-2">
            <a:extLst>
              <a:ext uri="{FF2B5EF4-FFF2-40B4-BE49-F238E27FC236}">
                <a16:creationId xmlns:a16="http://schemas.microsoft.com/office/drawing/2014/main" id="{2F159592-C0E7-4E42-8851-111B33CB96F4}"/>
              </a:ext>
            </a:extLst>
          </p:cNvPr>
          <p:cNvSpPr>
            <a:spLocks noGrp="1"/>
          </p:cNvSpPr>
          <p:nvPr/>
        </p:nvSpPr>
        <p:spPr>
          <a:xfrm>
            <a:off x="9667875" y="3028950"/>
            <a:ext cx="1285875" cy="762000"/>
          </a:xfrm>
          <a:prstGeom prst="roundRect">
            <a:avLst>
              <a:gd name="adj" fmla="val 25000"/>
            </a:avLst>
          </a:prstGeom>
          <a:solidFill>
            <a:srgbClr val="F7F6F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3" name="real-path-a-0">
            <a:extLst>
              <a:ext uri="{FF2B5EF4-FFF2-40B4-BE49-F238E27FC236}">
                <a16:creationId xmlns:a16="http://schemas.microsoft.com/office/drawing/2014/main" id="{7BE740A1-7B70-4EBA-B435-B54234833309}"/>
              </a:ext>
            </a:extLst>
          </p:cNvPr>
          <p:cNvSpPr>
            <a:spLocks noGrp="1"/>
          </p:cNvSpPr>
          <p:nvPr/>
        </p:nvSpPr>
        <p:spPr>
          <a:xfrm>
            <a:off x="6953250" y="32861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real-path-b-0">
            <a:extLst>
              <a:ext uri="{FF2B5EF4-FFF2-40B4-BE49-F238E27FC236}">
                <a16:creationId xmlns:a16="http://schemas.microsoft.com/office/drawing/2014/main" id="{788E6C4E-8FC7-4AAD-B62E-1C3D32B014BD}"/>
              </a:ext>
            </a:extLst>
          </p:cNvPr>
          <p:cNvSpPr>
            <a:spLocks noGrp="1"/>
          </p:cNvSpPr>
          <p:nvPr/>
        </p:nvSpPr>
        <p:spPr>
          <a:xfrm>
            <a:off x="11029950" y="33813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6" name="Conector recto de flecha 35"/>
          <p:cNvCxnSpPr>
            <a:stCxn id="13" idx="3"/>
            <a:endCxn id="14" idx="1"/>
          </p:cNvCxnSpPr>
          <p:nvPr/>
        </p:nvCxnSpPr>
        <p:spPr>
          <a:xfrm>
            <a:off x="6962775" y="3290888"/>
            <a:ext cx="4067175" cy="95250"/>
          </a:xfrm>
          <a:prstGeom prst="straightConnector1">
            <a:avLst/>
          </a:prstGeom>
          <a:ln w="38100">
            <a:solidFill>
              <a:srgbClr val="9F541A"/>
            </a:solidFill>
            <a:prstDash val="solid"/>
            <a:tailEnd type="arrow" w="med" len="med"/>
          </a:ln>
        </p:spPr>
      </p:cxnSp>
      <p:sp>
        <p:nvSpPr>
          <p:cNvPr id="16" name="real-caption">
            <a:extLst>
              <a:ext uri="{FF2B5EF4-FFF2-40B4-BE49-F238E27FC236}">
                <a16:creationId xmlns:a16="http://schemas.microsoft.com/office/drawing/2014/main" id="{AD14DA8E-3C63-421D-B700-5E9B00332723}"/>
              </a:ext>
            </a:extLst>
          </p:cNvPr>
          <p:cNvSpPr>
            <a:spLocks noGrp="1"/>
          </p:cNvSpPr>
          <p:nvPr/>
        </p:nvSpPr>
        <p:spPr>
          <a:xfrm>
            <a:off x="6905625" y="4191000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Curvatura · sección variable · pérdidas terminación timpánica y posición de observación</a:t>
            </a:r>
          </a:p>
        </p:txBody>
      </p:sp>
      <p:sp>
        <p:nvSpPr>
          <p:cNvPr id="17" name="cae-conclusion">
            <a:extLst>
              <a:ext uri="{FF2B5EF4-FFF2-40B4-BE49-F238E27FC236}">
                <a16:creationId xmlns:a16="http://schemas.microsoft.com/office/drawing/2014/main" id="{A972C637-30AA-45E2-8534-251BF4D2B8E7}"/>
              </a:ext>
            </a:extLst>
          </p:cNvPr>
          <p:cNvSpPr>
            <a:spLocks noGrp="1"/>
          </p:cNvSpPr>
          <p:nvPr/>
        </p:nvSpPr>
        <p:spPr>
          <a:xfrm>
            <a:off x="1666875" y="533400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Los modelos explican una parte de la transferencia; no describen una conversión geométrica exacta.</a:t>
            </a:r>
          </a:p>
        </p:txBody>
      </p:sp>
      <p:sp>
        <p:nvSpPr>
          <p:cNvPr id="18" name="top-rail-1">
            <a:extLst>
              <a:ext uri="{FF2B5EF4-FFF2-40B4-BE49-F238E27FC236}">
                <a16:creationId xmlns:a16="http://schemas.microsoft.com/office/drawing/2014/main" id="{B18B26F9-6E41-48F5-80BB-4416E9FCF3F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9" name="top-rail-2">
            <a:extLst>
              <a:ext uri="{FF2B5EF4-FFF2-40B4-BE49-F238E27FC236}">
                <a16:creationId xmlns:a16="http://schemas.microsoft.com/office/drawing/2014/main" id="{E022676E-52B4-4211-BFCC-AE2F6B93255F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0" name="top-rail-3">
            <a:extLst>
              <a:ext uri="{FF2B5EF4-FFF2-40B4-BE49-F238E27FC236}">
                <a16:creationId xmlns:a16="http://schemas.microsoft.com/office/drawing/2014/main" id="{C3F5A342-0CFB-4220-9C7E-52AB2D922A4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1" name="eyebrow">
            <a:extLst>
              <a:ext uri="{FF2B5EF4-FFF2-40B4-BE49-F238E27FC236}">
                <a16:creationId xmlns:a16="http://schemas.microsoft.com/office/drawing/2014/main" id="{312670F3-D28B-45F7-A2C5-80BA71DA0F1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CACA870D-DE5E-317B-1D5D-26E1CA6AFB1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996A963D-13D6-4AE3-A112-FB7AE117087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C38E9684-2F1C-49B9-AEB2-9010AE5D8D3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modelo de cuarto de onda aproxima la primera resonancia</a:t>
            </a:r>
          </a:p>
        </p:txBody>
      </p:sp>
      <p:sp>
        <p:nvSpPr>
          <p:cNvPr id="2" name="U06-DG-008-equation-anchor">
            <a:extLst>
              <a:ext uri="{FF2B5EF4-FFF2-40B4-BE49-F238E27FC236}">
                <a16:creationId xmlns:a16="http://schemas.microsoft.com/office/drawing/2014/main" id="{26ECCB4D-2C8B-49CA-AF8F-3756A084CFA1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5905500" cy="1190625"/>
          </a:xfrm>
          <a:prstGeom prst="roundRect">
            <a:avLst>
              <a:gd name="adj" fmla="val 8000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08-callout_1-anchor">
            <a:extLst>
              <a:ext uri="{FF2B5EF4-FFF2-40B4-BE49-F238E27FC236}">
                <a16:creationId xmlns:a16="http://schemas.microsoft.com/office/drawing/2014/main" id="{BE3AED08-6F1F-426D-A1A7-229546CA9B49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2476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8-callout_2-anchor">
            <a:extLst>
              <a:ext uri="{FF2B5EF4-FFF2-40B4-BE49-F238E27FC236}">
                <a16:creationId xmlns:a16="http://schemas.microsoft.com/office/drawing/2014/main" id="{DCB2014F-E474-4983-8807-D2C57A98FD65}"/>
              </a:ext>
            </a:extLst>
          </p:cNvPr>
          <p:cNvSpPr>
            <a:spLocks noGrp="1"/>
          </p:cNvSpPr>
          <p:nvPr/>
        </p:nvSpPr>
        <p:spPr>
          <a:xfrm>
            <a:off x="8934450" y="1190625"/>
            <a:ext cx="257175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8-callout_3-anchor">
            <a:extLst>
              <a:ext uri="{FF2B5EF4-FFF2-40B4-BE49-F238E27FC236}">
                <a16:creationId xmlns:a16="http://schemas.microsoft.com/office/drawing/2014/main" id="{B9E8431C-465C-4B8A-8110-34EC7342FD13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276225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08-leader_1"/>
          <p:cNvCxnSpPr>
            <a:stCxn id="3" idx="3"/>
            <a:endCxn id="2" idx="1"/>
          </p:cNvCxnSpPr>
          <p:nvPr/>
        </p:nvCxnSpPr>
        <p:spPr>
          <a:xfrm flipH="1">
            <a:off x="3143250" y="1881188"/>
            <a:ext cx="114300" cy="14287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08-leader_2"/>
          <p:cNvCxnSpPr>
            <a:stCxn id="4" idx="1"/>
            <a:endCxn id="2" idx="3"/>
          </p:cNvCxnSpPr>
          <p:nvPr/>
        </p:nvCxnSpPr>
        <p:spPr>
          <a:xfrm>
            <a:off x="8934450" y="1881188"/>
            <a:ext cx="114300" cy="14287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08-leader_3"/>
          <p:cNvCxnSpPr>
            <a:stCxn id="5" idx="3"/>
            <a:endCxn id="2" idx="1"/>
          </p:cNvCxnSpPr>
          <p:nvPr/>
        </p:nvCxnSpPr>
        <p:spPr>
          <a:xfrm flipH="1" flipV="1">
            <a:off x="3143250" y="3309938"/>
            <a:ext cx="400050" cy="16192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9" name="U06-DG-008-equation-box" descr="Diagrama sobre «Un modelo de cuarto de onda aproxima la primera resonancia»; organiza extremos, longitud efectiva y condición `λ≈4ℓ`; lista breve de límites." title="Texto alternativo U06-014">
            <a:extLst>
              <a:ext uri="{FF2B5EF4-FFF2-40B4-BE49-F238E27FC236}">
                <a16:creationId xmlns:a16="http://schemas.microsoft.com/office/drawing/2014/main" id="{E0CCE633-D01A-46DB-AE20-52321A23CEB3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5905500" cy="1190625"/>
          </a:xfrm>
          <a:prstGeom prst="roundRect">
            <a:avLst>
              <a:gd name="adj" fmla="val 8000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10" name="U06-DG-008-equation-title">
            <a:extLst>
              <a:ext uri="{FF2B5EF4-FFF2-40B4-BE49-F238E27FC236}">
                <a16:creationId xmlns:a16="http://schemas.microsoft.com/office/drawing/2014/main" id="{718D8156-0734-45B5-80CA-8FFCA020F126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4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λ ≈ 4ℓ</a:t>
            </a:r>
          </a:p>
        </p:txBody>
      </p:sp>
      <p:sp>
        <p:nvSpPr>
          <p:cNvPr id="11" name="U06-DG-008-equation-body">
            <a:extLst>
              <a:ext uri="{FF2B5EF4-FFF2-40B4-BE49-F238E27FC236}">
                <a16:creationId xmlns:a16="http://schemas.microsoft.com/office/drawing/2014/main" id="{42C25E61-0ACC-4896-999E-3039A52196AE}"/>
              </a:ext>
            </a:extLst>
          </p:cNvPr>
          <p:cNvSpPr>
            <a:spLocks noGrp="1"/>
          </p:cNvSpPr>
          <p:nvPr/>
        </p:nvSpPr>
        <p:spPr>
          <a:xfrm>
            <a:off x="3333750" y="3305175"/>
            <a:ext cx="552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modelo de cuarto de onda</a:t>
            </a:r>
          </a:p>
        </p:txBody>
      </p:sp>
      <p:sp>
        <p:nvSpPr>
          <p:cNvPr id="12" name="U06-DG-008-callout_1-box">
            <a:extLst>
              <a:ext uri="{FF2B5EF4-FFF2-40B4-BE49-F238E27FC236}">
                <a16:creationId xmlns:a16="http://schemas.microsoft.com/office/drawing/2014/main" id="{01101C67-CB1C-448D-8A81-FB54756C6A8E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2476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3" name="U06-DG-008-callout_1-title">
            <a:extLst>
              <a:ext uri="{FF2B5EF4-FFF2-40B4-BE49-F238E27FC236}">
                <a16:creationId xmlns:a16="http://schemas.microsoft.com/office/drawing/2014/main" id="{C0321854-ADBD-4C66-8CE2-30E60617CBDD}"/>
              </a:ext>
            </a:extLst>
          </p:cNvPr>
          <p:cNvSpPr>
            <a:spLocks noGrp="1"/>
          </p:cNvSpPr>
          <p:nvPr/>
        </p:nvSpPr>
        <p:spPr>
          <a:xfrm>
            <a:off x="971550" y="1333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4" name="U06-DG-008-callout_1-body">
            <a:extLst>
              <a:ext uri="{FF2B5EF4-FFF2-40B4-BE49-F238E27FC236}">
                <a16:creationId xmlns:a16="http://schemas.microsoft.com/office/drawing/2014/main" id="{5F84976D-15B9-4C4F-BF7D-7EE7D03C9A68}"/>
              </a:ext>
            </a:extLst>
          </p:cNvPr>
          <p:cNvSpPr>
            <a:spLocks noGrp="1"/>
          </p:cNvSpPr>
          <p:nvPr/>
        </p:nvSpPr>
        <p:spPr>
          <a:xfrm>
            <a:off x="971550" y="1781175"/>
            <a:ext cx="2095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antinodo de presión</a:t>
            </a:r>
          </a:p>
        </p:txBody>
      </p:sp>
      <p:sp>
        <p:nvSpPr>
          <p:cNvPr id="15" name="U06-DG-008-callout_2-box">
            <a:extLst>
              <a:ext uri="{FF2B5EF4-FFF2-40B4-BE49-F238E27FC236}">
                <a16:creationId xmlns:a16="http://schemas.microsoft.com/office/drawing/2014/main" id="{A4496372-6B7D-471F-9D9F-D2E86FF16C1D}"/>
              </a:ext>
            </a:extLst>
          </p:cNvPr>
          <p:cNvSpPr>
            <a:spLocks noGrp="1"/>
          </p:cNvSpPr>
          <p:nvPr/>
        </p:nvSpPr>
        <p:spPr>
          <a:xfrm>
            <a:off x="8934450" y="1190625"/>
            <a:ext cx="257175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6" name="U06-DG-008-callout_2-title">
            <a:extLst>
              <a:ext uri="{FF2B5EF4-FFF2-40B4-BE49-F238E27FC236}">
                <a16:creationId xmlns:a16="http://schemas.microsoft.com/office/drawing/2014/main" id="{E3B2052A-4CD9-4C3F-AC9A-3D5CF188DEA3}"/>
              </a:ext>
            </a:extLst>
          </p:cNvPr>
          <p:cNvSpPr>
            <a:spLocks noGrp="1"/>
          </p:cNvSpPr>
          <p:nvPr/>
        </p:nvSpPr>
        <p:spPr>
          <a:xfrm>
            <a:off x="9124950" y="13335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Fondo ideal</a:t>
            </a:r>
          </a:p>
        </p:txBody>
      </p:sp>
      <p:sp>
        <p:nvSpPr>
          <p:cNvPr id="17" name="U06-DG-008-callout_2-body">
            <a:extLst>
              <a:ext uri="{FF2B5EF4-FFF2-40B4-BE49-F238E27FC236}">
                <a16:creationId xmlns:a16="http://schemas.microsoft.com/office/drawing/2014/main" id="{0CD21AFE-7867-4D11-A4EF-534FE59EE9B6}"/>
              </a:ext>
            </a:extLst>
          </p:cNvPr>
          <p:cNvSpPr>
            <a:spLocks noGrp="1"/>
          </p:cNvSpPr>
          <p:nvPr/>
        </p:nvSpPr>
        <p:spPr>
          <a:xfrm>
            <a:off x="9124950" y="1781175"/>
            <a:ext cx="2190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nodo de velocidad</a:t>
            </a:r>
          </a:p>
        </p:txBody>
      </p:sp>
      <p:sp>
        <p:nvSpPr>
          <p:cNvPr id="18" name="U06-DG-008-callout_3-box">
            <a:extLst>
              <a:ext uri="{FF2B5EF4-FFF2-40B4-BE49-F238E27FC236}">
                <a16:creationId xmlns:a16="http://schemas.microsoft.com/office/drawing/2014/main" id="{F3EB2C98-B7AA-41A7-BC74-F70C9CD84575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276225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9" name="U06-DG-008-callout_3-title">
            <a:extLst>
              <a:ext uri="{FF2B5EF4-FFF2-40B4-BE49-F238E27FC236}">
                <a16:creationId xmlns:a16="http://schemas.microsoft.com/office/drawing/2014/main" id="{EF23B267-FD72-46D1-8C72-43F6E9EED123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ℓ</a:t>
            </a:r>
          </a:p>
        </p:txBody>
      </p:sp>
      <p:sp>
        <p:nvSpPr>
          <p:cNvPr id="20" name="U06-DG-008-callout_3-body">
            <a:extLst>
              <a:ext uri="{FF2B5EF4-FFF2-40B4-BE49-F238E27FC236}">
                <a16:creationId xmlns:a16="http://schemas.microsoft.com/office/drawing/2014/main" id="{707470B0-037F-4C2E-B58E-51AB1DB900B0}"/>
              </a:ext>
            </a:extLst>
          </p:cNvPr>
          <p:cNvSpPr>
            <a:spLocks noGrp="1"/>
          </p:cNvSpPr>
          <p:nvPr/>
        </p:nvSpPr>
        <p:spPr>
          <a:xfrm>
            <a:off x="971550" y="4829175"/>
            <a:ext cx="2381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longitud del conducto</a:t>
            </a:r>
          </a:p>
        </p:txBody>
      </p:sp>
      <p:sp>
        <p:nvSpPr>
          <p:cNvPr id="21" name="top-rail-1">
            <a:extLst>
              <a:ext uri="{FF2B5EF4-FFF2-40B4-BE49-F238E27FC236}">
                <a16:creationId xmlns:a16="http://schemas.microsoft.com/office/drawing/2014/main" id="{56413C08-143D-41F5-8091-6DCD2B9CB316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>
              <a:ext uri="{FF2B5EF4-FFF2-40B4-BE49-F238E27FC236}">
                <a16:creationId xmlns:a16="http://schemas.microsoft.com/office/drawing/2014/main" id="{63D56514-2D19-43BE-B8BC-846A4A557E61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>
              <a:ext uri="{FF2B5EF4-FFF2-40B4-BE49-F238E27FC236}">
                <a16:creationId xmlns:a16="http://schemas.microsoft.com/office/drawing/2014/main" id="{595BA16A-8E3A-45F7-A1EA-F7E511808C7F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3E4834B1-F263-49E0-AA3F-721A996751E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086734D6-4F6A-AF04-4EE7-56E6617ABA34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B91FD95-A094-4663-AF6E-FC110FCEFF3F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3A8CA461-A781-4E42-98D5-54090F9C32A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resonancia del modelo depende de c y ℓ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3A5F031-400F-4284-B895-EB17566B256E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Mayor longitud efectiva implica menor primera frecuencia de resonancia.</a:t>
            </a:r>
          </a:p>
        </p:txBody>
      </p:sp>
      <p:sp>
        <p:nvSpPr>
          <p:cNvPr id="3" name="U06-DG-009-equation-anchor">
            <a:extLst>
              <a:ext uri="{FF2B5EF4-FFF2-40B4-BE49-F238E27FC236}">
                <a16:creationId xmlns:a16="http://schemas.microsoft.com/office/drawing/2014/main" id="{153786A8-764A-48D0-820D-562AB81EB08A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5905500" cy="1190625"/>
          </a:xfrm>
          <a:prstGeom prst="roundRect">
            <a:avLst>
              <a:gd name="adj" fmla="val 8000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9-callout_1-anchor">
            <a:extLst>
              <a:ext uri="{FF2B5EF4-FFF2-40B4-BE49-F238E27FC236}">
                <a16:creationId xmlns:a16="http://schemas.microsoft.com/office/drawing/2014/main" id="{C9EDB858-F8CF-4CA6-9E8F-468CFC77CD12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2476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9-callout_2-anchor">
            <a:extLst>
              <a:ext uri="{FF2B5EF4-FFF2-40B4-BE49-F238E27FC236}">
                <a16:creationId xmlns:a16="http://schemas.microsoft.com/office/drawing/2014/main" id="{6BF8D8E8-80B8-483E-9DAA-DBCEE944BDA8}"/>
              </a:ext>
            </a:extLst>
          </p:cNvPr>
          <p:cNvSpPr>
            <a:spLocks noGrp="1"/>
          </p:cNvSpPr>
          <p:nvPr/>
        </p:nvSpPr>
        <p:spPr>
          <a:xfrm>
            <a:off x="8934450" y="1190625"/>
            <a:ext cx="257175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9-callout_3-anchor">
            <a:extLst>
              <a:ext uri="{FF2B5EF4-FFF2-40B4-BE49-F238E27FC236}">
                <a16:creationId xmlns:a16="http://schemas.microsoft.com/office/drawing/2014/main" id="{F0A35875-0AF5-4ECB-B5A0-5ACA93B0E049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276225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9-callout_4-anchor">
            <a:extLst>
              <a:ext uri="{FF2B5EF4-FFF2-40B4-BE49-F238E27FC236}">
                <a16:creationId xmlns:a16="http://schemas.microsoft.com/office/drawing/2014/main" id="{5282DE2E-A7C1-4BB9-BDD6-6DA7E8B29530}"/>
              </a:ext>
            </a:extLst>
          </p:cNvPr>
          <p:cNvSpPr>
            <a:spLocks noGrp="1"/>
          </p:cNvSpPr>
          <p:nvPr/>
        </p:nvSpPr>
        <p:spPr>
          <a:xfrm>
            <a:off x="8648700" y="4238625"/>
            <a:ext cx="2857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09-leader_1"/>
          <p:cNvCxnSpPr>
            <a:stCxn id="4" idx="3"/>
            <a:endCxn id="3" idx="1"/>
          </p:cNvCxnSpPr>
          <p:nvPr/>
        </p:nvCxnSpPr>
        <p:spPr>
          <a:xfrm flipH="1">
            <a:off x="3143250" y="1881188"/>
            <a:ext cx="114300" cy="14287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09-leader_2"/>
          <p:cNvCxnSpPr>
            <a:stCxn id="5" idx="1"/>
            <a:endCxn id="3" idx="3"/>
          </p:cNvCxnSpPr>
          <p:nvPr/>
        </p:nvCxnSpPr>
        <p:spPr>
          <a:xfrm>
            <a:off x="8934450" y="1881188"/>
            <a:ext cx="114300" cy="14287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09-leader_3"/>
          <p:cNvCxnSpPr>
            <a:stCxn id="6" idx="3"/>
            <a:endCxn id="3" idx="1"/>
          </p:cNvCxnSpPr>
          <p:nvPr/>
        </p:nvCxnSpPr>
        <p:spPr>
          <a:xfrm flipH="1" flipV="1">
            <a:off x="3143250" y="3309938"/>
            <a:ext cx="400050" cy="16192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09-leader_4"/>
          <p:cNvCxnSpPr>
            <a:stCxn id="7" idx="1"/>
            <a:endCxn id="3" idx="3"/>
          </p:cNvCxnSpPr>
          <p:nvPr/>
        </p:nvCxnSpPr>
        <p:spPr>
          <a:xfrm flipV="1">
            <a:off x="8648700" y="3309938"/>
            <a:ext cx="400050" cy="161925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U06-DG-009-equation-box" descr="Diagrama sobre «La resonancia del modelo depende de `c` y `ℓ`»; organiza `f_res≈c/(4ℓ)` con definiciones y control dimensional." title="Texto alternativo U06-015">
            <a:extLst>
              <a:ext uri="{FF2B5EF4-FFF2-40B4-BE49-F238E27FC236}">
                <a16:creationId xmlns:a16="http://schemas.microsoft.com/office/drawing/2014/main" id="{1D6DB44C-0281-4866-AEF3-9F362F19551A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5905500" cy="1190625"/>
          </a:xfrm>
          <a:prstGeom prst="roundRect">
            <a:avLst>
              <a:gd name="adj" fmla="val 8000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13" name="U06-DG-009-equation-title">
            <a:extLst>
              <a:ext uri="{FF2B5EF4-FFF2-40B4-BE49-F238E27FC236}">
                <a16:creationId xmlns:a16="http://schemas.microsoft.com/office/drawing/2014/main" id="{FD3AA8E4-3E5B-4371-AFB3-4D2A39A66F8E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4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fᵣₑₛ ≈ c / 4ℓ</a:t>
            </a:r>
          </a:p>
        </p:txBody>
      </p:sp>
      <p:sp>
        <p:nvSpPr>
          <p:cNvPr id="14" name="U06-DG-009-equation-body">
            <a:extLst>
              <a:ext uri="{FF2B5EF4-FFF2-40B4-BE49-F238E27FC236}">
                <a16:creationId xmlns:a16="http://schemas.microsoft.com/office/drawing/2014/main" id="{FA22E139-CF11-4C17-A60F-46BB41EE9139}"/>
              </a:ext>
            </a:extLst>
          </p:cNvPr>
          <p:cNvSpPr>
            <a:spLocks noGrp="1"/>
          </p:cNvSpPr>
          <p:nvPr/>
        </p:nvSpPr>
        <p:spPr>
          <a:xfrm>
            <a:off x="3333750" y="3305175"/>
            <a:ext cx="552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modelo ideal</a:t>
            </a:r>
          </a:p>
        </p:txBody>
      </p:sp>
      <p:sp>
        <p:nvSpPr>
          <p:cNvPr id="15" name="U06-DG-009-callout_1-box">
            <a:extLst>
              <a:ext uri="{FF2B5EF4-FFF2-40B4-BE49-F238E27FC236}">
                <a16:creationId xmlns:a16="http://schemas.microsoft.com/office/drawing/2014/main" id="{255ABB16-963D-4BDC-9378-11FD6F73193A}"/>
              </a:ext>
            </a:extLst>
          </p:cNvPr>
          <p:cNvSpPr>
            <a:spLocks noGrp="1"/>
          </p:cNvSpPr>
          <p:nvPr/>
        </p:nvSpPr>
        <p:spPr>
          <a:xfrm>
            <a:off x="781050" y="1190625"/>
            <a:ext cx="2476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6" name="U06-DG-009-callout_1-title">
            <a:extLst>
              <a:ext uri="{FF2B5EF4-FFF2-40B4-BE49-F238E27FC236}">
                <a16:creationId xmlns:a16="http://schemas.microsoft.com/office/drawing/2014/main" id="{4BA977DD-4A9E-4948-9D69-9EFFB4DFCF1A}"/>
              </a:ext>
            </a:extLst>
          </p:cNvPr>
          <p:cNvSpPr>
            <a:spLocks noGrp="1"/>
          </p:cNvSpPr>
          <p:nvPr/>
        </p:nvSpPr>
        <p:spPr>
          <a:xfrm>
            <a:off x="971550" y="1333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fᵣₑₛ</a:t>
            </a:r>
          </a:p>
        </p:txBody>
      </p:sp>
      <p:sp>
        <p:nvSpPr>
          <p:cNvPr id="17" name="U06-DG-009-callout_1-body">
            <a:extLst>
              <a:ext uri="{FF2B5EF4-FFF2-40B4-BE49-F238E27FC236}">
                <a16:creationId xmlns:a16="http://schemas.microsoft.com/office/drawing/2014/main" id="{69CB5C55-5CB9-446B-BA57-71EE0632461E}"/>
              </a:ext>
            </a:extLst>
          </p:cNvPr>
          <p:cNvSpPr>
            <a:spLocks noGrp="1"/>
          </p:cNvSpPr>
          <p:nvPr/>
        </p:nvSpPr>
        <p:spPr>
          <a:xfrm>
            <a:off x="971550" y="1781175"/>
            <a:ext cx="2095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· Hz</a:t>
            </a:r>
          </a:p>
        </p:txBody>
      </p:sp>
      <p:sp>
        <p:nvSpPr>
          <p:cNvPr id="18" name="U06-DG-009-callout_2-box">
            <a:extLst>
              <a:ext uri="{FF2B5EF4-FFF2-40B4-BE49-F238E27FC236}">
                <a16:creationId xmlns:a16="http://schemas.microsoft.com/office/drawing/2014/main" id="{A7BB4D13-530E-4EC4-AA1E-C32DCB9AFF24}"/>
              </a:ext>
            </a:extLst>
          </p:cNvPr>
          <p:cNvSpPr>
            <a:spLocks noGrp="1"/>
          </p:cNvSpPr>
          <p:nvPr/>
        </p:nvSpPr>
        <p:spPr>
          <a:xfrm>
            <a:off x="8934450" y="1190625"/>
            <a:ext cx="257175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09-callout_2-title">
            <a:extLst>
              <a:ext uri="{FF2B5EF4-FFF2-40B4-BE49-F238E27FC236}">
                <a16:creationId xmlns:a16="http://schemas.microsoft.com/office/drawing/2014/main" id="{664D30BF-B584-435A-A902-BFDDB4EC0F78}"/>
              </a:ext>
            </a:extLst>
          </p:cNvPr>
          <p:cNvSpPr>
            <a:spLocks noGrp="1"/>
          </p:cNvSpPr>
          <p:nvPr/>
        </p:nvSpPr>
        <p:spPr>
          <a:xfrm>
            <a:off x="9124950" y="13335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20" name="U06-DG-009-callout_2-body">
            <a:extLst>
              <a:ext uri="{FF2B5EF4-FFF2-40B4-BE49-F238E27FC236}">
                <a16:creationId xmlns:a16="http://schemas.microsoft.com/office/drawing/2014/main" id="{C66B5DF9-E56B-487B-8CD1-FF5DBCF975A4}"/>
              </a:ext>
            </a:extLst>
          </p:cNvPr>
          <p:cNvSpPr>
            <a:spLocks noGrp="1"/>
          </p:cNvSpPr>
          <p:nvPr/>
        </p:nvSpPr>
        <p:spPr>
          <a:xfrm>
            <a:off x="9124950" y="1781175"/>
            <a:ext cx="2190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· m/s</a:t>
            </a:r>
          </a:p>
        </p:txBody>
      </p:sp>
      <p:sp>
        <p:nvSpPr>
          <p:cNvPr id="21" name="U06-DG-009-callout_3-box">
            <a:extLst>
              <a:ext uri="{FF2B5EF4-FFF2-40B4-BE49-F238E27FC236}">
                <a16:creationId xmlns:a16="http://schemas.microsoft.com/office/drawing/2014/main" id="{5D41B3BC-F732-4082-B69F-E199B2742026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276225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2" name="U06-DG-009-callout_3-title">
            <a:extLst>
              <a:ext uri="{FF2B5EF4-FFF2-40B4-BE49-F238E27FC236}">
                <a16:creationId xmlns:a16="http://schemas.microsoft.com/office/drawing/2014/main" id="{21AE496C-311A-42B2-906C-2ACF8CD5311E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ℓ</a:t>
            </a:r>
          </a:p>
        </p:txBody>
      </p:sp>
      <p:sp>
        <p:nvSpPr>
          <p:cNvPr id="23" name="U06-DG-009-callout_3-body">
            <a:extLst>
              <a:ext uri="{FF2B5EF4-FFF2-40B4-BE49-F238E27FC236}">
                <a16:creationId xmlns:a16="http://schemas.microsoft.com/office/drawing/2014/main" id="{9CDA2CBE-09EA-43B0-A928-AFE1A2284BFB}"/>
              </a:ext>
            </a:extLst>
          </p:cNvPr>
          <p:cNvSpPr>
            <a:spLocks noGrp="1"/>
          </p:cNvSpPr>
          <p:nvPr/>
        </p:nvSpPr>
        <p:spPr>
          <a:xfrm>
            <a:off x="971550" y="4829175"/>
            <a:ext cx="23812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longitud · m</a:t>
            </a:r>
          </a:p>
        </p:txBody>
      </p:sp>
      <p:sp>
        <p:nvSpPr>
          <p:cNvPr id="24" name="U06-DG-009-callout_4-box">
            <a:extLst>
              <a:ext uri="{FF2B5EF4-FFF2-40B4-BE49-F238E27FC236}">
                <a16:creationId xmlns:a16="http://schemas.microsoft.com/office/drawing/2014/main" id="{8D68F159-F5F1-4D29-A345-7EB4AD3AA72F}"/>
              </a:ext>
            </a:extLst>
          </p:cNvPr>
          <p:cNvSpPr>
            <a:spLocks noGrp="1"/>
          </p:cNvSpPr>
          <p:nvPr/>
        </p:nvSpPr>
        <p:spPr>
          <a:xfrm>
            <a:off x="8648700" y="4238625"/>
            <a:ext cx="2857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09-callout_4-title">
            <a:extLst>
              <a:ext uri="{FF2B5EF4-FFF2-40B4-BE49-F238E27FC236}">
                <a16:creationId xmlns:a16="http://schemas.microsoft.com/office/drawing/2014/main" id="{7BDA5C15-EFEE-41FF-8543-AE4F01C99D81}"/>
              </a:ext>
            </a:extLst>
          </p:cNvPr>
          <p:cNvSpPr>
            <a:spLocks noGrp="1"/>
          </p:cNvSpPr>
          <p:nvPr/>
        </p:nvSpPr>
        <p:spPr>
          <a:xfrm>
            <a:off x="8839200" y="43815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≈</a:t>
            </a:r>
          </a:p>
        </p:txBody>
      </p:sp>
      <p:sp>
        <p:nvSpPr>
          <p:cNvPr id="26" name="U06-DG-009-callout_4-body">
            <a:extLst>
              <a:ext uri="{FF2B5EF4-FFF2-40B4-BE49-F238E27FC236}">
                <a16:creationId xmlns:a16="http://schemas.microsoft.com/office/drawing/2014/main" id="{64F6C372-A252-406A-A05F-9AEAAE80AB16}"/>
              </a:ext>
            </a:extLst>
          </p:cNvPr>
          <p:cNvSpPr>
            <a:spLocks noGrp="1"/>
          </p:cNvSpPr>
          <p:nvPr/>
        </p:nvSpPr>
        <p:spPr>
          <a:xfrm>
            <a:off x="8839200" y="4829175"/>
            <a:ext cx="2476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aproximación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5301CB2F-EF3B-4AB6-AD82-55EB4AE9F811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58D3DA37-B1DF-4A26-84DF-5D45D5310CE6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8D7DA251-6144-4D1E-9E60-2862523FDB3E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8AAD928E-B22C-412E-8F78-6E87D1D3122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89A346DB-485D-4768-05CF-D2832A209D1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882E036B-2666-458E-9260-3EBB585E1C54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B359FA23-AD79-4191-A5C4-F4EB4F66C8F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CAE ideal de 27 mm resuena cerca de 3,18 kHz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FC838BA-9DC7-4D8E-B57E-DB901F34A93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resultado pertenece al modelo, no a todas las personas.</a:t>
            </a:r>
          </a:p>
        </p:txBody>
      </p:sp>
      <p:sp>
        <p:nvSpPr>
          <p:cNvPr id="3" name="U06-DG-009B-stage_1-anchor">
            <a:extLst>
              <a:ext uri="{FF2B5EF4-FFF2-40B4-BE49-F238E27FC236}">
                <a16:creationId xmlns:a16="http://schemas.microsoft.com/office/drawing/2014/main" id="{DCFA5731-B64E-4E12-B9A4-A524F475E65C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9B-stage_2-anchor">
            <a:extLst>
              <a:ext uri="{FF2B5EF4-FFF2-40B4-BE49-F238E27FC236}">
                <a16:creationId xmlns:a16="http://schemas.microsoft.com/office/drawing/2014/main" id="{43563798-D9B6-4E40-91C5-2F875A8D28F8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9B-stage_3-anchor">
            <a:extLst>
              <a:ext uri="{FF2B5EF4-FFF2-40B4-BE49-F238E27FC236}">
                <a16:creationId xmlns:a16="http://schemas.microsoft.com/office/drawing/2014/main" id="{816076A5-66F1-42CC-9122-F4B59B19ACEA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9B-stage_4-anchor">
            <a:extLst>
              <a:ext uri="{FF2B5EF4-FFF2-40B4-BE49-F238E27FC236}">
                <a16:creationId xmlns:a16="http://schemas.microsoft.com/office/drawing/2014/main" id="{6E5C2485-52FE-4A4D-84F4-F97B97C913B8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09B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09B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09B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09B-stage_1-box" descr="Diagrama sobre «Un CAE ideal de `27 mm` resuena cerca de `3,18 kHz`»; organiza datos → conversión → sustitución → unidad → limitaciones." title="Texto alternativo U06-016">
            <a:extLst>
              <a:ext uri="{FF2B5EF4-FFF2-40B4-BE49-F238E27FC236}">
                <a16:creationId xmlns:a16="http://schemas.microsoft.com/office/drawing/2014/main" id="{6E7B5EB6-1CC7-43E4-A273-1C45095D30DD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1" name="U06-DG-009B-stage_1-title">
            <a:extLst>
              <a:ext uri="{FF2B5EF4-FFF2-40B4-BE49-F238E27FC236}">
                <a16:creationId xmlns:a16="http://schemas.microsoft.com/office/drawing/2014/main" id="{1B72A2C1-6F0E-491A-80C3-1578AAFF1A8C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 · Longitud</a:t>
            </a:r>
          </a:p>
        </p:txBody>
      </p:sp>
      <p:sp>
        <p:nvSpPr>
          <p:cNvPr id="12" name="U06-DG-009B-stage_1-body">
            <a:extLst>
              <a:ext uri="{FF2B5EF4-FFF2-40B4-BE49-F238E27FC236}">
                <a16:creationId xmlns:a16="http://schemas.microsoft.com/office/drawing/2014/main" id="{14C7FBBF-1D8B-4B55-8886-5AE78761B7EB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ℓ = 27 mm</a:t>
            </a:r>
          </a:p>
        </p:txBody>
      </p:sp>
      <p:sp>
        <p:nvSpPr>
          <p:cNvPr id="13" name="U06-DG-009B-stage_2-box">
            <a:extLst>
              <a:ext uri="{FF2B5EF4-FFF2-40B4-BE49-F238E27FC236}">
                <a16:creationId xmlns:a16="http://schemas.microsoft.com/office/drawing/2014/main" id="{08BAD282-A72B-4979-B7E9-28C10BD5B5A6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09B-stage_2-title">
            <a:extLst>
              <a:ext uri="{FF2B5EF4-FFF2-40B4-BE49-F238E27FC236}">
                <a16:creationId xmlns:a16="http://schemas.microsoft.com/office/drawing/2014/main" id="{F95BBF2E-DB12-48C2-A387-3BF0D3D9B880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2 · Convertir</a:t>
            </a:r>
          </a:p>
        </p:txBody>
      </p:sp>
      <p:sp>
        <p:nvSpPr>
          <p:cNvPr id="15" name="U06-DG-009B-stage_2-body">
            <a:extLst>
              <a:ext uri="{FF2B5EF4-FFF2-40B4-BE49-F238E27FC236}">
                <a16:creationId xmlns:a16="http://schemas.microsoft.com/office/drawing/2014/main" id="{A9F9282F-D4D5-47A2-AD8F-F90B1B653B97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0,027 m</a:t>
            </a:r>
          </a:p>
        </p:txBody>
      </p:sp>
      <p:sp>
        <p:nvSpPr>
          <p:cNvPr id="16" name="U06-DG-009B-stage_3-box">
            <a:extLst>
              <a:ext uri="{FF2B5EF4-FFF2-40B4-BE49-F238E27FC236}">
                <a16:creationId xmlns:a16="http://schemas.microsoft.com/office/drawing/2014/main" id="{AF4079BF-8549-40D6-89AA-81D088920732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09B-stage_3-title">
            <a:extLst>
              <a:ext uri="{FF2B5EF4-FFF2-40B4-BE49-F238E27FC236}">
                <a16:creationId xmlns:a16="http://schemas.microsoft.com/office/drawing/2014/main" id="{02A8324E-FFE7-4631-9E87-5DBC866CB220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 · Sustituir</a:t>
            </a:r>
          </a:p>
        </p:txBody>
      </p:sp>
      <p:sp>
        <p:nvSpPr>
          <p:cNvPr id="18" name="U06-DG-009B-stage_3-body">
            <a:extLst>
              <a:ext uri="{FF2B5EF4-FFF2-40B4-BE49-F238E27FC236}">
                <a16:creationId xmlns:a16="http://schemas.microsoft.com/office/drawing/2014/main" id="{5112342E-72F3-47CD-B6E9-8869F8873F6A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343/(4·0,027)</a:t>
            </a:r>
          </a:p>
        </p:txBody>
      </p:sp>
      <p:sp>
        <p:nvSpPr>
          <p:cNvPr id="19" name="U06-DG-009B-stage_4-box">
            <a:extLst>
              <a:ext uri="{FF2B5EF4-FFF2-40B4-BE49-F238E27FC236}">
                <a16:creationId xmlns:a16="http://schemas.microsoft.com/office/drawing/2014/main" id="{3526D909-2059-4CB6-85A5-9F728FEA9F28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09B-stage_4-title">
            <a:extLst>
              <a:ext uri="{FF2B5EF4-FFF2-40B4-BE49-F238E27FC236}">
                <a16:creationId xmlns:a16="http://schemas.microsoft.com/office/drawing/2014/main" id="{3663A337-9721-4D5C-AB30-756BAB78F1BC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Resultado</a:t>
            </a:r>
          </a:p>
        </p:txBody>
      </p:sp>
      <p:sp>
        <p:nvSpPr>
          <p:cNvPr id="21" name="U06-DG-009B-stage_4-body">
            <a:extLst>
              <a:ext uri="{FF2B5EF4-FFF2-40B4-BE49-F238E27FC236}">
                <a16:creationId xmlns:a16="http://schemas.microsoft.com/office/drawing/2014/main" id="{BA0D2B25-0A28-4543-B06F-E5C51631803D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≈ 3,18 kHz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6277AE81-4D0D-45A5-9C52-0C239D1504D6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26AA0A7B-470E-43E3-A54E-31F0C1D61BF7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7D0A8C1F-1876-4525-A4A8-6F59DB5B08EE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9948E6C1-64BB-4F5E-A5A3-F303E9E8688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DE4EC0CE-0010-1173-EE6D-C942568A8E1E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8C47BCA2-D696-4A08-9516-7C1BFADC585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394B640B-565C-4172-A703-8920AAC3270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dirección, posición, modelo y límite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A484A9D-82F5-4341-9003-CC202A121802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oído externo modifica y conduce; el modelo explica una parte, no todo el sistema.</a:t>
            </a:r>
          </a:p>
        </p:txBody>
      </p:sp>
      <p:sp>
        <p:nvSpPr>
          <p:cNvPr id="3" name="U06-DG-001-stage_1-anchor">
            <a:extLst>
              <a:ext uri="{FF2B5EF4-FFF2-40B4-BE49-F238E27FC236}">
                <a16:creationId xmlns:a16="http://schemas.microsoft.com/office/drawing/2014/main" id="{406086B8-FB82-4F1C-A1E1-668C2AC96070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1-stage_2-anchor">
            <a:extLst>
              <a:ext uri="{FF2B5EF4-FFF2-40B4-BE49-F238E27FC236}">
                <a16:creationId xmlns:a16="http://schemas.microsoft.com/office/drawing/2014/main" id="{53FAA0B5-0DF1-4416-B1A2-C2F8DD2E769D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1-stage_3-anchor">
            <a:extLst>
              <a:ext uri="{FF2B5EF4-FFF2-40B4-BE49-F238E27FC236}">
                <a16:creationId xmlns:a16="http://schemas.microsoft.com/office/drawing/2014/main" id="{41838480-46C2-44D4-9FDD-2D2B73C7760C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1-stage_4-anchor">
            <a:extLst>
              <a:ext uri="{FF2B5EF4-FFF2-40B4-BE49-F238E27FC236}">
                <a16:creationId xmlns:a16="http://schemas.microsoft.com/office/drawing/2014/main" id="{8B2E1C0B-B70B-48D7-937A-A3A8BCDFF770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1-stage_5-anchor">
            <a:extLst>
              <a:ext uri="{FF2B5EF4-FFF2-40B4-BE49-F238E27FC236}">
                <a16:creationId xmlns:a16="http://schemas.microsoft.com/office/drawing/2014/main" id="{9029FA74-99EB-4D53-A549-83B2693C0A0F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1-stage_6-anchor">
            <a:extLst>
              <a:ext uri="{FF2B5EF4-FFF2-40B4-BE49-F238E27FC236}">
                <a16:creationId xmlns:a16="http://schemas.microsoft.com/office/drawing/2014/main" id="{66E435E1-DB2D-416A-9600-6CBEC7431AF8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01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01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01-flow_3"/>
          <p:cNvCxnSpPr>
            <a:stCxn id="5" idx="2"/>
            <a:endCxn id="6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01-flow_4"/>
          <p:cNvCxnSpPr>
            <a:stCxn id="6" idx="1"/>
            <a:endCxn id="7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01-flow_5"/>
          <p:cNvCxnSpPr>
            <a:stCxn id="7" idx="1"/>
            <a:endCxn id="8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6-DG-001-stage_1-box" descr="Diagrama sobre «Hasta acá: dirección, posición, modelo y límite»; organiza tres afirmaciones + pregunta “¿qué llega finalmente al tímpano?”." title="Texto alternativo U06-017">
            <a:extLst>
              <a:ext uri="{FF2B5EF4-FFF2-40B4-BE49-F238E27FC236}">
                <a16:creationId xmlns:a16="http://schemas.microsoft.com/office/drawing/2014/main" id="{3AB9D759-C099-4AB7-B59B-D9599C26FDD5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01-stage_1-title">
            <a:extLst>
              <a:ext uri="{FF2B5EF4-FFF2-40B4-BE49-F238E27FC236}">
                <a16:creationId xmlns:a16="http://schemas.microsoft.com/office/drawing/2014/main" id="{0BB5ACE7-9C0B-4BC8-88DE-CF6102E3B8A3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Pabellón</a:t>
            </a:r>
          </a:p>
        </p:txBody>
      </p:sp>
      <p:sp>
        <p:nvSpPr>
          <p:cNvPr id="16" name="U06-DG-001-stage_1-body">
            <a:extLst>
              <a:ext uri="{FF2B5EF4-FFF2-40B4-BE49-F238E27FC236}">
                <a16:creationId xmlns:a16="http://schemas.microsoft.com/office/drawing/2014/main" id="{6D000135-A74F-415A-9768-36EBB92D6CC5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 y filtra</a:t>
            </a:r>
          </a:p>
        </p:txBody>
      </p:sp>
      <p:sp>
        <p:nvSpPr>
          <p:cNvPr id="17" name="U06-DG-001-stage_2-box">
            <a:extLst>
              <a:ext uri="{FF2B5EF4-FFF2-40B4-BE49-F238E27FC236}">
                <a16:creationId xmlns:a16="http://schemas.microsoft.com/office/drawing/2014/main" id="{B14F1E68-DAB4-4FEF-949E-DDFE66AEB9D9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01-stage_2-title">
            <a:extLst>
              <a:ext uri="{FF2B5EF4-FFF2-40B4-BE49-F238E27FC236}">
                <a16:creationId xmlns:a16="http://schemas.microsoft.com/office/drawing/2014/main" id="{E69F21CE-12CF-42CC-B379-E48049C9E900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19" name="U06-DG-001-stage_2-body">
            <a:extLst>
              <a:ext uri="{FF2B5EF4-FFF2-40B4-BE49-F238E27FC236}">
                <a16:creationId xmlns:a16="http://schemas.microsoft.com/office/drawing/2014/main" id="{8C2F96A3-50FA-44BC-AD2E-6BDEB7178CA7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conduce presión</a:t>
            </a:r>
          </a:p>
        </p:txBody>
      </p:sp>
      <p:sp>
        <p:nvSpPr>
          <p:cNvPr id="20" name="U06-DG-001-stage_3-box">
            <a:extLst>
              <a:ext uri="{FF2B5EF4-FFF2-40B4-BE49-F238E27FC236}">
                <a16:creationId xmlns:a16="http://schemas.microsoft.com/office/drawing/2014/main" id="{B99A7234-00CE-446E-A888-192A90BD6E56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1" name="U06-DG-001-stage_3-title">
            <a:extLst>
              <a:ext uri="{FF2B5EF4-FFF2-40B4-BE49-F238E27FC236}">
                <a16:creationId xmlns:a16="http://schemas.microsoft.com/office/drawing/2014/main" id="{23B01AA2-EA9D-4070-8182-2BDCE881819F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2" name="U06-DG-001-stage_3-body">
            <a:extLst>
              <a:ext uri="{FF2B5EF4-FFF2-40B4-BE49-F238E27FC236}">
                <a16:creationId xmlns:a16="http://schemas.microsoft.com/office/drawing/2014/main" id="{92E574FA-9426-445B-8F66-4A64068E4ADE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→ fuerza</a:t>
            </a:r>
          </a:p>
        </p:txBody>
      </p:sp>
      <p:sp>
        <p:nvSpPr>
          <p:cNvPr id="23" name="U06-DG-001-stage_4-box">
            <a:extLst>
              <a:ext uri="{FF2B5EF4-FFF2-40B4-BE49-F238E27FC236}">
                <a16:creationId xmlns:a16="http://schemas.microsoft.com/office/drawing/2014/main" id="{B7747643-D52A-4D12-B15C-1335978B93D0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4" name="U06-DG-001-stage_4-title">
            <a:extLst>
              <a:ext uri="{FF2B5EF4-FFF2-40B4-BE49-F238E27FC236}">
                <a16:creationId xmlns:a16="http://schemas.microsoft.com/office/drawing/2014/main" id="{F3BA1295-DB95-42B5-9C72-DB02798E33CD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25" name="U06-DG-001-stage_4-body">
            <a:extLst>
              <a:ext uri="{FF2B5EF4-FFF2-40B4-BE49-F238E27FC236}">
                <a16:creationId xmlns:a16="http://schemas.microsoft.com/office/drawing/2014/main" id="{083100DC-CC4C-4742-837E-CEE8490E442A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transfieren</a:t>
            </a:r>
          </a:p>
        </p:txBody>
      </p:sp>
      <p:sp>
        <p:nvSpPr>
          <p:cNvPr id="26" name="U06-DG-001-stage_5-box">
            <a:extLst>
              <a:ext uri="{FF2B5EF4-FFF2-40B4-BE49-F238E27FC236}">
                <a16:creationId xmlns:a16="http://schemas.microsoft.com/office/drawing/2014/main" id="{436D3073-EEFF-4383-ACEB-3D539B0780C1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7" name="U06-DG-001-stage_5-title">
            <a:extLst>
              <a:ext uri="{FF2B5EF4-FFF2-40B4-BE49-F238E27FC236}">
                <a16:creationId xmlns:a16="http://schemas.microsoft.com/office/drawing/2014/main" id="{A3886D7D-137C-4C70-A73F-6D7B567449C1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8" name="U06-DG-001-stage_5-body">
            <a:extLst>
              <a:ext uri="{FF2B5EF4-FFF2-40B4-BE49-F238E27FC236}">
                <a16:creationId xmlns:a16="http://schemas.microsoft.com/office/drawing/2014/main" id="{73ECC076-C9DE-4B25-A406-8874E231A722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29" name="U06-DG-001-stage_6-box">
            <a:extLst>
              <a:ext uri="{FF2B5EF4-FFF2-40B4-BE49-F238E27FC236}">
                <a16:creationId xmlns:a16="http://schemas.microsoft.com/office/drawing/2014/main" id="{7E8C7D8A-6271-45D5-8F8D-EEECC143E530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0" name="U06-DG-001-stage_6-title">
            <a:extLst>
              <a:ext uri="{FF2B5EF4-FFF2-40B4-BE49-F238E27FC236}">
                <a16:creationId xmlns:a16="http://schemas.microsoft.com/office/drawing/2014/main" id="{1963A076-0C30-4496-85D8-5C082B9415D5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1" name="U06-DG-001-stage_6-body">
            <a:extLst>
              <a:ext uri="{FF2B5EF4-FFF2-40B4-BE49-F238E27FC236}">
                <a16:creationId xmlns:a16="http://schemas.microsoft.com/office/drawing/2014/main" id="{08550357-D047-4E0E-8354-FCB865E262BD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aferente</a:t>
            </a:r>
          </a:p>
        </p:txBody>
      </p:sp>
      <p:sp>
        <p:nvSpPr>
          <p:cNvPr id="32" name="top-rail-1">
            <a:extLst>
              <a:ext uri="{FF2B5EF4-FFF2-40B4-BE49-F238E27FC236}">
                <a16:creationId xmlns:a16="http://schemas.microsoft.com/office/drawing/2014/main" id="{9A2373E0-1A0E-47B3-9653-6FB4A75D9FD7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3" name="top-rail-2">
            <a:extLst>
              <a:ext uri="{FF2B5EF4-FFF2-40B4-BE49-F238E27FC236}">
                <a16:creationId xmlns:a16="http://schemas.microsoft.com/office/drawing/2014/main" id="{D7441262-A81C-44ED-8752-FD971C7F7B46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4" name="top-rail-3">
            <a:extLst>
              <a:ext uri="{FF2B5EF4-FFF2-40B4-BE49-F238E27FC236}">
                <a16:creationId xmlns:a16="http://schemas.microsoft.com/office/drawing/2014/main" id="{A4023A57-C7F3-4204-8F1F-7E48724FC026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5" name="eyebrow">
            <a:extLst>
              <a:ext uri="{FF2B5EF4-FFF2-40B4-BE49-F238E27FC236}">
                <a16:creationId xmlns:a16="http://schemas.microsoft.com/office/drawing/2014/main" id="{3919C4EF-C6E0-43B1-81B1-4AAFAFF2CA0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C25C80DF-7706-A697-57EB-E2365AE68210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D90A0722-8951-4701-8DB5-70E014F5915D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4F26CD3A-4455-45F9-A819-E12C7303C943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D7F08247-75B9-44AC-A28E-0D151A662D82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diferencia de presión pone en movimiento una membrana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9478330C-BD1F-4279-A61D-8F3701B34961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se convierte una diferencia de presión en fuerza y qué falta para predecir movimiento?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B9D34EAE-F8A4-CB34-C380-1BC8EAC0C59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67E85C7-2DCA-4495-AB20-CE4EA96CD223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18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573E1D0F-C3E0-40A7-AC28-63F265EA8BA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tímpano separa el CAE de la caja timpánica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70C76E0-2680-4F7E-BA88-72A588DBED67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fuerza surge de una diferencia de presión entre las dos caras.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84554142-47BE-479C-9CC3-CFBAF36D5EF1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fuerza surge de una diferencia de presión entre las dos caras.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Vista anatómica simple con CAE, tímpano, caja y mango del martillo.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C47ABB18-6D5E-4982-9DC6-56ACEB76610F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59ED4457-5473-4AD2-8C12-7E59DBEB98A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FD59D54B-984A-4FA8-BD82-967190B28A22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9C083A26-E5EF-41C1-B18C-94EF8BCC39F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CD5E0BFB-189D-10AD-D04E-D73E43B07329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AACB5C9-A91B-4EED-A1CA-567016F1593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F9277FC4-7207-4D21-9304-9E0CCB27F10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presiones producen una fuerza resultante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11B193A-8877-4A00-999B-35569BD174D8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Importa la diferencia entre caras, no una presión aislada.</a:t>
            </a:r>
          </a:p>
        </p:txBody>
      </p:sp>
      <p:sp>
        <p:nvSpPr>
          <p:cNvPr id="3" name="U06-DG-010-stage_1-anchor">
            <a:extLst>
              <a:ext uri="{FF2B5EF4-FFF2-40B4-BE49-F238E27FC236}">
                <a16:creationId xmlns:a16="http://schemas.microsoft.com/office/drawing/2014/main" id="{EC6C2171-8E03-44A0-8701-F1E22F8B780A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10-stage_2-anchor">
            <a:extLst>
              <a:ext uri="{FF2B5EF4-FFF2-40B4-BE49-F238E27FC236}">
                <a16:creationId xmlns:a16="http://schemas.microsoft.com/office/drawing/2014/main" id="{E467BAE9-8DD2-4EF1-A674-023594A2F993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0-stage_3-anchor">
            <a:extLst>
              <a:ext uri="{FF2B5EF4-FFF2-40B4-BE49-F238E27FC236}">
                <a16:creationId xmlns:a16="http://schemas.microsoft.com/office/drawing/2014/main" id="{158E7F49-6CD6-44BF-B05E-FA87B0DDACA0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10-stage_4-anchor">
            <a:extLst>
              <a:ext uri="{FF2B5EF4-FFF2-40B4-BE49-F238E27FC236}">
                <a16:creationId xmlns:a16="http://schemas.microsoft.com/office/drawing/2014/main" id="{85F32D60-6CBA-4743-A1D9-8D2042432EF0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10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10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10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10-stage_1-box" descr="Diagrama sobre «Dos presiones producen una fuerza resultante»; organiza presión del cae, presión de caja, resta y fuerza distribuida." title="Texto alternativo U06-020">
            <a:extLst>
              <a:ext uri="{FF2B5EF4-FFF2-40B4-BE49-F238E27FC236}">
                <a16:creationId xmlns:a16="http://schemas.microsoft.com/office/drawing/2014/main" id="{4C41C24D-0E8C-44E3-8E3B-0C2F6C20DF57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10-stage_1-title">
            <a:extLst>
              <a:ext uri="{FF2B5EF4-FFF2-40B4-BE49-F238E27FC236}">
                <a16:creationId xmlns:a16="http://schemas.microsoft.com/office/drawing/2014/main" id="{573BED0A-3F6F-4F27-87E5-A6EF8063280A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p(CAE)</a:t>
            </a:r>
          </a:p>
        </p:txBody>
      </p:sp>
      <p:sp>
        <p:nvSpPr>
          <p:cNvPr id="12" name="U06-DG-010-stage_1-body">
            <a:extLst>
              <a:ext uri="{FF2B5EF4-FFF2-40B4-BE49-F238E27FC236}">
                <a16:creationId xmlns:a16="http://schemas.microsoft.com/office/drawing/2014/main" id="{A91276B0-45D0-4E59-84F4-C17B9485E87E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cara externa</a:t>
            </a:r>
          </a:p>
        </p:txBody>
      </p:sp>
      <p:sp>
        <p:nvSpPr>
          <p:cNvPr id="13" name="U06-DG-010-stage_2-box">
            <a:extLst>
              <a:ext uri="{FF2B5EF4-FFF2-40B4-BE49-F238E27FC236}">
                <a16:creationId xmlns:a16="http://schemas.microsoft.com/office/drawing/2014/main" id="{72640FFC-C0F7-4656-B9C8-11CA6B056F73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10-stage_2-title">
            <a:extLst>
              <a:ext uri="{FF2B5EF4-FFF2-40B4-BE49-F238E27FC236}">
                <a16:creationId xmlns:a16="http://schemas.microsoft.com/office/drawing/2014/main" id="{D36C5F44-694B-4367-ACDC-D2F7A6D9768C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p(OM)</a:t>
            </a:r>
          </a:p>
        </p:txBody>
      </p:sp>
      <p:sp>
        <p:nvSpPr>
          <p:cNvPr id="15" name="U06-DG-010-stage_2-body">
            <a:extLst>
              <a:ext uri="{FF2B5EF4-FFF2-40B4-BE49-F238E27FC236}">
                <a16:creationId xmlns:a16="http://schemas.microsoft.com/office/drawing/2014/main" id="{0A24E88B-B465-4AFA-AF38-56F82D836433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cara interna</a:t>
            </a:r>
          </a:p>
        </p:txBody>
      </p:sp>
      <p:sp>
        <p:nvSpPr>
          <p:cNvPr id="16" name="U06-DG-010-stage_3-box">
            <a:extLst>
              <a:ext uri="{FF2B5EF4-FFF2-40B4-BE49-F238E27FC236}">
                <a16:creationId xmlns:a16="http://schemas.microsoft.com/office/drawing/2014/main" id="{0A6D6D67-F3B3-4763-B675-F77585051BD8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10-stage_3-title">
            <a:extLst>
              <a:ext uri="{FF2B5EF4-FFF2-40B4-BE49-F238E27FC236}">
                <a16:creationId xmlns:a16="http://schemas.microsoft.com/office/drawing/2014/main" id="{24D8D87E-EEEF-4A02-B997-5DF623FE2676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Δp</a:t>
            </a:r>
          </a:p>
        </p:txBody>
      </p:sp>
      <p:sp>
        <p:nvSpPr>
          <p:cNvPr id="18" name="U06-DG-010-stage_3-body">
            <a:extLst>
              <a:ext uri="{FF2B5EF4-FFF2-40B4-BE49-F238E27FC236}">
                <a16:creationId xmlns:a16="http://schemas.microsoft.com/office/drawing/2014/main" id="{A46860EC-9A4D-4FF5-854C-671B94C45D46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p(CAE) − p(OM)</a:t>
            </a:r>
          </a:p>
        </p:txBody>
      </p:sp>
      <p:sp>
        <p:nvSpPr>
          <p:cNvPr id="19" name="U06-DG-010-stage_4-box">
            <a:extLst>
              <a:ext uri="{FF2B5EF4-FFF2-40B4-BE49-F238E27FC236}">
                <a16:creationId xmlns:a16="http://schemas.microsoft.com/office/drawing/2014/main" id="{19647EEB-5D29-4BBE-A320-C08B45E23BE4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10-stage_4-title">
            <a:extLst>
              <a:ext uri="{FF2B5EF4-FFF2-40B4-BE49-F238E27FC236}">
                <a16:creationId xmlns:a16="http://schemas.microsoft.com/office/drawing/2014/main" id="{D1F74A3D-EC80-46EB-8663-C2535802382B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Membrana</a:t>
            </a:r>
          </a:p>
        </p:txBody>
      </p:sp>
      <p:sp>
        <p:nvSpPr>
          <p:cNvPr id="21" name="U06-DG-010-stage_4-body">
            <a:extLst>
              <a:ext uri="{FF2B5EF4-FFF2-40B4-BE49-F238E27FC236}">
                <a16:creationId xmlns:a16="http://schemas.microsoft.com/office/drawing/2014/main" id="{D5AA94F6-94D4-4FFA-8171-B615942D9C05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recibe fuerza neta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43407217-B4ED-49C8-96AA-33A538FC261B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EE6DBC21-0699-4385-8D57-14661DCBE29B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60547044-17E3-4BF8-9FE4-85AB8E4CC244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5E237A98-F0D9-4552-966C-11AF16F16BA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9D98838A-E01A-6FF3-7DBA-E6D1E4FCD64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8A2EB7E-7682-4429-9730-C8E508380C82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83A7A434-07F9-47E8-9693-9364DBCD3C6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por área estima la fuerza resultante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F02636D-6BBE-4667-9518-3FD218F57BBD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ecuación estima fuerza; no predice por sí sola el desplazamiento.</a:t>
            </a:r>
          </a:p>
        </p:txBody>
      </p:sp>
      <p:sp>
        <p:nvSpPr>
          <p:cNvPr id="3" name="equation-box">
            <a:extLst>
              <a:ext uri="{FF2B5EF4-FFF2-40B4-BE49-F238E27FC236}">
                <a16:creationId xmlns:a16="http://schemas.microsoft.com/office/drawing/2014/main" id="{59629FCF-26B8-4EB8-A884-50FDF1BB629B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8EDD3B31-2ACE-4D31-999C-25611E693D10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 ≈ Δp·S; control dimensional: Pa·m² = N.</a:t>
            </a:r>
          </a:p>
        </p:txBody>
      </p:sp>
      <p:sp>
        <p:nvSpPr>
          <p:cNvPr id="5" name="equation-meaning-box">
            <a:extLst>
              <a:ext uri="{FF2B5EF4-FFF2-40B4-BE49-F238E27FC236}">
                <a16:creationId xmlns:a16="http://schemas.microsoft.com/office/drawing/2014/main" id="{591E7CA7-1F39-4ECB-8D4F-6042F43C7587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equation-meaning-title">
            <a:extLst>
              <a:ext uri="{FF2B5EF4-FFF2-40B4-BE49-F238E27FC236}">
                <a16:creationId xmlns:a16="http://schemas.microsoft.com/office/drawing/2014/main" id="{1DD73679-4BD8-420D-961C-907CD89409C1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7" name="equation-meaning-body">
            <a:extLst>
              <a:ext uri="{FF2B5EF4-FFF2-40B4-BE49-F238E27FC236}">
                <a16:creationId xmlns:a16="http://schemas.microsoft.com/office/drawing/2014/main" id="{2C0901AE-42E9-45D4-A701-C76653AC7196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fuerza resultante (N); Δp: diferencia de presión (Pa); S: área efectiva (m²).</a:t>
            </a:r>
          </a:p>
        </p:txBody>
      </p:sp>
      <p:sp>
        <p:nvSpPr>
          <p:cNvPr id="8" name="equation-use-box">
            <a:extLst>
              <a:ext uri="{FF2B5EF4-FFF2-40B4-BE49-F238E27FC236}">
                <a16:creationId xmlns:a16="http://schemas.microsoft.com/office/drawing/2014/main" id="{72766FFA-443C-40BF-82F8-130BDBE8EC90}"/>
              </a:ext>
            </a:extLst>
          </p:cNvPr>
          <p:cNvSpPr>
            <a:spLocks noGrp="1"/>
          </p:cNvSpPr>
          <p:nvPr/>
        </p:nvSpPr>
        <p:spPr>
          <a:xfrm>
            <a:off x="638175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9" name="equation-use-title">
            <a:extLst>
              <a:ext uri="{FF2B5EF4-FFF2-40B4-BE49-F238E27FC236}">
                <a16:creationId xmlns:a16="http://schemas.microsoft.com/office/drawing/2014/main" id="{F2E61A47-6CF0-472B-AC03-5B0786513C12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10" name="equation-use-body">
            <a:extLst>
              <a:ext uri="{FF2B5EF4-FFF2-40B4-BE49-F238E27FC236}">
                <a16:creationId xmlns:a16="http://schemas.microsoft.com/office/drawing/2014/main" id="{C2A5D74D-404E-4E2A-AF7F-D51022506BDC}"/>
              </a:ext>
            </a:extLst>
          </p:cNvPr>
          <p:cNvSpPr>
            <a:spLocks noGrp="1"/>
          </p:cNvSpPr>
          <p:nvPr/>
        </p:nvSpPr>
        <p:spPr>
          <a:xfrm>
            <a:off x="655320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diferencia de presión actúa sobre un área efectiva y permite estimar una fuerza. El resultado queda en newtons; todavía no describe el desplazamiento del tímpano.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944D6914-DF51-4DFC-854A-0A32065B45E5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C925D02E-B788-4BD2-A256-582224459D6B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855A3C7A-A0FB-4A77-86E6-107C2230E1C8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F99A49A1-3C96-4699-8F86-773EC030BC4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CB13270F-7807-F086-B616-6F662FA02AC9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940A803E-17BD-43A6-9DEA-BAD5235BB7D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5DBAB8E1-C5F9-4F03-AB35-BFCD982C8C0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0,20 Pa a una fuerza del orden de 10⁻⁵ 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D4E9DF3-9A8D-46B1-8BC9-EBFCB0639077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fuerza pequeña puede ser físicamente significativa en una estructura pequeña.</a:t>
            </a:r>
          </a:p>
        </p:txBody>
      </p:sp>
      <p:sp>
        <p:nvSpPr>
          <p:cNvPr id="3" name="equation-box">
            <a:extLst>
              <a:ext uri="{FF2B5EF4-FFF2-40B4-BE49-F238E27FC236}">
                <a16:creationId xmlns:a16="http://schemas.microsoft.com/office/drawing/2014/main" id="{3E307147-66E3-4C74-9971-EDB07C36B56D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07F48335-2905-482F-BD4E-3F970A2D49D1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S = 50 mm² = 5,0×10⁻⁵ m²; F ≈ (0,20 Pa)(5,0×10⁻⁵ m²) = 1,0×10⁻⁵ N.</a:t>
            </a:r>
          </a:p>
        </p:txBody>
      </p:sp>
      <p:sp>
        <p:nvSpPr>
          <p:cNvPr id="5" name="equation-meaning-box">
            <a:extLst>
              <a:ext uri="{FF2B5EF4-FFF2-40B4-BE49-F238E27FC236}">
                <a16:creationId xmlns:a16="http://schemas.microsoft.com/office/drawing/2014/main" id="{61E6E1D6-84E8-4991-8773-CDC85EBD6EBC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equation-meaning-title">
            <a:extLst>
              <a:ext uri="{FF2B5EF4-FFF2-40B4-BE49-F238E27FC236}">
                <a16:creationId xmlns:a16="http://schemas.microsoft.com/office/drawing/2014/main" id="{794A042D-5E58-4415-B049-803343087507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7" name="equation-meaning-body">
            <a:extLst>
              <a:ext uri="{FF2B5EF4-FFF2-40B4-BE49-F238E27FC236}">
                <a16:creationId xmlns:a16="http://schemas.microsoft.com/office/drawing/2014/main" id="{F3B26F51-A321-4954-9491-8FCAE8FB2868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Convertir 50 mm² a 5,0×10⁻⁵ m². 2. Multiplicar por 0,20 Pa. 3. Obtener 1,0×10⁻⁵ N. 4. Preguntar qué falta para predecir movimiento.</a:t>
            </a:r>
          </a:p>
        </p:txBody>
      </p:sp>
      <p:sp>
        <p:nvSpPr>
          <p:cNvPr id="8" name="equation-use-box">
            <a:extLst>
              <a:ext uri="{FF2B5EF4-FFF2-40B4-BE49-F238E27FC236}">
                <a16:creationId xmlns:a16="http://schemas.microsoft.com/office/drawing/2014/main" id="{E8C972CF-A0C9-4875-8275-0ABF2702F96C}"/>
              </a:ext>
            </a:extLst>
          </p:cNvPr>
          <p:cNvSpPr>
            <a:spLocks noGrp="1"/>
          </p:cNvSpPr>
          <p:nvPr/>
        </p:nvSpPr>
        <p:spPr>
          <a:xfrm>
            <a:off x="638175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9" name="equation-use-title">
            <a:extLst>
              <a:ext uri="{FF2B5EF4-FFF2-40B4-BE49-F238E27FC236}">
                <a16:creationId xmlns:a16="http://schemas.microsoft.com/office/drawing/2014/main" id="{1B887179-AA54-4188-9295-BAA58CF6F8D5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10" name="equation-use-body">
            <a:extLst>
              <a:ext uri="{FF2B5EF4-FFF2-40B4-BE49-F238E27FC236}">
                <a16:creationId xmlns:a16="http://schemas.microsoft.com/office/drawing/2014/main" id="{4D7068F9-F087-491B-BE8A-FFCBC53E72AE}"/>
              </a:ext>
            </a:extLst>
          </p:cNvPr>
          <p:cNvSpPr>
            <a:spLocks noGrp="1"/>
          </p:cNvSpPr>
          <p:nvPr/>
        </p:nvSpPr>
        <p:spPr>
          <a:xfrm>
            <a:off x="655320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 elemental con Δp = 0,20 Pa y S = 50 mm².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659C148A-C6D8-4B8D-ADC8-9A52DAC50AD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20C2933A-33FB-48DA-879A-5A6414B0DCD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2CB15B45-738F-4E59-A222-EE405692D040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EF9679D3-2FEC-462C-9139-BE128EE26B8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DF3979D3-3D5D-FE8E-3C26-0F62733F546B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2093F361-3AD1-4CA1-BD7C-A73328AB4446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7A618400-277E-426D-B3B7-593C2AD463C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magnitud describe cada frase?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4989E5E-FD82-4468-AF27-1AE75E821F48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Magnitudes relacionadas no son intercambiables.</a:t>
            </a:r>
          </a:p>
        </p:txBody>
      </p:sp>
      <p:sp>
        <p:nvSpPr>
          <p:cNvPr id="3" name="U06-DG-003-cell_1-anchor">
            <a:extLst>
              <a:ext uri="{FF2B5EF4-FFF2-40B4-BE49-F238E27FC236}">
                <a16:creationId xmlns:a16="http://schemas.microsoft.com/office/drawing/2014/main" id="{77BDFA64-54D1-4D73-A4EB-08389327FB38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3-cell_2-anchor">
            <a:extLst>
              <a:ext uri="{FF2B5EF4-FFF2-40B4-BE49-F238E27FC236}">
                <a16:creationId xmlns:a16="http://schemas.microsoft.com/office/drawing/2014/main" id="{6A510F63-DE7A-4E3E-A744-71664D4170A2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3-cell_3-anchor">
            <a:extLst>
              <a:ext uri="{FF2B5EF4-FFF2-40B4-BE49-F238E27FC236}">
                <a16:creationId xmlns:a16="http://schemas.microsoft.com/office/drawing/2014/main" id="{B503F17F-63A9-49DD-B374-A08FAAF92FE8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3-cell_4-anchor">
            <a:extLst>
              <a:ext uri="{FF2B5EF4-FFF2-40B4-BE49-F238E27FC236}">
                <a16:creationId xmlns:a16="http://schemas.microsoft.com/office/drawing/2014/main" id="{CA968947-CDF2-4D3C-A152-8B35B42C227E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3-cell_1-box" descr="Diagrama sobre «¿Qué magnitud describe cada frase?»; organiza tres situaciones; asignar símbolo/unidad y justificar." title="Texto alternativo U06-023">
            <a:extLst>
              <a:ext uri="{FF2B5EF4-FFF2-40B4-BE49-F238E27FC236}">
                <a16:creationId xmlns:a16="http://schemas.microsoft.com/office/drawing/2014/main" id="{5DA9273B-58FF-4219-9B6D-3A49961D152D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U06-DG-003-cell_1-title">
            <a:extLst>
              <a:ext uri="{FF2B5EF4-FFF2-40B4-BE49-F238E27FC236}">
                <a16:creationId xmlns:a16="http://schemas.microsoft.com/office/drawing/2014/main" id="{F65D19CE-5538-40A5-A394-1A08982A2F2E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9" name="U06-DG-003-cell_1-body">
            <a:extLst>
              <a:ext uri="{FF2B5EF4-FFF2-40B4-BE49-F238E27FC236}">
                <a16:creationId xmlns:a16="http://schemas.microsoft.com/office/drawing/2014/main" id="{E63DC8B6-DE6A-4573-9C70-F558E66D0814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</a:t>
            </a:r>
          </a:p>
        </p:txBody>
      </p:sp>
      <p:sp>
        <p:nvSpPr>
          <p:cNvPr id="10" name="U06-DG-003-cell_2-box">
            <a:extLst>
              <a:ext uri="{FF2B5EF4-FFF2-40B4-BE49-F238E27FC236}">
                <a16:creationId xmlns:a16="http://schemas.microsoft.com/office/drawing/2014/main" id="{6D2101CE-ED5A-47E9-A7BC-3DA7181DEA43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03-cell_2-title">
            <a:extLst>
              <a:ext uri="{FF2B5EF4-FFF2-40B4-BE49-F238E27FC236}">
                <a16:creationId xmlns:a16="http://schemas.microsoft.com/office/drawing/2014/main" id="{502BB00D-08DB-4636-A985-90683906C803}"/>
              </a:ext>
            </a:extLst>
          </p:cNvPr>
          <p:cNvSpPr>
            <a:spLocks noGrp="1"/>
          </p:cNvSpPr>
          <p:nvPr/>
        </p:nvSpPr>
        <p:spPr>
          <a:xfrm>
            <a:off x="6453188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12" name="U06-DG-003-cell_2-body">
            <a:extLst>
              <a:ext uri="{FF2B5EF4-FFF2-40B4-BE49-F238E27FC236}">
                <a16:creationId xmlns:a16="http://schemas.microsoft.com/office/drawing/2014/main" id="{22A784D9-EFE9-4841-8BC0-41BF2FD9E95E}"/>
              </a:ext>
            </a:extLst>
          </p:cNvPr>
          <p:cNvSpPr>
            <a:spLocks noGrp="1"/>
          </p:cNvSpPr>
          <p:nvPr/>
        </p:nvSpPr>
        <p:spPr>
          <a:xfrm>
            <a:off x="6453188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</a:t>
            </a:r>
          </a:p>
        </p:txBody>
      </p:sp>
      <p:sp>
        <p:nvSpPr>
          <p:cNvPr id="13" name="U06-DG-003-cell_3-box">
            <a:extLst>
              <a:ext uri="{FF2B5EF4-FFF2-40B4-BE49-F238E27FC236}">
                <a16:creationId xmlns:a16="http://schemas.microsoft.com/office/drawing/2014/main" id="{DEA9D7B5-B55A-4669-A112-EA7ACD6EC07E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U06-DG-003-cell_3-title">
            <a:extLst>
              <a:ext uri="{FF2B5EF4-FFF2-40B4-BE49-F238E27FC236}">
                <a16:creationId xmlns:a16="http://schemas.microsoft.com/office/drawing/2014/main" id="{E3648FA3-DEB2-456C-AD14-85C690597CA0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Desplazamiento</a:t>
            </a:r>
          </a:p>
        </p:txBody>
      </p:sp>
      <p:sp>
        <p:nvSpPr>
          <p:cNvPr id="15" name="U06-DG-003-cell_3-body">
            <a:extLst>
              <a:ext uri="{FF2B5EF4-FFF2-40B4-BE49-F238E27FC236}">
                <a16:creationId xmlns:a16="http://schemas.microsoft.com/office/drawing/2014/main" id="{8ED79E3B-18ED-41A3-B4CD-6A76F4B49D3E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6" name="U06-DG-003-cell_4-box">
            <a:extLst>
              <a:ext uri="{FF2B5EF4-FFF2-40B4-BE49-F238E27FC236}">
                <a16:creationId xmlns:a16="http://schemas.microsoft.com/office/drawing/2014/main" id="{6739991D-3995-4229-B231-AD56C0A7EC24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03-cell_4-title">
            <a:extLst>
              <a:ext uri="{FF2B5EF4-FFF2-40B4-BE49-F238E27FC236}">
                <a16:creationId xmlns:a16="http://schemas.microsoft.com/office/drawing/2014/main" id="{96844F20-5235-4F08-A4C6-134CCFBE827E}"/>
              </a:ext>
            </a:extLst>
          </p:cNvPr>
          <p:cNvSpPr>
            <a:spLocks noGrp="1"/>
          </p:cNvSpPr>
          <p:nvPr/>
        </p:nvSpPr>
        <p:spPr>
          <a:xfrm>
            <a:off x="6453188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</a:t>
            </a:r>
          </a:p>
        </p:txBody>
      </p:sp>
      <p:sp>
        <p:nvSpPr>
          <p:cNvPr id="18" name="U06-DG-003-cell_4-body">
            <a:extLst>
              <a:ext uri="{FF2B5EF4-FFF2-40B4-BE49-F238E27FC236}">
                <a16:creationId xmlns:a16="http://schemas.microsoft.com/office/drawing/2014/main" id="{E0A151A7-B895-443E-A556-C762BA1BD320}"/>
              </a:ext>
            </a:extLst>
          </p:cNvPr>
          <p:cNvSpPr>
            <a:spLocks noGrp="1"/>
          </p:cNvSpPr>
          <p:nvPr/>
        </p:nvSpPr>
        <p:spPr>
          <a:xfrm>
            <a:off x="6453188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 o mV</a:t>
            </a:r>
          </a:p>
        </p:txBody>
      </p:sp>
      <p:sp>
        <p:nvSpPr>
          <p:cNvPr id="19" name="top-rail-1">
            <a:extLst>
              <a:ext uri="{FF2B5EF4-FFF2-40B4-BE49-F238E27FC236}">
                <a16:creationId xmlns:a16="http://schemas.microsoft.com/office/drawing/2014/main" id="{2F7C9951-3BFE-4594-84B2-E95F0A985ABB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0" name="top-rail-2">
            <a:extLst>
              <a:ext uri="{FF2B5EF4-FFF2-40B4-BE49-F238E27FC236}">
                <a16:creationId xmlns:a16="http://schemas.microsoft.com/office/drawing/2014/main" id="{B7483C1E-7C38-4FAF-A324-0717CB18125F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1" name="top-rail-3">
            <a:extLst>
              <a:ext uri="{FF2B5EF4-FFF2-40B4-BE49-F238E27FC236}">
                <a16:creationId xmlns:a16="http://schemas.microsoft.com/office/drawing/2014/main" id="{E5AB86BC-D7F6-44F7-A77B-B59CC2CED6A3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2" name="eyebrow">
            <a:extLst>
              <a:ext uri="{FF2B5EF4-FFF2-40B4-BE49-F238E27FC236}">
                <a16:creationId xmlns:a16="http://schemas.microsoft.com/office/drawing/2014/main" id="{8AE06EE9-2F05-436B-A58B-5BE46C705C6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24" name="auto-slide-number">
            <a:extLst>
              <a:ext uri="{FF2B5EF4-FFF2-40B4-BE49-F238E27FC236}">
                <a16:creationId xmlns:a16="http://schemas.microsoft.com/office/drawing/2014/main" id="{4591F23E-084F-F29A-617B-5EC9B48F0581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8440DEB9-D43A-4892-8879-FA6BDFD8FFAA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0641B475-6CFF-49B6-8438-AF0E7CF5343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Conocer la fuerza no alcanza para conocer el movimiento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67FD833-FC5E-4628-8C59-8A40E3592E0C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tímpano real tiene una respuesta mecánica dependiente de frecuencia.</a:t>
            </a:r>
          </a:p>
        </p:txBody>
      </p:sp>
      <p:sp>
        <p:nvSpPr>
          <p:cNvPr id="3" name="U06-DG-012-central-anchor">
            <a:extLst>
              <a:ext uri="{FF2B5EF4-FFF2-40B4-BE49-F238E27FC236}">
                <a16:creationId xmlns:a16="http://schemas.microsoft.com/office/drawing/2014/main" id="{636D2D9E-0E25-4ED5-A933-77080E5A622A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12-branch_1-anchor">
            <a:extLst>
              <a:ext uri="{FF2B5EF4-FFF2-40B4-BE49-F238E27FC236}">
                <a16:creationId xmlns:a16="http://schemas.microsoft.com/office/drawing/2014/main" id="{AE993DF9-901A-4974-BBCF-43A5A8165569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2-branch_2-anchor">
            <a:extLst>
              <a:ext uri="{FF2B5EF4-FFF2-40B4-BE49-F238E27FC236}">
                <a16:creationId xmlns:a16="http://schemas.microsoft.com/office/drawing/2014/main" id="{C1D0CEDB-FB98-4487-AECF-70BC105BF24C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12-branch_3-anchor">
            <a:extLst>
              <a:ext uri="{FF2B5EF4-FFF2-40B4-BE49-F238E27FC236}">
                <a16:creationId xmlns:a16="http://schemas.microsoft.com/office/drawing/2014/main" id="{8F905B61-A970-469E-BCC9-046BF3AAE78E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12-branch_4-anchor">
            <a:extLst>
              <a:ext uri="{FF2B5EF4-FFF2-40B4-BE49-F238E27FC236}">
                <a16:creationId xmlns:a16="http://schemas.microsoft.com/office/drawing/2014/main" id="{7F48CA44-4A86-4E31-A313-A423C574C0D3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12-branch_5-anchor">
            <a:extLst>
              <a:ext uri="{FF2B5EF4-FFF2-40B4-BE49-F238E27FC236}">
                <a16:creationId xmlns:a16="http://schemas.microsoft.com/office/drawing/2014/main" id="{C7285E72-2487-4438-8EDE-5DC7A366DFEE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12-branch_edge_1"/>
          <p:cNvCxnSpPr>
            <a:stCxn id="4" idx="3"/>
            <a:endCxn id="3" idx="1"/>
          </p:cNvCxnSpPr>
          <p:nvPr/>
        </p:nvCxnSpPr>
        <p:spPr>
          <a:xfrm flipV="1">
            <a:off x="273939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12-branch_edge_2"/>
          <p:cNvCxnSpPr>
            <a:stCxn id="5" idx="0"/>
            <a:endCxn id="3" idx="2"/>
          </p:cNvCxnSpPr>
          <p:nvPr/>
        </p:nvCxnSpPr>
        <p:spPr>
          <a:xfrm flipV="1">
            <a:off x="392811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12-branch_edge_3"/>
          <p:cNvCxnSpPr>
            <a:stCxn id="6" idx="0"/>
            <a:endCxn id="3" idx="2"/>
          </p:cNvCxnSpPr>
          <p:nvPr/>
        </p:nvCxnSpPr>
        <p:spPr>
          <a:xfrm flipV="1"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12-branch_edge_4"/>
          <p:cNvCxnSpPr>
            <a:stCxn id="7" idx="0"/>
            <a:endCxn id="3" idx="2"/>
          </p:cNvCxnSpPr>
          <p:nvPr/>
        </p:nvCxnSpPr>
        <p:spPr>
          <a:xfrm flipH="1" flipV="1">
            <a:off x="609600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12-branch_edge_5"/>
          <p:cNvCxnSpPr>
            <a:stCxn id="8" idx="1"/>
            <a:endCxn id="3" idx="3"/>
          </p:cNvCxnSpPr>
          <p:nvPr/>
        </p:nvCxnSpPr>
        <p:spPr>
          <a:xfrm flipH="1" flipV="1">
            <a:off x="847725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6-DG-012-central-box" descr="Diagrama sobre «Conocer la fuerza no alcanza para conocer el movimiento»; organiza fuerza de entrada → sistema mecánico → desplazamiento; variables que condicionan." title="Texto alternativo U06-024">
            <a:extLst>
              <a:ext uri="{FF2B5EF4-FFF2-40B4-BE49-F238E27FC236}">
                <a16:creationId xmlns:a16="http://schemas.microsoft.com/office/drawing/2014/main" id="{FDB79A7D-B2D5-48D9-A4BA-47C806FB8369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12-central-title">
            <a:extLst>
              <a:ext uri="{FF2B5EF4-FFF2-40B4-BE49-F238E27FC236}">
                <a16:creationId xmlns:a16="http://schemas.microsoft.com/office/drawing/2014/main" id="{FA1C1F1B-0471-4D84-8C3D-08B4070AD2A6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Sistema mecánico</a:t>
            </a:r>
          </a:p>
        </p:txBody>
      </p:sp>
      <p:sp>
        <p:nvSpPr>
          <p:cNvPr id="16" name="U06-DG-012-central-body">
            <a:extLst>
              <a:ext uri="{FF2B5EF4-FFF2-40B4-BE49-F238E27FC236}">
                <a16:creationId xmlns:a16="http://schemas.microsoft.com/office/drawing/2014/main" id="{C05A79E8-B4DA-4D77-8154-56138991A279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determina la salida</a:t>
            </a:r>
          </a:p>
        </p:txBody>
      </p:sp>
      <p:sp>
        <p:nvSpPr>
          <p:cNvPr id="17" name="U06-DG-012-branch_1-box">
            <a:extLst>
              <a:ext uri="{FF2B5EF4-FFF2-40B4-BE49-F238E27FC236}">
                <a16:creationId xmlns:a16="http://schemas.microsoft.com/office/drawing/2014/main" id="{6AEF29F7-607A-433F-ABDD-E6A800F880BB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12-branch_1-title">
            <a:extLst>
              <a:ext uri="{FF2B5EF4-FFF2-40B4-BE49-F238E27FC236}">
                <a16:creationId xmlns:a16="http://schemas.microsoft.com/office/drawing/2014/main" id="{6AD502A1-2AAA-4344-A8EB-1831C9EE9050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19" name="U06-DG-012-branch_1-body">
            <a:extLst>
              <a:ext uri="{FF2B5EF4-FFF2-40B4-BE49-F238E27FC236}">
                <a16:creationId xmlns:a16="http://schemas.microsoft.com/office/drawing/2014/main" id="{998509BC-4100-46AA-B9C1-CC7AB091D377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0" name="U06-DG-012-branch_2-box">
            <a:extLst>
              <a:ext uri="{FF2B5EF4-FFF2-40B4-BE49-F238E27FC236}">
                <a16:creationId xmlns:a16="http://schemas.microsoft.com/office/drawing/2014/main" id="{E3426161-BF55-4D45-B5C9-413FC2815303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1" name="U06-DG-012-branch_2-title">
            <a:extLst>
              <a:ext uri="{FF2B5EF4-FFF2-40B4-BE49-F238E27FC236}">
                <a16:creationId xmlns:a16="http://schemas.microsoft.com/office/drawing/2014/main" id="{6FA75666-0F5D-4DC7-BC8E-99EF4352DD87}"/>
              </a:ext>
            </a:extLst>
          </p:cNvPr>
          <p:cNvSpPr>
            <a:spLocks noGrp="1"/>
          </p:cNvSpPr>
          <p:nvPr/>
        </p:nvSpPr>
        <p:spPr>
          <a:xfrm>
            <a:off x="313944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2" name="U06-DG-012-branch_2-body">
            <a:extLst>
              <a:ext uri="{FF2B5EF4-FFF2-40B4-BE49-F238E27FC236}">
                <a16:creationId xmlns:a16="http://schemas.microsoft.com/office/drawing/2014/main" id="{CE575B16-B2B2-4D03-B229-2EF33AB9F550}"/>
              </a:ext>
            </a:extLst>
          </p:cNvPr>
          <p:cNvSpPr>
            <a:spLocks noGrp="1"/>
          </p:cNvSpPr>
          <p:nvPr/>
        </p:nvSpPr>
        <p:spPr>
          <a:xfrm>
            <a:off x="313944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3" name="U06-DG-012-branch_3-box">
            <a:extLst>
              <a:ext uri="{FF2B5EF4-FFF2-40B4-BE49-F238E27FC236}">
                <a16:creationId xmlns:a16="http://schemas.microsoft.com/office/drawing/2014/main" id="{67F6252F-9419-4073-99B6-5F8D1C034A55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4" name="U06-DG-012-branch_3-title">
            <a:extLst>
              <a:ext uri="{FF2B5EF4-FFF2-40B4-BE49-F238E27FC236}">
                <a16:creationId xmlns:a16="http://schemas.microsoft.com/office/drawing/2014/main" id="{049C9189-8B13-46E2-B351-28511C6FDB1F}"/>
              </a:ext>
            </a:extLst>
          </p:cNvPr>
          <p:cNvSpPr>
            <a:spLocks noGrp="1"/>
          </p:cNvSpPr>
          <p:nvPr/>
        </p:nvSpPr>
        <p:spPr>
          <a:xfrm>
            <a:off x="530733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Rigidez</a:t>
            </a:r>
          </a:p>
        </p:txBody>
      </p:sp>
      <p:sp>
        <p:nvSpPr>
          <p:cNvPr id="25" name="U06-DG-012-branch_3-body">
            <a:extLst>
              <a:ext uri="{FF2B5EF4-FFF2-40B4-BE49-F238E27FC236}">
                <a16:creationId xmlns:a16="http://schemas.microsoft.com/office/drawing/2014/main" id="{CECF6D8B-5162-42FA-8F1F-B36E5046094C}"/>
              </a:ext>
            </a:extLst>
          </p:cNvPr>
          <p:cNvSpPr>
            <a:spLocks noGrp="1"/>
          </p:cNvSpPr>
          <p:nvPr/>
        </p:nvSpPr>
        <p:spPr>
          <a:xfrm>
            <a:off x="530733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opone</a:t>
            </a:r>
          </a:p>
        </p:txBody>
      </p:sp>
      <p:sp>
        <p:nvSpPr>
          <p:cNvPr id="26" name="U06-DG-012-branch_4-box">
            <a:extLst>
              <a:ext uri="{FF2B5EF4-FFF2-40B4-BE49-F238E27FC236}">
                <a16:creationId xmlns:a16="http://schemas.microsoft.com/office/drawing/2014/main" id="{08F50552-C823-4EAF-8C77-FABE8C38CBBC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7" name="U06-DG-012-branch_4-title">
            <a:extLst>
              <a:ext uri="{FF2B5EF4-FFF2-40B4-BE49-F238E27FC236}">
                <a16:creationId xmlns:a16="http://schemas.microsoft.com/office/drawing/2014/main" id="{12D976AE-5A07-4D54-8EB3-34BDD4229864}"/>
              </a:ext>
            </a:extLst>
          </p:cNvPr>
          <p:cNvSpPr>
            <a:spLocks noGrp="1"/>
          </p:cNvSpPr>
          <p:nvPr/>
        </p:nvSpPr>
        <p:spPr>
          <a:xfrm>
            <a:off x="747522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Pérdidas</a:t>
            </a:r>
          </a:p>
        </p:txBody>
      </p:sp>
      <p:sp>
        <p:nvSpPr>
          <p:cNvPr id="28" name="U06-DG-012-branch_4-body">
            <a:extLst>
              <a:ext uri="{FF2B5EF4-FFF2-40B4-BE49-F238E27FC236}">
                <a16:creationId xmlns:a16="http://schemas.microsoft.com/office/drawing/2014/main" id="{290B4E0E-F365-4F06-87F2-63F1BD452511}"/>
              </a:ext>
            </a:extLst>
          </p:cNvPr>
          <p:cNvSpPr>
            <a:spLocks noGrp="1"/>
          </p:cNvSpPr>
          <p:nvPr/>
        </p:nvSpPr>
        <p:spPr>
          <a:xfrm>
            <a:off x="747522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amortigua</a:t>
            </a:r>
          </a:p>
        </p:txBody>
      </p:sp>
      <p:sp>
        <p:nvSpPr>
          <p:cNvPr id="29" name="U06-DG-012-branch_5-box">
            <a:extLst>
              <a:ext uri="{FF2B5EF4-FFF2-40B4-BE49-F238E27FC236}">
                <a16:creationId xmlns:a16="http://schemas.microsoft.com/office/drawing/2014/main" id="{69C899DD-BEBF-43F1-A2D0-07FD36AF3972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0" name="U06-DG-012-branch_5-title">
            <a:extLst>
              <a:ext uri="{FF2B5EF4-FFF2-40B4-BE49-F238E27FC236}">
                <a16:creationId xmlns:a16="http://schemas.microsoft.com/office/drawing/2014/main" id="{53447530-8313-4956-B01A-478339BDF23E}"/>
              </a:ext>
            </a:extLst>
          </p:cNvPr>
          <p:cNvSpPr>
            <a:spLocks noGrp="1"/>
          </p:cNvSpPr>
          <p:nvPr/>
        </p:nvSpPr>
        <p:spPr>
          <a:xfrm>
            <a:off x="964311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Frec.</a:t>
            </a:r>
          </a:p>
        </p:txBody>
      </p:sp>
      <p:sp>
        <p:nvSpPr>
          <p:cNvPr id="31" name="U06-DG-012-branch_5-body">
            <a:extLst>
              <a:ext uri="{FF2B5EF4-FFF2-40B4-BE49-F238E27FC236}">
                <a16:creationId xmlns:a16="http://schemas.microsoft.com/office/drawing/2014/main" id="{B1972499-F15D-44F0-92DF-E5238F6ACA1D}"/>
              </a:ext>
            </a:extLst>
          </p:cNvPr>
          <p:cNvSpPr>
            <a:spLocks noGrp="1"/>
          </p:cNvSpPr>
          <p:nvPr/>
        </p:nvSpPr>
        <p:spPr>
          <a:xfrm>
            <a:off x="964311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condiciona</a:t>
            </a:r>
          </a:p>
        </p:txBody>
      </p:sp>
      <p:sp>
        <p:nvSpPr>
          <p:cNvPr id="32" name="top-rail-1">
            <a:extLst>
              <a:ext uri="{FF2B5EF4-FFF2-40B4-BE49-F238E27FC236}">
                <a16:creationId xmlns:a16="http://schemas.microsoft.com/office/drawing/2014/main" id="{D978AF2B-D404-4402-808E-51C7C6A94A8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3" name="top-rail-2">
            <a:extLst>
              <a:ext uri="{FF2B5EF4-FFF2-40B4-BE49-F238E27FC236}">
                <a16:creationId xmlns:a16="http://schemas.microsoft.com/office/drawing/2014/main" id="{9DC6314C-9F20-4EA7-88B3-BC5A5ED2300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4" name="top-rail-3">
            <a:extLst>
              <a:ext uri="{FF2B5EF4-FFF2-40B4-BE49-F238E27FC236}">
                <a16:creationId xmlns:a16="http://schemas.microsoft.com/office/drawing/2014/main" id="{F5C1F1B9-4817-4318-B9AD-98E698561D1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5" name="eyebrow">
            <a:extLst>
              <a:ext uri="{FF2B5EF4-FFF2-40B4-BE49-F238E27FC236}">
                <a16:creationId xmlns:a16="http://schemas.microsoft.com/office/drawing/2014/main" id="{5B8D5AF1-D557-4329-B890-28BFF5ADEBC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81BA21EF-DF01-2D49-00E5-E0619191438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CBDA5C0-9A2C-47DE-9E01-75571217E0CA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0568AB32-3069-4329-BBA7-08C0C93F37E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acústica y presión estática actúan en tiempos distintos</a:t>
            </a:r>
          </a:p>
        </p:txBody>
      </p:sp>
      <p:sp>
        <p:nvSpPr>
          <p:cNvPr id="2" name="U06-DG-013-panel_left-anchor">
            <a:extLst>
              <a:ext uri="{FF2B5EF4-FFF2-40B4-BE49-F238E27FC236}">
                <a16:creationId xmlns:a16="http://schemas.microsoft.com/office/drawing/2014/main" id="{622A3318-BD8E-41A8-A112-B9C12BD3B48B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13-panel_right-anchor">
            <a:extLst>
              <a:ext uri="{FF2B5EF4-FFF2-40B4-BE49-F238E27FC236}">
                <a16:creationId xmlns:a16="http://schemas.microsoft.com/office/drawing/2014/main" id="{7E90A228-9791-4E3E-9401-A330D4F8856A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13-panel_left-box" descr="Diagrama sobre «Presión acústica y presión estática actúan en tiempos distintos»; organiza criterios comunes: escala temporal, origen, efecto y mecanismo de compensación." title="Texto alternativo U06-025">
            <a:extLst>
              <a:ext uri="{FF2B5EF4-FFF2-40B4-BE49-F238E27FC236}">
                <a16:creationId xmlns:a16="http://schemas.microsoft.com/office/drawing/2014/main" id="{07719639-CCD5-4380-9472-52231C92A613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5" name="U06-DG-013-panel_left-title">
            <a:extLst>
              <a:ext uri="{FF2B5EF4-FFF2-40B4-BE49-F238E27FC236}">
                <a16:creationId xmlns:a16="http://schemas.microsoft.com/office/drawing/2014/main" id="{1BA345CE-2849-4004-B9DE-DC945B2F71D7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 acústica</a:t>
            </a:r>
          </a:p>
        </p:txBody>
      </p:sp>
      <p:sp>
        <p:nvSpPr>
          <p:cNvPr id="6" name="U06-DG-013-panel_left-body">
            <a:extLst>
              <a:ext uri="{FF2B5EF4-FFF2-40B4-BE49-F238E27FC236}">
                <a16:creationId xmlns:a16="http://schemas.microsoft.com/office/drawing/2014/main" id="{7DE26726-A149-49EB-A79F-CAA576B4A1A9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oscila alrededor del equilibrio variación rápida</a:t>
            </a:r>
          </a:p>
        </p:txBody>
      </p:sp>
      <p:sp>
        <p:nvSpPr>
          <p:cNvPr id="7" name="U06-DG-013-panel_right-box">
            <a:extLst>
              <a:ext uri="{FF2B5EF4-FFF2-40B4-BE49-F238E27FC236}">
                <a16:creationId xmlns:a16="http://schemas.microsoft.com/office/drawing/2014/main" id="{D13FA807-5068-4FFD-BB07-BC566EC44625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8" name="U06-DG-013-panel_right-title">
            <a:extLst>
              <a:ext uri="{FF2B5EF4-FFF2-40B4-BE49-F238E27FC236}">
                <a16:creationId xmlns:a16="http://schemas.microsoft.com/office/drawing/2014/main" id="{F1E1602A-2E54-4FC0-9365-FE5B48386ED2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Presión estática</a:t>
            </a:r>
          </a:p>
        </p:txBody>
      </p:sp>
      <p:sp>
        <p:nvSpPr>
          <p:cNvPr id="9" name="U06-DG-013-panel_right-body">
            <a:extLst>
              <a:ext uri="{FF2B5EF4-FFF2-40B4-BE49-F238E27FC236}">
                <a16:creationId xmlns:a16="http://schemas.microsoft.com/office/drawing/2014/main" id="{9FFD1ECA-BD63-4EC8-B558-42495F85F1A1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desplaza el equilibrio variación lenta</a:t>
            </a:r>
          </a:p>
        </p:txBody>
      </p:sp>
      <p:sp>
        <p:nvSpPr>
          <p:cNvPr id="10" name="top-rail-1">
            <a:extLst>
              <a:ext uri="{FF2B5EF4-FFF2-40B4-BE49-F238E27FC236}">
                <a16:creationId xmlns:a16="http://schemas.microsoft.com/office/drawing/2014/main" id="{21EE5BD3-AF70-4DBF-9E18-410B4CCA2B17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>
              <a:ext uri="{FF2B5EF4-FFF2-40B4-BE49-F238E27FC236}">
                <a16:creationId xmlns:a16="http://schemas.microsoft.com/office/drawing/2014/main" id="{D68DE017-7AFC-49F0-A2FD-DB744B24198B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>
              <a:ext uri="{FF2B5EF4-FFF2-40B4-BE49-F238E27FC236}">
                <a16:creationId xmlns:a16="http://schemas.microsoft.com/office/drawing/2014/main" id="{23EF32CE-3B65-4EBC-B89F-16249C2F62B6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>
              <a:ext uri="{FF2B5EF4-FFF2-40B4-BE49-F238E27FC236}">
                <a16:creationId xmlns:a16="http://schemas.microsoft.com/office/drawing/2014/main" id="{8A42B7A0-F682-426B-8A4E-6723113A395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A4FD80BB-AE2A-21B7-0C43-0F294C4C18F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A311D21D-A1B5-46F5-AD31-53CE6F0AA2DC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840DBA93-0483-4D7A-A037-6CEF5B7D7EB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trompa contribuye a equilibrar presión, ventilar y drenar</a:t>
            </a:r>
          </a:p>
        </p:txBody>
      </p:sp>
      <p:sp>
        <p:nvSpPr>
          <p:cNvPr id="2" name="main-ideas">
            <a:extLst>
              <a:ext uri="{FF2B5EF4-FFF2-40B4-BE49-F238E27FC236}">
                <a16:creationId xmlns:a16="http://schemas.microsoft.com/office/drawing/2014/main" id="{4E76FB5B-DEA4-4FB5-BD80-CBC25B51FAE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apertura es intermitente y modifica condiciones del oído medio.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Caja timpánica ↔ nasofaringe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tres funciones y límite no diagnóstico.</a:t>
            </a:r>
          </a:p>
        </p:txBody>
      </p:sp>
      <p:sp>
        <p:nvSpPr>
          <p:cNvPr id="3" name="top-rail-1">
            <a:extLst>
              <a:ext uri="{FF2B5EF4-FFF2-40B4-BE49-F238E27FC236}">
                <a16:creationId xmlns:a16="http://schemas.microsoft.com/office/drawing/2014/main" id="{7B430D69-2557-4884-942F-9BBA08B4CEB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4" name="top-rail-2">
            <a:extLst>
              <a:ext uri="{FF2B5EF4-FFF2-40B4-BE49-F238E27FC236}">
                <a16:creationId xmlns:a16="http://schemas.microsoft.com/office/drawing/2014/main" id="{4724B986-FA19-44DC-B7AD-2D935C8A63A7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5" name="top-rail-3">
            <a:extLst>
              <a:ext uri="{FF2B5EF4-FFF2-40B4-BE49-F238E27FC236}">
                <a16:creationId xmlns:a16="http://schemas.microsoft.com/office/drawing/2014/main" id="{20D0C5F0-1EE8-4594-9095-71136746DE42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6" name="eyebrow">
            <a:extLst>
              <a:ext uri="{FF2B5EF4-FFF2-40B4-BE49-F238E27FC236}">
                <a16:creationId xmlns:a16="http://schemas.microsoft.com/office/drawing/2014/main" id="{2E545236-5481-4E36-8D6B-55409F8D208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D6A08F3A-29B8-AAA5-C39A-95BF77836C2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339C641-F193-4891-8297-4E105AEF1FA8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4C6CE73A-C76A-461D-98E9-BF8F1B5B40E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Δp produce fuerza, el sistema determina movimiento</a:t>
            </a:r>
          </a:p>
        </p:txBody>
      </p:sp>
      <p:sp>
        <p:nvSpPr>
          <p:cNvPr id="2" name="U06-DG-001-stage_1-anchor">
            <a:extLst>
              <a:ext uri="{FF2B5EF4-FFF2-40B4-BE49-F238E27FC236}">
                <a16:creationId xmlns:a16="http://schemas.microsoft.com/office/drawing/2014/main" id="{8A9F2CF6-96B2-4F7C-85F5-898D37A121B6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01-stage_2-anchor">
            <a:extLst>
              <a:ext uri="{FF2B5EF4-FFF2-40B4-BE49-F238E27FC236}">
                <a16:creationId xmlns:a16="http://schemas.microsoft.com/office/drawing/2014/main" id="{50411A47-AB84-4997-8DD6-1B8B0459593C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1-stage_3-anchor">
            <a:extLst>
              <a:ext uri="{FF2B5EF4-FFF2-40B4-BE49-F238E27FC236}">
                <a16:creationId xmlns:a16="http://schemas.microsoft.com/office/drawing/2014/main" id="{EC2C3953-64BB-4D75-9167-E22AC86DA6DF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1-stage_4-anchor">
            <a:extLst>
              <a:ext uri="{FF2B5EF4-FFF2-40B4-BE49-F238E27FC236}">
                <a16:creationId xmlns:a16="http://schemas.microsoft.com/office/drawing/2014/main" id="{EF252FAC-CE83-4BB3-9EF2-D4E8BA1C3163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1-stage_5-anchor">
            <a:extLst>
              <a:ext uri="{FF2B5EF4-FFF2-40B4-BE49-F238E27FC236}">
                <a16:creationId xmlns:a16="http://schemas.microsoft.com/office/drawing/2014/main" id="{3BBF3CC9-9913-4AEF-894D-556A01478131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1-stage_6-anchor">
            <a:extLst>
              <a:ext uri="{FF2B5EF4-FFF2-40B4-BE49-F238E27FC236}">
                <a16:creationId xmlns:a16="http://schemas.microsoft.com/office/drawing/2014/main" id="{9F08B427-7064-4822-A4DA-E2E08EF97032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2" name="U06-DG-001-flow_1"/>
          <p:cNvCxnSpPr>
            <a:stCxn id="2" idx="3"/>
            <a:endCxn id="3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6-DG-001-flow_2"/>
          <p:cNvCxnSpPr>
            <a:stCxn id="3" idx="3"/>
            <a:endCxn id="4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06-DG-001-flow_3"/>
          <p:cNvCxnSpPr>
            <a:stCxn id="4" idx="2"/>
            <a:endCxn id="5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01-flow_4"/>
          <p:cNvCxnSpPr>
            <a:stCxn id="5" idx="1"/>
            <a:endCxn id="6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01-flow_5"/>
          <p:cNvCxnSpPr>
            <a:stCxn id="6" idx="1"/>
            <a:endCxn id="7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06-DG-001-stage_1-box" descr="Diagrama sobre «Hasta acá: `Δp` produce fuerza, el sistema determina movimiento»; organiza tres relaciones + pregunta “¿cómo se transfiere al fluido?”." title="Texto alternativo U06-027">
            <a:extLst>
              <a:ext uri="{FF2B5EF4-FFF2-40B4-BE49-F238E27FC236}">
                <a16:creationId xmlns:a16="http://schemas.microsoft.com/office/drawing/2014/main" id="{47A79EB3-F5BD-4DFE-8CA6-F8D4294F24CE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01-stage_1-title">
            <a:extLst>
              <a:ext uri="{FF2B5EF4-FFF2-40B4-BE49-F238E27FC236}">
                <a16:creationId xmlns:a16="http://schemas.microsoft.com/office/drawing/2014/main" id="{A03C874C-2233-4EA8-A470-1916115EA031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Pabellón</a:t>
            </a:r>
          </a:p>
        </p:txBody>
      </p:sp>
      <p:sp>
        <p:nvSpPr>
          <p:cNvPr id="15" name="U06-DG-001-stage_1-body">
            <a:extLst>
              <a:ext uri="{FF2B5EF4-FFF2-40B4-BE49-F238E27FC236}">
                <a16:creationId xmlns:a16="http://schemas.microsoft.com/office/drawing/2014/main" id="{651AD7D9-11FE-426C-AEF7-2DE47B73FD7C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 y filtra</a:t>
            </a:r>
          </a:p>
        </p:txBody>
      </p:sp>
      <p:sp>
        <p:nvSpPr>
          <p:cNvPr id="16" name="U06-DG-001-stage_2-box">
            <a:extLst>
              <a:ext uri="{FF2B5EF4-FFF2-40B4-BE49-F238E27FC236}">
                <a16:creationId xmlns:a16="http://schemas.microsoft.com/office/drawing/2014/main" id="{CEDF0A3B-9110-440A-A59A-FE7D5A01FF28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7" name="U06-DG-001-stage_2-title">
            <a:extLst>
              <a:ext uri="{FF2B5EF4-FFF2-40B4-BE49-F238E27FC236}">
                <a16:creationId xmlns:a16="http://schemas.microsoft.com/office/drawing/2014/main" id="{5E30450B-F68B-400E-80DB-4824DE4BEEA2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18" name="U06-DG-001-stage_2-body">
            <a:extLst>
              <a:ext uri="{FF2B5EF4-FFF2-40B4-BE49-F238E27FC236}">
                <a16:creationId xmlns:a16="http://schemas.microsoft.com/office/drawing/2014/main" id="{3B85AFF7-3D5B-4F8C-AAB2-E018134E6BC2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conduce presión</a:t>
            </a:r>
          </a:p>
        </p:txBody>
      </p:sp>
      <p:sp>
        <p:nvSpPr>
          <p:cNvPr id="19" name="U06-DG-001-stage_3-box">
            <a:extLst>
              <a:ext uri="{FF2B5EF4-FFF2-40B4-BE49-F238E27FC236}">
                <a16:creationId xmlns:a16="http://schemas.microsoft.com/office/drawing/2014/main" id="{5ED0450E-AB85-46D5-B4FF-56E2D5C0FC86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0" name="U06-DG-001-stage_3-title">
            <a:extLst>
              <a:ext uri="{FF2B5EF4-FFF2-40B4-BE49-F238E27FC236}">
                <a16:creationId xmlns:a16="http://schemas.microsoft.com/office/drawing/2014/main" id="{24CDC5DD-F8B4-4E17-B122-698A30A53545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1" name="U06-DG-001-stage_3-body">
            <a:extLst>
              <a:ext uri="{FF2B5EF4-FFF2-40B4-BE49-F238E27FC236}">
                <a16:creationId xmlns:a16="http://schemas.microsoft.com/office/drawing/2014/main" id="{4B95C8B2-8C3B-4C44-904B-B059129C49E7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→ fuerza</a:t>
            </a:r>
          </a:p>
        </p:txBody>
      </p:sp>
      <p:sp>
        <p:nvSpPr>
          <p:cNvPr id="22" name="U06-DG-001-stage_4-box">
            <a:extLst>
              <a:ext uri="{FF2B5EF4-FFF2-40B4-BE49-F238E27FC236}">
                <a16:creationId xmlns:a16="http://schemas.microsoft.com/office/drawing/2014/main" id="{0AAD1966-A6A0-4B27-AB54-EE57093CEDDF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3" name="U06-DG-001-stage_4-title">
            <a:extLst>
              <a:ext uri="{FF2B5EF4-FFF2-40B4-BE49-F238E27FC236}">
                <a16:creationId xmlns:a16="http://schemas.microsoft.com/office/drawing/2014/main" id="{709EC71E-BB8B-4F92-BAD3-AFDA61CD7A2A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24" name="U06-DG-001-stage_4-body">
            <a:extLst>
              <a:ext uri="{FF2B5EF4-FFF2-40B4-BE49-F238E27FC236}">
                <a16:creationId xmlns:a16="http://schemas.microsoft.com/office/drawing/2014/main" id="{6B1116D1-3028-4967-BBD5-454214204AF3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transfieren</a:t>
            </a:r>
          </a:p>
        </p:txBody>
      </p:sp>
      <p:sp>
        <p:nvSpPr>
          <p:cNvPr id="25" name="U06-DG-001-stage_5-box">
            <a:extLst>
              <a:ext uri="{FF2B5EF4-FFF2-40B4-BE49-F238E27FC236}">
                <a16:creationId xmlns:a16="http://schemas.microsoft.com/office/drawing/2014/main" id="{A6D71DE7-B1C8-4E61-8D55-A72067F91747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6" name="U06-DG-001-stage_5-title">
            <a:extLst>
              <a:ext uri="{FF2B5EF4-FFF2-40B4-BE49-F238E27FC236}">
                <a16:creationId xmlns:a16="http://schemas.microsoft.com/office/drawing/2014/main" id="{DB28869F-BF81-49EB-B8DB-30EFB495A55D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7" name="U06-DG-001-stage_5-body">
            <a:extLst>
              <a:ext uri="{FF2B5EF4-FFF2-40B4-BE49-F238E27FC236}">
                <a16:creationId xmlns:a16="http://schemas.microsoft.com/office/drawing/2014/main" id="{D2F7E1B5-4E62-42DA-B79A-00F319056746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28" name="U06-DG-001-stage_6-box">
            <a:extLst>
              <a:ext uri="{FF2B5EF4-FFF2-40B4-BE49-F238E27FC236}">
                <a16:creationId xmlns:a16="http://schemas.microsoft.com/office/drawing/2014/main" id="{81575E06-4898-41B1-995F-C33CFF22635D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9" name="U06-DG-001-stage_6-title">
            <a:extLst>
              <a:ext uri="{FF2B5EF4-FFF2-40B4-BE49-F238E27FC236}">
                <a16:creationId xmlns:a16="http://schemas.microsoft.com/office/drawing/2014/main" id="{4C32941C-F314-4F02-84DA-9CAE90130CA6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0" name="U06-DG-001-stage_6-body">
            <a:extLst>
              <a:ext uri="{FF2B5EF4-FFF2-40B4-BE49-F238E27FC236}">
                <a16:creationId xmlns:a16="http://schemas.microsoft.com/office/drawing/2014/main" id="{C4D1295E-393A-4434-B028-A37AE473BAD0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aferente</a:t>
            </a:r>
          </a:p>
        </p:txBody>
      </p:sp>
      <p:sp>
        <p:nvSpPr>
          <p:cNvPr id="31" name="top-rail-1">
            <a:extLst>
              <a:ext uri="{FF2B5EF4-FFF2-40B4-BE49-F238E27FC236}">
                <a16:creationId xmlns:a16="http://schemas.microsoft.com/office/drawing/2014/main" id="{C34FE549-ACE2-4C73-BE7E-EAC26CF9E868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2" name="top-rail-2">
            <a:extLst>
              <a:ext uri="{FF2B5EF4-FFF2-40B4-BE49-F238E27FC236}">
                <a16:creationId xmlns:a16="http://schemas.microsoft.com/office/drawing/2014/main" id="{C0551BBA-45BD-4C63-8E5F-0E52C47A6289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3" name="top-rail-3">
            <a:extLst>
              <a:ext uri="{FF2B5EF4-FFF2-40B4-BE49-F238E27FC236}">
                <a16:creationId xmlns:a16="http://schemas.microsoft.com/office/drawing/2014/main" id="{8EC55E72-BD3B-4A5C-986B-0AF96B8C4EF8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4" name="eyebrow">
            <a:extLst>
              <a:ext uri="{FF2B5EF4-FFF2-40B4-BE49-F238E27FC236}">
                <a16:creationId xmlns:a16="http://schemas.microsoft.com/office/drawing/2014/main" id="{A5CE2AA0-56A7-4576-9A11-ED596FAB3D2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94408687-5A44-D7F4-4E54-BE3CFDAB1A11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E1D2605-1AF7-4AFF-8053-42C3E9CCA2D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8D343F6F-BB83-4F9D-B7BB-FE46F8141A2C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9F4974B2-195C-44D2-8C24-4035F8D60D75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Transferir hacia un fluido exige transformar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2B22CF1F-9010-4A8F-A89E-4F6F938A1ABE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mejora el oído medio la transferencia hacia la cóclea sin crear energía?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47B7521F-6982-B05A-4EF3-5DC3C434F04D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4B82CDD-7931-4433-9358-030ACBCEC0F6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28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65DCBCC9-32C0-43BF-9203-909F220B8C1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Martillo, yunque y estribo forman una cadena funcional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FBA03C7-0B52-4C8F-9592-4A47CC2B368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martillo recibe; el yunque transmite; el estribo actúa en la ventana oval.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844CD5F9-E976-4E67-9635-034D4616C368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martillo recibe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yunque transmite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estribo actúa en la ventana oval.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Caja, huesecillos, ventana oval/redonda y trompa en una ruta funcional.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94AF44E7-DE79-45B2-87D2-7CA047725DB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14D59F16-FF46-4374-B657-DB784ECB25A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3AAD4C99-5222-4CC0-B3A7-EE69DED9F9F7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72F33A03-AC04-40AB-BFE8-7990CE43F92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CC26E5E3-6569-3928-AC61-E5EB31E909E5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88356BB-5618-4DA0-8093-EA692BE29535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29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1F09293E-CDF3-4731-B259-DAED27EAAB1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Aire y fluidos presentan cargas mecánicas diferentes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0934B5F-3491-41FB-AED3-4904C75B56D7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Sin transformación, una fracción importante de energía se refleja.</a:t>
            </a:r>
          </a:p>
        </p:txBody>
      </p:sp>
      <p:sp>
        <p:nvSpPr>
          <p:cNvPr id="3" name="U06-DG-016-central-anchor">
            <a:extLst>
              <a:ext uri="{FF2B5EF4-FFF2-40B4-BE49-F238E27FC236}">
                <a16:creationId xmlns:a16="http://schemas.microsoft.com/office/drawing/2014/main" id="{C2D71D5E-1D72-4E1E-BF55-8C65CA84A593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16-branch_1-anchor">
            <a:extLst>
              <a:ext uri="{FF2B5EF4-FFF2-40B4-BE49-F238E27FC236}">
                <a16:creationId xmlns:a16="http://schemas.microsoft.com/office/drawing/2014/main" id="{55D96B1B-9DA1-44DA-9FF3-6472F322B66A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340360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6-branch_2-anchor">
            <a:extLst>
              <a:ext uri="{FF2B5EF4-FFF2-40B4-BE49-F238E27FC236}">
                <a16:creationId xmlns:a16="http://schemas.microsoft.com/office/drawing/2014/main" id="{0A48FE6B-DED0-49EA-A9B4-1BADE8D8C2FE}"/>
              </a:ext>
            </a:extLst>
          </p:cNvPr>
          <p:cNvSpPr>
            <a:spLocks noGrp="1"/>
          </p:cNvSpPr>
          <p:nvPr/>
        </p:nvSpPr>
        <p:spPr>
          <a:xfrm>
            <a:off x="4394200" y="3619500"/>
            <a:ext cx="340360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16-branch_3-anchor">
            <a:extLst>
              <a:ext uri="{FF2B5EF4-FFF2-40B4-BE49-F238E27FC236}">
                <a16:creationId xmlns:a16="http://schemas.microsoft.com/office/drawing/2014/main" id="{CAAB6E4E-ECB2-481C-83CF-89FFC2B83A59}"/>
              </a:ext>
            </a:extLst>
          </p:cNvPr>
          <p:cNvSpPr>
            <a:spLocks noGrp="1"/>
          </p:cNvSpPr>
          <p:nvPr/>
        </p:nvSpPr>
        <p:spPr>
          <a:xfrm>
            <a:off x="8007350" y="3619500"/>
            <a:ext cx="340360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16-branch_edge_1"/>
          <p:cNvCxnSpPr>
            <a:stCxn id="3" idx="1"/>
            <a:endCxn id="4" idx="3"/>
          </p:cNvCxnSpPr>
          <p:nvPr/>
        </p:nvCxnSpPr>
        <p:spPr>
          <a:xfrm>
            <a:off x="3714750" y="2024063"/>
            <a:ext cx="46990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16-branch_edge_2"/>
          <p:cNvCxnSpPr>
            <a:stCxn id="3" idx="2"/>
            <a:endCxn id="5" idx="0"/>
          </p:cNvCxnSpPr>
          <p:nvPr/>
        </p:nvCxnSpPr>
        <p:spPr>
          <a:xfrm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16-branch_edge_3"/>
          <p:cNvCxnSpPr>
            <a:stCxn id="3" idx="3"/>
            <a:endCxn id="6" idx="1"/>
          </p:cNvCxnSpPr>
          <p:nvPr/>
        </p:nvCxnSpPr>
        <p:spPr>
          <a:xfrm flipH="1">
            <a:off x="8007350" y="2024063"/>
            <a:ext cx="46990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16-central-box" descr="Diagrama sobre «Aire y fluidos presentan cargas mecánicas diferentes»; organiza dos medios, interfaz y destinos: reflexión/transferencia; sin coeficientes numéricos." title="Texto alternativo U06-030">
            <a:extLst>
              <a:ext uri="{FF2B5EF4-FFF2-40B4-BE49-F238E27FC236}">
                <a16:creationId xmlns:a16="http://schemas.microsoft.com/office/drawing/2014/main" id="{C1381B37-F60B-4294-BC6B-7DDEAA4E59C1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16-central-title">
            <a:extLst>
              <a:ext uri="{FF2B5EF4-FFF2-40B4-BE49-F238E27FC236}">
                <a16:creationId xmlns:a16="http://schemas.microsoft.com/office/drawing/2014/main" id="{6F21B612-E736-41CD-8A81-14299D0DC4BB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Interfaz aire–fluido</a:t>
            </a:r>
          </a:p>
        </p:txBody>
      </p:sp>
      <p:sp>
        <p:nvSpPr>
          <p:cNvPr id="12" name="U06-DG-016-central-body">
            <a:extLst>
              <a:ext uri="{FF2B5EF4-FFF2-40B4-BE49-F238E27FC236}">
                <a16:creationId xmlns:a16="http://schemas.microsoft.com/office/drawing/2014/main" id="{DAA9EFA9-F019-490F-AFEB-341A5E6128CA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desadaptación</a:t>
            </a:r>
          </a:p>
        </p:txBody>
      </p:sp>
      <p:sp>
        <p:nvSpPr>
          <p:cNvPr id="13" name="U06-DG-016-branch_1-box">
            <a:extLst>
              <a:ext uri="{FF2B5EF4-FFF2-40B4-BE49-F238E27FC236}">
                <a16:creationId xmlns:a16="http://schemas.microsoft.com/office/drawing/2014/main" id="{8BC3CB51-5FA2-4BCE-AE24-88AE05708D34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340360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16-branch_1-title">
            <a:extLst>
              <a:ext uri="{FF2B5EF4-FFF2-40B4-BE49-F238E27FC236}">
                <a16:creationId xmlns:a16="http://schemas.microsoft.com/office/drawing/2014/main" id="{86B9B9DB-68C5-4368-98E2-F4B70F8D747B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302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 en aire</a:t>
            </a:r>
          </a:p>
        </p:txBody>
      </p:sp>
      <p:sp>
        <p:nvSpPr>
          <p:cNvPr id="15" name="U06-DG-016-branch_1-body">
            <a:extLst>
              <a:ext uri="{FF2B5EF4-FFF2-40B4-BE49-F238E27FC236}">
                <a16:creationId xmlns:a16="http://schemas.microsoft.com/office/drawing/2014/main" id="{E9F30335-6C0A-4D7B-80ED-B55F53FB0D45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3022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energía incidente</a:t>
            </a:r>
          </a:p>
        </p:txBody>
      </p:sp>
      <p:sp>
        <p:nvSpPr>
          <p:cNvPr id="16" name="U06-DG-016-branch_2-box">
            <a:extLst>
              <a:ext uri="{FF2B5EF4-FFF2-40B4-BE49-F238E27FC236}">
                <a16:creationId xmlns:a16="http://schemas.microsoft.com/office/drawing/2014/main" id="{C144FD0A-200D-4C2F-A4A6-E6B9BE92FE91}"/>
              </a:ext>
            </a:extLst>
          </p:cNvPr>
          <p:cNvSpPr>
            <a:spLocks noGrp="1"/>
          </p:cNvSpPr>
          <p:nvPr/>
        </p:nvSpPr>
        <p:spPr>
          <a:xfrm>
            <a:off x="4394200" y="3619500"/>
            <a:ext cx="340360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16-branch_2-title">
            <a:extLst>
              <a:ext uri="{FF2B5EF4-FFF2-40B4-BE49-F238E27FC236}">
                <a16:creationId xmlns:a16="http://schemas.microsoft.com/office/drawing/2014/main" id="{F009EB8C-6275-487E-B33D-371AA026A42A}"/>
              </a:ext>
            </a:extLst>
          </p:cNvPr>
          <p:cNvSpPr>
            <a:spLocks noGrp="1"/>
          </p:cNvSpPr>
          <p:nvPr/>
        </p:nvSpPr>
        <p:spPr>
          <a:xfrm>
            <a:off x="4584700" y="3762375"/>
            <a:ext cx="302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Transferencia</a:t>
            </a:r>
          </a:p>
        </p:txBody>
      </p:sp>
      <p:sp>
        <p:nvSpPr>
          <p:cNvPr id="18" name="U06-DG-016-branch_2-body">
            <a:extLst>
              <a:ext uri="{FF2B5EF4-FFF2-40B4-BE49-F238E27FC236}">
                <a16:creationId xmlns:a16="http://schemas.microsoft.com/office/drawing/2014/main" id="{0D2130BB-9D34-409C-B8C1-A33048E79DE9}"/>
              </a:ext>
            </a:extLst>
          </p:cNvPr>
          <p:cNvSpPr>
            <a:spLocks noGrp="1"/>
          </p:cNvSpPr>
          <p:nvPr/>
        </p:nvSpPr>
        <p:spPr>
          <a:xfrm>
            <a:off x="4584700" y="4210050"/>
            <a:ext cx="3022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hacia el fluido</a:t>
            </a:r>
          </a:p>
        </p:txBody>
      </p:sp>
      <p:sp>
        <p:nvSpPr>
          <p:cNvPr id="19" name="U06-DG-016-branch_3-box">
            <a:extLst>
              <a:ext uri="{FF2B5EF4-FFF2-40B4-BE49-F238E27FC236}">
                <a16:creationId xmlns:a16="http://schemas.microsoft.com/office/drawing/2014/main" id="{89B4D1A2-D854-41C2-8EDD-D24543681D16}"/>
              </a:ext>
            </a:extLst>
          </p:cNvPr>
          <p:cNvSpPr>
            <a:spLocks noGrp="1"/>
          </p:cNvSpPr>
          <p:nvPr/>
        </p:nvSpPr>
        <p:spPr>
          <a:xfrm>
            <a:off x="8007350" y="3619500"/>
            <a:ext cx="340360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0" name="U06-DG-016-branch_3-title">
            <a:extLst>
              <a:ext uri="{FF2B5EF4-FFF2-40B4-BE49-F238E27FC236}">
                <a16:creationId xmlns:a16="http://schemas.microsoft.com/office/drawing/2014/main" id="{2101A911-2DE2-4672-A43F-FE7AE3ED312A}"/>
              </a:ext>
            </a:extLst>
          </p:cNvPr>
          <p:cNvSpPr>
            <a:spLocks noGrp="1"/>
          </p:cNvSpPr>
          <p:nvPr/>
        </p:nvSpPr>
        <p:spPr>
          <a:xfrm>
            <a:off x="8197850" y="3762375"/>
            <a:ext cx="302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21" name="U06-DG-016-branch_3-body">
            <a:extLst>
              <a:ext uri="{FF2B5EF4-FFF2-40B4-BE49-F238E27FC236}">
                <a16:creationId xmlns:a16="http://schemas.microsoft.com/office/drawing/2014/main" id="{8F29A08A-70A8-4B91-8D67-1E9FB8736D0D}"/>
              </a:ext>
            </a:extLst>
          </p:cNvPr>
          <p:cNvSpPr>
            <a:spLocks noGrp="1"/>
          </p:cNvSpPr>
          <p:nvPr/>
        </p:nvSpPr>
        <p:spPr>
          <a:xfrm>
            <a:off x="8197850" y="4210050"/>
            <a:ext cx="3022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hacia el aire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BD42E7BA-969E-45D7-A03D-257454C1B756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C82687FA-48F8-428D-B6F0-D5D48269CE38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FC65C15D-8622-47E1-A893-0BA81255E3A9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2E47ADBF-EEFD-48C6-BEF2-9E3A671CF74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C4621E19-81B7-093F-AC17-3A08CCC24D0E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EBDFB38D-3BB0-41E4-AEF7-26702ED4091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A4BEBF5A-13C5-4AE2-939F-0CD5E68CCC8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recursos colaboran en la transformación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177DB9C-5962-4753-AE87-84B3A55F3A97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Área menor y acción de palanca cambian fuerza, presión y desplazamiento.</a:t>
            </a:r>
          </a:p>
        </p:txBody>
      </p:sp>
      <p:sp>
        <p:nvSpPr>
          <p:cNvPr id="3" name="U06-DG-017-stage_1-anchor">
            <a:extLst>
              <a:ext uri="{FF2B5EF4-FFF2-40B4-BE49-F238E27FC236}">
                <a16:creationId xmlns:a16="http://schemas.microsoft.com/office/drawing/2014/main" id="{0EB6D315-C3B0-4D80-A215-854692536C81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3340100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17-stage_2-anchor">
            <a:extLst>
              <a:ext uri="{FF2B5EF4-FFF2-40B4-BE49-F238E27FC236}">
                <a16:creationId xmlns:a16="http://schemas.microsoft.com/office/drawing/2014/main" id="{6C5BDC35-9AF3-441E-9296-1092C538F82D}"/>
              </a:ext>
            </a:extLst>
          </p:cNvPr>
          <p:cNvSpPr>
            <a:spLocks noGrp="1"/>
          </p:cNvSpPr>
          <p:nvPr/>
        </p:nvSpPr>
        <p:spPr>
          <a:xfrm>
            <a:off x="4425950" y="2428875"/>
            <a:ext cx="3340100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17-stage_3-anchor">
            <a:extLst>
              <a:ext uri="{FF2B5EF4-FFF2-40B4-BE49-F238E27FC236}">
                <a16:creationId xmlns:a16="http://schemas.microsoft.com/office/drawing/2014/main" id="{BDA57B44-2425-46B8-8402-6D2AFF540740}"/>
              </a:ext>
            </a:extLst>
          </p:cNvPr>
          <p:cNvSpPr>
            <a:spLocks noGrp="1"/>
          </p:cNvSpPr>
          <p:nvPr/>
        </p:nvSpPr>
        <p:spPr>
          <a:xfrm>
            <a:off x="8070850" y="2428875"/>
            <a:ext cx="3340100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26" name="U06-DG-017-flow_1"/>
          <p:cNvCxnSpPr>
            <a:stCxn id="3" idx="3"/>
            <a:endCxn id="4" idx="1"/>
          </p:cNvCxnSpPr>
          <p:nvPr/>
        </p:nvCxnSpPr>
        <p:spPr>
          <a:xfrm>
            <a:off x="412115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7" name="U06-DG-017-flow_2"/>
          <p:cNvCxnSpPr>
            <a:stCxn id="4" idx="3"/>
            <a:endCxn id="5" idx="1"/>
          </p:cNvCxnSpPr>
          <p:nvPr/>
        </p:nvCxnSpPr>
        <p:spPr>
          <a:xfrm>
            <a:off x="776605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8" name="U06-DG-017-stage_1-box" descr="Diagrama sobre «Dos recursos colaboran en la transformación»; organiza 1) diferencia de áreas; 2) geometría martillo–yunque; 3) carga coclear." title="Texto alternativo U06-031">
            <a:extLst>
              <a:ext uri="{FF2B5EF4-FFF2-40B4-BE49-F238E27FC236}">
                <a16:creationId xmlns:a16="http://schemas.microsoft.com/office/drawing/2014/main" id="{3CE63321-DB1F-4253-850F-DA1D9AFDBF5E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3340100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9" name="U06-DG-017-stage_1-title">
            <a:extLst>
              <a:ext uri="{FF2B5EF4-FFF2-40B4-BE49-F238E27FC236}">
                <a16:creationId xmlns:a16="http://schemas.microsoft.com/office/drawing/2014/main" id="{84306AAB-BDAE-4C35-96CF-C35CC30E0B37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95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Relación de áreas</a:t>
            </a:r>
          </a:p>
        </p:txBody>
      </p:sp>
      <p:sp>
        <p:nvSpPr>
          <p:cNvPr id="10" name="U06-DG-017-stage_1-body">
            <a:extLst>
              <a:ext uri="{FF2B5EF4-FFF2-40B4-BE49-F238E27FC236}">
                <a16:creationId xmlns:a16="http://schemas.microsoft.com/office/drawing/2014/main" id="{46FEDE67-6666-4D65-B38E-2DBFBB715417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959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concentra presión</a:t>
            </a:r>
          </a:p>
        </p:txBody>
      </p:sp>
      <p:sp>
        <p:nvSpPr>
          <p:cNvPr id="11" name="U06-DG-017-stage_2-box">
            <a:extLst>
              <a:ext uri="{FF2B5EF4-FFF2-40B4-BE49-F238E27FC236}">
                <a16:creationId xmlns:a16="http://schemas.microsoft.com/office/drawing/2014/main" id="{DC2DB773-C349-4E54-9732-3EE647BD0AF8}"/>
              </a:ext>
            </a:extLst>
          </p:cNvPr>
          <p:cNvSpPr>
            <a:spLocks noGrp="1"/>
          </p:cNvSpPr>
          <p:nvPr/>
        </p:nvSpPr>
        <p:spPr>
          <a:xfrm>
            <a:off x="4425950" y="2428875"/>
            <a:ext cx="3340100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2" name="U06-DG-017-stage_2-title">
            <a:extLst>
              <a:ext uri="{FF2B5EF4-FFF2-40B4-BE49-F238E27FC236}">
                <a16:creationId xmlns:a16="http://schemas.microsoft.com/office/drawing/2014/main" id="{6CE313D5-64D4-4D0C-9C66-118C76314EB6}"/>
              </a:ext>
            </a:extLst>
          </p:cNvPr>
          <p:cNvSpPr>
            <a:spLocks noGrp="1"/>
          </p:cNvSpPr>
          <p:nvPr/>
        </p:nvSpPr>
        <p:spPr>
          <a:xfrm>
            <a:off x="4616450" y="2571750"/>
            <a:ext cx="295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Palanca osicular</a:t>
            </a:r>
          </a:p>
        </p:txBody>
      </p:sp>
      <p:sp>
        <p:nvSpPr>
          <p:cNvPr id="13" name="U06-DG-017-stage_2-body">
            <a:extLst>
              <a:ext uri="{FF2B5EF4-FFF2-40B4-BE49-F238E27FC236}">
                <a16:creationId xmlns:a16="http://schemas.microsoft.com/office/drawing/2014/main" id="{025CEE01-2CD2-4CE9-8229-223784CC0911}"/>
              </a:ext>
            </a:extLst>
          </p:cNvPr>
          <p:cNvSpPr>
            <a:spLocks noGrp="1"/>
          </p:cNvSpPr>
          <p:nvPr/>
        </p:nvSpPr>
        <p:spPr>
          <a:xfrm>
            <a:off x="4616450" y="3019425"/>
            <a:ext cx="2959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intercambia fuerza y movimiento</a:t>
            </a:r>
          </a:p>
        </p:txBody>
      </p:sp>
      <p:sp>
        <p:nvSpPr>
          <p:cNvPr id="14" name="U06-DG-017-stage_3-box">
            <a:extLst>
              <a:ext uri="{FF2B5EF4-FFF2-40B4-BE49-F238E27FC236}">
                <a16:creationId xmlns:a16="http://schemas.microsoft.com/office/drawing/2014/main" id="{5BB9B728-C917-46CA-B80E-F4E193E4562C}"/>
              </a:ext>
            </a:extLst>
          </p:cNvPr>
          <p:cNvSpPr>
            <a:spLocks noGrp="1"/>
          </p:cNvSpPr>
          <p:nvPr/>
        </p:nvSpPr>
        <p:spPr>
          <a:xfrm>
            <a:off x="8070850" y="2428875"/>
            <a:ext cx="3340100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5" name="U06-DG-017-stage_3-title">
            <a:extLst>
              <a:ext uri="{FF2B5EF4-FFF2-40B4-BE49-F238E27FC236}">
                <a16:creationId xmlns:a16="http://schemas.microsoft.com/office/drawing/2014/main" id="{2F89C778-6331-42EB-9BDC-8DFB6C1C11D8}"/>
              </a:ext>
            </a:extLst>
          </p:cNvPr>
          <p:cNvSpPr>
            <a:spLocks noGrp="1"/>
          </p:cNvSpPr>
          <p:nvPr/>
        </p:nvSpPr>
        <p:spPr>
          <a:xfrm>
            <a:off x="8261350" y="2571750"/>
            <a:ext cx="295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Ventana oval</a:t>
            </a:r>
          </a:p>
        </p:txBody>
      </p:sp>
      <p:sp>
        <p:nvSpPr>
          <p:cNvPr id="16" name="U06-DG-017-stage_3-body">
            <a:extLst>
              <a:ext uri="{FF2B5EF4-FFF2-40B4-BE49-F238E27FC236}">
                <a16:creationId xmlns:a16="http://schemas.microsoft.com/office/drawing/2014/main" id="{D51548D7-67F2-4B81-9F5E-93116B92D5F0}"/>
              </a:ext>
            </a:extLst>
          </p:cNvPr>
          <p:cNvSpPr>
            <a:spLocks noGrp="1"/>
          </p:cNvSpPr>
          <p:nvPr/>
        </p:nvSpPr>
        <p:spPr>
          <a:xfrm>
            <a:off x="8261350" y="3019425"/>
            <a:ext cx="29591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al fluido</a:t>
            </a:r>
          </a:p>
        </p:txBody>
      </p:sp>
      <p:sp>
        <p:nvSpPr>
          <p:cNvPr id="17" name="top-rail-1">
            <a:extLst>
              <a:ext uri="{FF2B5EF4-FFF2-40B4-BE49-F238E27FC236}">
                <a16:creationId xmlns:a16="http://schemas.microsoft.com/office/drawing/2014/main" id="{C14C5014-87E3-4B42-AEB3-40800AADC7DF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8" name="top-rail-2">
            <a:extLst>
              <a:ext uri="{FF2B5EF4-FFF2-40B4-BE49-F238E27FC236}">
                <a16:creationId xmlns:a16="http://schemas.microsoft.com/office/drawing/2014/main" id="{4AFA4152-EE83-4712-99FE-6388991D4D4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9" name="top-rail-3">
            <a:extLst>
              <a:ext uri="{FF2B5EF4-FFF2-40B4-BE49-F238E27FC236}">
                <a16:creationId xmlns:a16="http://schemas.microsoft.com/office/drawing/2014/main" id="{5574D168-2629-4E34-BE3D-85B77F076DE8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0" name="eyebrow">
            <a:extLst>
              <a:ext uri="{FF2B5EF4-FFF2-40B4-BE49-F238E27FC236}">
                <a16:creationId xmlns:a16="http://schemas.microsoft.com/office/drawing/2014/main" id="{D53EDB6D-69A8-4EAB-BAC5-02F684D0B18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9AA0D5D1-7057-F20F-D75B-A0D80CD3D210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4EC1E2B-DCF5-439F-BA07-F13E8090901D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9D19ACBE-4A91-48E4-BF55-B2795448F52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razón de áreas compara superficies efectivas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C9837DA-1139-489A-9235-31EBB89846FC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misma fuerza sobre menor área produce mayor presión ideal.</a:t>
            </a:r>
          </a:p>
        </p:txBody>
      </p:sp>
      <p:sp>
        <p:nvSpPr>
          <p:cNvPr id="3" name="equation-box">
            <a:extLst>
              <a:ext uri="{FF2B5EF4-FFF2-40B4-BE49-F238E27FC236}">
                <a16:creationId xmlns:a16="http://schemas.microsoft.com/office/drawing/2014/main" id="{D15825CE-E56F-4A5B-8997-358E8D6DFD9D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AA2BF4DE-B88C-427E-A3E8-960FC326F972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Rₛ = Sₜₘ/Sₑ; razón adimensional.</a:t>
            </a:r>
          </a:p>
        </p:txBody>
      </p:sp>
      <p:sp>
        <p:nvSpPr>
          <p:cNvPr id="5" name="equation-meaning-box">
            <a:extLst>
              <a:ext uri="{FF2B5EF4-FFF2-40B4-BE49-F238E27FC236}">
                <a16:creationId xmlns:a16="http://schemas.microsoft.com/office/drawing/2014/main" id="{FC957FDB-7B1C-4EEA-B1C6-152682A9C055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equation-meaning-title">
            <a:extLst>
              <a:ext uri="{FF2B5EF4-FFF2-40B4-BE49-F238E27FC236}">
                <a16:creationId xmlns:a16="http://schemas.microsoft.com/office/drawing/2014/main" id="{03EB07D9-818D-4A36-AA3E-77645A4D479E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7" name="equation-meaning-body">
            <a:extLst>
              <a:ext uri="{FF2B5EF4-FFF2-40B4-BE49-F238E27FC236}">
                <a16:creationId xmlns:a16="http://schemas.microsoft.com/office/drawing/2014/main" id="{B38B5A29-A71B-4FE8-A11F-8A4F3C9C83F5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Razón de áreas: cociente entre superficies efectivas; no tiene unidad.</a:t>
            </a:r>
          </a:p>
        </p:txBody>
      </p:sp>
      <p:sp>
        <p:nvSpPr>
          <p:cNvPr id="8" name="equation-use-box">
            <a:extLst>
              <a:ext uri="{FF2B5EF4-FFF2-40B4-BE49-F238E27FC236}">
                <a16:creationId xmlns:a16="http://schemas.microsoft.com/office/drawing/2014/main" id="{8AABB0B6-9F9A-4C63-BD74-EA09C2C73AAA}"/>
              </a:ext>
            </a:extLst>
          </p:cNvPr>
          <p:cNvSpPr>
            <a:spLocks noGrp="1"/>
          </p:cNvSpPr>
          <p:nvPr/>
        </p:nvSpPr>
        <p:spPr>
          <a:xfrm>
            <a:off x="638175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9" name="equation-use-title">
            <a:extLst>
              <a:ext uri="{FF2B5EF4-FFF2-40B4-BE49-F238E27FC236}">
                <a16:creationId xmlns:a16="http://schemas.microsoft.com/office/drawing/2014/main" id="{89DA2FDB-610D-4316-852C-3A9E3326E39F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10" name="equation-use-body">
            <a:extLst>
              <a:ext uri="{FF2B5EF4-FFF2-40B4-BE49-F238E27FC236}">
                <a16:creationId xmlns:a16="http://schemas.microsoft.com/office/drawing/2014/main" id="{73BFE84A-866D-4C5E-85D7-C8C9B0E08913}"/>
              </a:ext>
            </a:extLst>
          </p:cNvPr>
          <p:cNvSpPr>
            <a:spLocks noGrp="1"/>
          </p:cNvSpPr>
          <p:nvPr/>
        </p:nvSpPr>
        <p:spPr>
          <a:xfrm>
            <a:off x="655320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Rₛ = Sₜₘ/Sₑ. Las dos áreas se expresan en la misma unidad, por lo que el cociente es adimensional. No representa dimensiones anatómicas universales.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CEF28C45-1296-44CD-B99E-3EE3D29DD19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D37E43AF-4F31-4B3B-8BA8-E3861150EF0D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BA1D2526-0FA7-4157-A0DA-D02AD108D3F7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17419005-B554-4CC1-A5D0-37C46714563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AF595331-1894-12BA-0EEE-2BFC5247C69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7E5BE8C2-6CC8-4940-BA90-46145ABCBC1C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B2ECAA37-047C-4F54-8017-FC2EABE7FCE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palanca intercambia fuerza y desplazamiento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F9A83B9-2D0E-4F8C-9EA5-B06D73585C4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Mayor fuerza ideal de salida se acompaña por menor desplazamiento o velocidad.</a:t>
            </a:r>
          </a:p>
        </p:txBody>
      </p:sp>
      <p:sp>
        <p:nvSpPr>
          <p:cNvPr id="3" name="lever-input">
            <a:extLst>
              <a:ext uri="{FF2B5EF4-FFF2-40B4-BE49-F238E27FC236}">
                <a16:creationId xmlns:a16="http://schemas.microsoft.com/office/drawing/2014/main" id="{508A1D65-CD87-4DE5-8073-122CC3F778F9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Entrada: más desplazamiento</a:t>
            </a:r>
          </a:p>
        </p:txBody>
      </p:sp>
      <p:sp>
        <p:nvSpPr>
          <p:cNvPr id="4" name="lever-output">
            <a:extLst>
              <a:ext uri="{FF2B5EF4-FFF2-40B4-BE49-F238E27FC236}">
                <a16:creationId xmlns:a16="http://schemas.microsoft.com/office/drawing/2014/main" id="{0688EDCF-ABB6-4586-A274-3A1FEA27F04D}"/>
              </a:ext>
            </a:extLst>
          </p:cNvPr>
          <p:cNvSpPr>
            <a:spLocks noGrp="1"/>
          </p:cNvSpPr>
          <p:nvPr/>
        </p:nvSpPr>
        <p:spPr>
          <a:xfrm>
            <a:off x="7524750" y="1762125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Salida: más fuerza</a:t>
            </a:r>
          </a:p>
        </p:txBody>
      </p:sp>
      <p:sp>
        <p:nvSpPr>
          <p:cNvPr id="5" name="lever-beam">
            <a:extLst>
              <a:ext uri="{FF2B5EF4-FFF2-40B4-BE49-F238E27FC236}">
                <a16:creationId xmlns:a16="http://schemas.microsoft.com/office/drawing/2014/main" id="{1C6CCB89-8EBA-4A43-B2F6-C26F8253B217}"/>
              </a:ext>
            </a:extLst>
          </p:cNvPr>
          <p:cNvSpPr>
            <a:spLocks noGrp="1"/>
          </p:cNvSpPr>
          <p:nvPr/>
        </p:nvSpPr>
        <p:spPr>
          <a:xfrm>
            <a:off x="1571625" y="3333750"/>
            <a:ext cx="9048750" cy="2095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6" name="lever-fulcrum">
            <a:extLst>
              <a:ext uri="{FF2B5EF4-FFF2-40B4-BE49-F238E27FC236}">
                <a16:creationId xmlns:a16="http://schemas.microsoft.com/office/drawing/2014/main" id="{C1647A04-2C75-48DC-9DDC-9A6190775AF8}"/>
              </a:ext>
            </a:extLst>
          </p:cNvPr>
          <p:cNvSpPr>
            <a:spLocks noGrp="1"/>
          </p:cNvSpPr>
          <p:nvPr/>
        </p:nvSpPr>
        <p:spPr>
          <a:xfrm>
            <a:off x="5905500" y="3524250"/>
            <a:ext cx="857250" cy="1000125"/>
          </a:xfrm>
          <a:prstGeom prst="triangle">
            <a:avLst/>
          </a:prstGeom>
          <a:solidFill>
            <a:srgbClr val="903163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7" name="lever-displacement-a-1">
            <a:extLst>
              <a:ext uri="{FF2B5EF4-FFF2-40B4-BE49-F238E27FC236}">
                <a16:creationId xmlns:a16="http://schemas.microsoft.com/office/drawing/2014/main" id="{8293D9A2-28EF-4CEB-859E-FD12BB54BAE7}"/>
              </a:ext>
            </a:extLst>
          </p:cNvPr>
          <p:cNvSpPr>
            <a:spLocks noGrp="1"/>
          </p:cNvSpPr>
          <p:nvPr/>
        </p:nvSpPr>
        <p:spPr>
          <a:xfrm>
            <a:off x="2571750" y="2476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" name="lever-displacement-b-1">
            <a:extLst>
              <a:ext uri="{FF2B5EF4-FFF2-40B4-BE49-F238E27FC236}">
                <a16:creationId xmlns:a16="http://schemas.microsoft.com/office/drawing/2014/main" id="{528B1A1C-F95B-4034-89D4-5A0728579766}"/>
              </a:ext>
            </a:extLst>
          </p:cNvPr>
          <p:cNvSpPr>
            <a:spLocks noGrp="1"/>
          </p:cNvSpPr>
          <p:nvPr/>
        </p:nvSpPr>
        <p:spPr>
          <a:xfrm>
            <a:off x="2571750" y="32861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" name="Conector recto de flecha 27"/>
          <p:cNvCxnSpPr>
            <a:stCxn id="7" idx="3"/>
            <a:endCxn id="8" idx="1"/>
          </p:cNvCxnSpPr>
          <p:nvPr/>
        </p:nvCxnSpPr>
        <p:spPr>
          <a:xfrm flipH="1">
            <a:off x="2571750" y="2481263"/>
            <a:ext cx="9525" cy="809625"/>
          </a:xfrm>
          <a:prstGeom prst="straightConnector1">
            <a:avLst/>
          </a:prstGeom>
          <a:ln w="47625">
            <a:solidFill>
              <a:srgbClr val="2F7E83"/>
            </a:solidFill>
            <a:prstDash val="solid"/>
            <a:tailEnd type="arrow" w="med" len="med"/>
          </a:ln>
        </p:spPr>
      </p:cxnSp>
      <p:sp>
        <p:nvSpPr>
          <p:cNvPr id="10" name="lever-force-a-2">
            <a:extLst>
              <a:ext uri="{FF2B5EF4-FFF2-40B4-BE49-F238E27FC236}">
                <a16:creationId xmlns:a16="http://schemas.microsoft.com/office/drawing/2014/main" id="{381869BE-0FE7-4455-B821-526DC413228E}"/>
              </a:ext>
            </a:extLst>
          </p:cNvPr>
          <p:cNvSpPr>
            <a:spLocks noGrp="1"/>
          </p:cNvSpPr>
          <p:nvPr/>
        </p:nvSpPr>
        <p:spPr>
          <a:xfrm>
            <a:off x="9620250" y="2476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" name="lever-force-b-2">
            <a:extLst>
              <a:ext uri="{FF2B5EF4-FFF2-40B4-BE49-F238E27FC236}">
                <a16:creationId xmlns:a16="http://schemas.microsoft.com/office/drawing/2014/main" id="{1873ACBA-7691-434B-A810-5AAB9CC22971}"/>
              </a:ext>
            </a:extLst>
          </p:cNvPr>
          <p:cNvSpPr>
            <a:spLocks noGrp="1"/>
          </p:cNvSpPr>
          <p:nvPr/>
        </p:nvSpPr>
        <p:spPr>
          <a:xfrm>
            <a:off x="9620250" y="32861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" name="Conector recto de flecha 30"/>
          <p:cNvCxnSpPr>
            <a:stCxn id="10" idx="3"/>
            <a:endCxn id="11" idx="1"/>
          </p:cNvCxnSpPr>
          <p:nvPr/>
        </p:nvCxnSpPr>
        <p:spPr>
          <a:xfrm flipH="1">
            <a:off x="9620250" y="2481263"/>
            <a:ext cx="9525" cy="809625"/>
          </a:xfrm>
          <a:prstGeom prst="straightConnector1">
            <a:avLst/>
          </a:prstGeom>
          <a:ln w="47625">
            <a:solidFill>
              <a:srgbClr val="9F541A"/>
            </a:solidFill>
            <a:prstDash val="solid"/>
            <a:tailEnd type="arrow" w="med" len="med"/>
          </a:ln>
        </p:spPr>
      </p:cxnSp>
      <p:sp>
        <p:nvSpPr>
          <p:cNvPr id="13" name="lever-arm-in">
            <a:extLst>
              <a:ext uri="{FF2B5EF4-FFF2-40B4-BE49-F238E27FC236}">
                <a16:creationId xmlns:a16="http://schemas.microsoft.com/office/drawing/2014/main" id="{BF207C0F-3678-4B97-8878-73AD90C21445}"/>
              </a:ext>
            </a:extLst>
          </p:cNvPr>
          <p:cNvSpPr>
            <a:spLocks noGrp="1"/>
          </p:cNvSpPr>
          <p:nvPr/>
        </p:nvSpPr>
        <p:spPr>
          <a:xfrm>
            <a:off x="2190750" y="38576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brazo de entrada</a:t>
            </a:r>
          </a:p>
        </p:txBody>
      </p:sp>
      <p:sp>
        <p:nvSpPr>
          <p:cNvPr id="14" name="lever-arm-out">
            <a:extLst>
              <a:ext uri="{FF2B5EF4-FFF2-40B4-BE49-F238E27FC236}">
                <a16:creationId xmlns:a16="http://schemas.microsoft.com/office/drawing/2014/main" id="{7AE31955-EF77-45E3-906E-15BE3E605627}"/>
              </a:ext>
            </a:extLst>
          </p:cNvPr>
          <p:cNvSpPr>
            <a:spLocks noGrp="1"/>
          </p:cNvSpPr>
          <p:nvPr/>
        </p:nvSpPr>
        <p:spPr>
          <a:xfrm>
            <a:off x="7239000" y="38576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brazo de salida</a:t>
            </a:r>
          </a:p>
        </p:txBody>
      </p:sp>
      <p:sp>
        <p:nvSpPr>
          <p:cNvPr id="15" name="lever-conclusion">
            <a:extLst>
              <a:ext uri="{FF2B5EF4-FFF2-40B4-BE49-F238E27FC236}">
                <a16:creationId xmlns:a16="http://schemas.microsoft.com/office/drawing/2014/main" id="{728B1D8E-44D1-4D22-A9E9-761669F26001}"/>
              </a:ext>
            </a:extLst>
          </p:cNvPr>
          <p:cNvSpPr>
            <a:spLocks noGrp="1"/>
          </p:cNvSpPr>
          <p:nvPr/>
        </p:nvSpPr>
        <p:spPr>
          <a:xfrm>
            <a:off x="2238375" y="4905375"/>
            <a:ext cx="771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palanca intercambia fuerza y movimiento; no crea energía.</a:t>
            </a:r>
          </a:p>
        </p:txBody>
      </p:sp>
      <p:sp>
        <p:nvSpPr>
          <p:cNvPr id="16" name="top-rail-1">
            <a:extLst>
              <a:ext uri="{FF2B5EF4-FFF2-40B4-BE49-F238E27FC236}">
                <a16:creationId xmlns:a16="http://schemas.microsoft.com/office/drawing/2014/main" id="{6E646C39-4C79-4505-89F3-F9507789FB1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7" name="top-rail-2">
            <a:extLst>
              <a:ext uri="{FF2B5EF4-FFF2-40B4-BE49-F238E27FC236}">
                <a16:creationId xmlns:a16="http://schemas.microsoft.com/office/drawing/2014/main" id="{6E228CF8-E059-4879-A5E1-DAE42B7A2F4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8" name="top-rail-3">
            <a:extLst>
              <a:ext uri="{FF2B5EF4-FFF2-40B4-BE49-F238E27FC236}">
                <a16:creationId xmlns:a16="http://schemas.microsoft.com/office/drawing/2014/main" id="{A07AE010-3E7E-4D6B-B460-ED863CB21371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9" name="eyebrow">
            <a:extLst>
              <a:ext uri="{FF2B5EF4-FFF2-40B4-BE49-F238E27FC236}">
                <a16:creationId xmlns:a16="http://schemas.microsoft.com/office/drawing/2014/main" id="{3E054BB3-FFC5-452D-BE03-AD5E7DF6FC3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196F743F-631E-6AA5-2334-9CA5B3522D4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7C96AC4-F3EA-4E48-9619-59CD2E7E9FBE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1A54063A-3308-41D2-B93D-A59C648B52A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transformación ideal combina áreas y palanca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E97CBC5-4B07-49C5-8F0B-CA5E0C40DAF0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razón de presiones del modelo no debe llamarse como el coeficiente Rₚ de U4.</a:t>
            </a:r>
          </a:p>
        </p:txBody>
      </p:sp>
      <p:sp>
        <p:nvSpPr>
          <p:cNvPr id="3" name="equation-box">
            <a:extLst>
              <a:ext uri="{FF2B5EF4-FFF2-40B4-BE49-F238E27FC236}">
                <a16:creationId xmlns:a16="http://schemas.microsoft.com/office/drawing/2014/main" id="{2980A259-B5C5-44C1-AFF9-15C433B6B56C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31CE208D-2536-4728-9C41-DE460CD0E555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Mₚ ≈ Rₛ·Rₗ; Mₚ, Rₛ y Rₗ son adimensionales.</a:t>
            </a:r>
          </a:p>
        </p:txBody>
      </p:sp>
      <p:sp>
        <p:nvSpPr>
          <p:cNvPr id="5" name="equation-interpretation-box">
            <a:extLst>
              <a:ext uri="{FF2B5EF4-FFF2-40B4-BE49-F238E27FC236}">
                <a16:creationId xmlns:a16="http://schemas.microsoft.com/office/drawing/2014/main" id="{0355D91D-E7D8-4485-8E07-DA37B45F1537}"/>
              </a:ext>
            </a:extLst>
          </p:cNvPr>
          <p:cNvSpPr>
            <a:spLocks noGrp="1"/>
          </p:cNvSpPr>
          <p:nvPr/>
        </p:nvSpPr>
        <p:spPr>
          <a:xfrm>
            <a:off x="1619250" y="3095625"/>
            <a:ext cx="89535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equation-interpretation-title">
            <a:extLst>
              <a:ext uri="{FF2B5EF4-FFF2-40B4-BE49-F238E27FC236}">
                <a16:creationId xmlns:a16="http://schemas.microsoft.com/office/drawing/2014/main" id="{B9C9D3AF-5068-4CA8-B805-1823B0E1C6B3}"/>
              </a:ext>
            </a:extLst>
          </p:cNvPr>
          <p:cNvSpPr>
            <a:spLocks noGrp="1"/>
          </p:cNvSpPr>
          <p:nvPr/>
        </p:nvSpPr>
        <p:spPr>
          <a:xfrm>
            <a:off x="1790700" y="3228975"/>
            <a:ext cx="861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7" name="equation-interpretation-body">
            <a:extLst>
              <a:ext uri="{FF2B5EF4-FFF2-40B4-BE49-F238E27FC236}">
                <a16:creationId xmlns:a16="http://schemas.microsoft.com/office/drawing/2014/main" id="{DCCFFE32-4181-4CD4-9735-05D364853C13}"/>
              </a:ext>
            </a:extLst>
          </p:cNvPr>
          <p:cNvSpPr>
            <a:spLocks noGrp="1"/>
          </p:cNvSpPr>
          <p:nvPr/>
        </p:nvSpPr>
        <p:spPr>
          <a:xfrm>
            <a:off x="1790700" y="3629025"/>
            <a:ext cx="86106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razón de áreas y la razón de palanca se combinan en una razón ideal de presiones. El símbolo Mₚ evita confundir esta transformación con el coeficiente de reflexión Rₚ de U4.</a:t>
            </a:r>
          </a:p>
        </p:txBody>
      </p:sp>
      <p:sp>
        <p:nvSpPr>
          <p:cNvPr id="8" name="top-rail-1">
            <a:extLst>
              <a:ext uri="{FF2B5EF4-FFF2-40B4-BE49-F238E27FC236}">
                <a16:creationId xmlns:a16="http://schemas.microsoft.com/office/drawing/2014/main" id="{6E3931F3-0F9A-4818-AF84-C59470D2BF9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9" name="top-rail-2">
            <a:extLst>
              <a:ext uri="{FF2B5EF4-FFF2-40B4-BE49-F238E27FC236}">
                <a16:creationId xmlns:a16="http://schemas.microsoft.com/office/drawing/2014/main" id="{F98B77E9-1140-4A9E-8C5A-CF4B244DB324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0" name="top-rail-3">
            <a:extLst>
              <a:ext uri="{FF2B5EF4-FFF2-40B4-BE49-F238E27FC236}">
                <a16:creationId xmlns:a16="http://schemas.microsoft.com/office/drawing/2014/main" id="{EE227DF8-F5A5-41F0-8E18-A4107992D515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1" name="eyebrow">
            <a:extLst>
              <a:ext uri="{FF2B5EF4-FFF2-40B4-BE49-F238E27FC236}">
                <a16:creationId xmlns:a16="http://schemas.microsoft.com/office/drawing/2014/main" id="{89BFD5A0-67A7-46BC-9BA3-534905AE25A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3" name="auto-slide-number">
            <a:extLst>
              <a:ext uri="{FF2B5EF4-FFF2-40B4-BE49-F238E27FC236}">
                <a16:creationId xmlns:a16="http://schemas.microsoft.com/office/drawing/2014/main" id="{8C9FF2E9-2446-41BB-B21F-32BB72EAD8F0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2D28C9DC-123E-4392-81A7-A4052D3EF98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169CCF84-5AEC-4D91-AB75-75114255444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Mayor presión no significa mayor energía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6440957-FE91-4B62-BDB0-D56529BACF13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Fuerza/presión aumentan a cambio de velocidad/desplazamiento; el oído real además pierde energía.</a:t>
            </a:r>
          </a:p>
        </p:txBody>
      </p:sp>
      <p:sp>
        <p:nvSpPr>
          <p:cNvPr id="3" name="U06-DG-021-stage_1-anchor">
            <a:extLst>
              <a:ext uri="{FF2B5EF4-FFF2-40B4-BE49-F238E27FC236}">
                <a16:creationId xmlns:a16="http://schemas.microsoft.com/office/drawing/2014/main" id="{B9D5ACB5-7287-45A4-AB96-BE22D0F5020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1-stage_2-anchor">
            <a:extLst>
              <a:ext uri="{FF2B5EF4-FFF2-40B4-BE49-F238E27FC236}">
                <a16:creationId xmlns:a16="http://schemas.microsoft.com/office/drawing/2014/main" id="{0288B249-7D37-40AF-AEE5-D822BF23E208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1-stage_3-anchor">
            <a:extLst>
              <a:ext uri="{FF2B5EF4-FFF2-40B4-BE49-F238E27FC236}">
                <a16:creationId xmlns:a16="http://schemas.microsoft.com/office/drawing/2014/main" id="{83B10054-59B9-43FE-950F-ED106F3B2993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1-stage_4-anchor">
            <a:extLst>
              <a:ext uri="{FF2B5EF4-FFF2-40B4-BE49-F238E27FC236}">
                <a16:creationId xmlns:a16="http://schemas.microsoft.com/office/drawing/2014/main" id="{F2026C3D-5FCA-4AF8-BCBF-C75F2FA7018D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21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21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21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21-stage_1-box" descr="Diagrama sobre «Mayor presión no significa mayor energía»; organiza balance cualitativo entrada–transformación–salida–pérdidas." title="Texto alternativo U06-035">
            <a:extLst>
              <a:ext uri="{FF2B5EF4-FFF2-40B4-BE49-F238E27FC236}">
                <a16:creationId xmlns:a16="http://schemas.microsoft.com/office/drawing/2014/main" id="{788C78BC-2659-40C3-BF07-34F39504CECF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21-stage_1-title">
            <a:extLst>
              <a:ext uri="{FF2B5EF4-FFF2-40B4-BE49-F238E27FC236}">
                <a16:creationId xmlns:a16="http://schemas.microsoft.com/office/drawing/2014/main" id="{C8DDF626-1878-4475-8252-7E3FD6AB8531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Energía incidente</a:t>
            </a:r>
          </a:p>
        </p:txBody>
      </p:sp>
      <p:sp>
        <p:nvSpPr>
          <p:cNvPr id="12" name="U06-DG-021-stage_1-body">
            <a:extLst>
              <a:ext uri="{FF2B5EF4-FFF2-40B4-BE49-F238E27FC236}">
                <a16:creationId xmlns:a16="http://schemas.microsoft.com/office/drawing/2014/main" id="{B3EA24B6-6375-417D-AE32-86552A00D425}"/>
              </a:ext>
            </a:extLst>
          </p:cNvPr>
          <p:cNvSpPr>
            <a:spLocks noGrp="1"/>
          </p:cNvSpPr>
          <p:nvPr/>
        </p:nvSpPr>
        <p:spPr>
          <a:xfrm>
            <a:off x="97155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3" name="U06-DG-021-stage_2-box">
            <a:extLst>
              <a:ext uri="{FF2B5EF4-FFF2-40B4-BE49-F238E27FC236}">
                <a16:creationId xmlns:a16="http://schemas.microsoft.com/office/drawing/2014/main" id="{9D88291E-EE50-416A-90D5-8B58B35C154B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4" name="U06-DG-021-stage_2-title">
            <a:extLst>
              <a:ext uri="{FF2B5EF4-FFF2-40B4-BE49-F238E27FC236}">
                <a16:creationId xmlns:a16="http://schemas.microsoft.com/office/drawing/2014/main" id="{155B76F1-4446-4781-AA06-C0E672D9EB1F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15" name="U06-DG-021-stage_2-body">
            <a:extLst>
              <a:ext uri="{FF2B5EF4-FFF2-40B4-BE49-F238E27FC236}">
                <a16:creationId xmlns:a16="http://schemas.microsoft.com/office/drawing/2014/main" id="{B83A7741-937F-4EB8-9E04-F1086CC8D58D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transforma</a:t>
            </a:r>
          </a:p>
        </p:txBody>
      </p:sp>
      <p:sp>
        <p:nvSpPr>
          <p:cNvPr id="16" name="U06-DG-021-stage_3-box">
            <a:extLst>
              <a:ext uri="{FF2B5EF4-FFF2-40B4-BE49-F238E27FC236}">
                <a16:creationId xmlns:a16="http://schemas.microsoft.com/office/drawing/2014/main" id="{17CB1D18-E634-4AEC-B016-70F5A5680DC9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21-stage_3-title">
            <a:extLst>
              <a:ext uri="{FF2B5EF4-FFF2-40B4-BE49-F238E27FC236}">
                <a16:creationId xmlns:a16="http://schemas.microsoft.com/office/drawing/2014/main" id="{C0514D4C-4578-40E4-8660-BBE50774FBD3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Entrada coclear</a:t>
            </a:r>
          </a:p>
        </p:txBody>
      </p:sp>
      <p:sp>
        <p:nvSpPr>
          <p:cNvPr id="18" name="U06-DG-021-stage_3-body">
            <a:extLst>
              <a:ext uri="{FF2B5EF4-FFF2-40B4-BE49-F238E27FC236}">
                <a16:creationId xmlns:a16="http://schemas.microsoft.com/office/drawing/2014/main" id="{87728EAA-27DE-4680-A744-E4FAD81EF47D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energía transferida</a:t>
            </a:r>
          </a:p>
        </p:txBody>
      </p:sp>
      <p:sp>
        <p:nvSpPr>
          <p:cNvPr id="19" name="U06-DG-021-stage_4-box">
            <a:extLst>
              <a:ext uri="{FF2B5EF4-FFF2-40B4-BE49-F238E27FC236}">
                <a16:creationId xmlns:a16="http://schemas.microsoft.com/office/drawing/2014/main" id="{2F0DD013-4D8D-4DBF-8553-64D9AE6035EA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0" name="U06-DG-021-stage_4-title">
            <a:extLst>
              <a:ext uri="{FF2B5EF4-FFF2-40B4-BE49-F238E27FC236}">
                <a16:creationId xmlns:a16="http://schemas.microsoft.com/office/drawing/2014/main" id="{BF732BB3-81AD-4751-BA6E-A728C24B7F7F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Pérdidas</a:t>
            </a:r>
          </a:p>
        </p:txBody>
      </p:sp>
      <p:sp>
        <p:nvSpPr>
          <p:cNvPr id="21" name="U06-DG-021-stage_4-body">
            <a:extLst>
              <a:ext uri="{FF2B5EF4-FFF2-40B4-BE49-F238E27FC236}">
                <a16:creationId xmlns:a16="http://schemas.microsoft.com/office/drawing/2014/main" id="{0E4CD91E-0F15-4A89-9436-18779654DC43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 · disipación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665FE578-D470-4D74-AFD5-ACB6ADF3CFA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9B53983C-9713-4188-A85C-417B875DAA92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D8730FFE-4DE7-42CC-A595-5FFC57293EFD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A1154BDD-EE92-4030-87A5-477851014E3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38EFB035-AE64-7DF8-25C8-EBCF4C4C98C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F3C7D2A3-1286-4109-BB55-2A275B9C3A6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88D77684-E4F9-4667-B540-F45C8EFBD48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modelo ideal puede multiplicar la presión por 24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CC929EA-8636-463B-B7BE-02757ADAE8D2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20×1,2=24; expresarlo en dB no lo convierte en dB SPL ni energía.</a:t>
            </a:r>
          </a:p>
        </p:txBody>
      </p:sp>
      <p:sp>
        <p:nvSpPr>
          <p:cNvPr id="3" name="equation-box">
            <a:extLst>
              <a:ext uri="{FF2B5EF4-FFF2-40B4-BE49-F238E27FC236}">
                <a16:creationId xmlns:a16="http://schemas.microsoft.com/office/drawing/2014/main" id="{E6F7B8B3-B018-47F2-863A-F36088A29D23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620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05F2E916-50DF-4173-A592-67A6AA15DCCC}"/>
              </a:ext>
            </a:extLst>
          </p:cNvPr>
          <p:cNvSpPr>
            <a:spLocks noGrp="1"/>
          </p:cNvSpPr>
          <p:nvPr/>
        </p:nvSpPr>
        <p:spPr>
          <a:xfrm>
            <a:off x="1514475" y="1847850"/>
            <a:ext cx="9163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Mₚ ≈ 20×1,2 = 24; Gₚ = 20 log₁₀(24) ≈ 27,6 dB.</a:t>
            </a:r>
          </a:p>
        </p:txBody>
      </p:sp>
      <p:sp>
        <p:nvSpPr>
          <p:cNvPr id="5" name="equation-meaning-box">
            <a:extLst>
              <a:ext uri="{FF2B5EF4-FFF2-40B4-BE49-F238E27FC236}">
                <a16:creationId xmlns:a16="http://schemas.microsoft.com/office/drawing/2014/main" id="{E26C912A-4512-4E86-9174-4E5CF49C94DC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equation-meaning-title">
            <a:extLst>
              <a:ext uri="{FF2B5EF4-FFF2-40B4-BE49-F238E27FC236}">
                <a16:creationId xmlns:a16="http://schemas.microsoft.com/office/drawing/2014/main" id="{11E1DA79-42CC-4180-80B8-F5896E672A5D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Significado físico</a:t>
            </a:r>
          </a:p>
        </p:txBody>
      </p:sp>
      <p:sp>
        <p:nvSpPr>
          <p:cNvPr id="7" name="equation-meaning-body">
            <a:extLst>
              <a:ext uri="{FF2B5EF4-FFF2-40B4-BE49-F238E27FC236}">
                <a16:creationId xmlns:a16="http://schemas.microsoft.com/office/drawing/2014/main" id="{5D56A25C-1693-4A75-A15D-D25A0726BDC8}"/>
              </a:ext>
            </a:extLst>
          </p:cNvPr>
          <p:cNvSpPr>
            <a:spLocks noGrp="1"/>
          </p:cNvSpPr>
          <p:nvPr/>
        </p:nvSpPr>
        <p:spPr>
          <a:xfrm>
            <a:off x="100965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Mₚ ≈ 20×1,2 = 24. 2. Gₚ = 20 log₁₀(24) ≈ 27,6 dB. Interpretación: razón ideal de amplitudes; no dB SPL, no ganancia de energía, no respuesta universal.</a:t>
            </a:r>
          </a:p>
        </p:txBody>
      </p:sp>
      <p:sp>
        <p:nvSpPr>
          <p:cNvPr id="8" name="equation-use-box">
            <a:extLst>
              <a:ext uri="{FF2B5EF4-FFF2-40B4-BE49-F238E27FC236}">
                <a16:creationId xmlns:a16="http://schemas.microsoft.com/office/drawing/2014/main" id="{81545697-7335-4606-BD02-6C2FFF9AF73B}"/>
              </a:ext>
            </a:extLst>
          </p:cNvPr>
          <p:cNvSpPr>
            <a:spLocks noGrp="1"/>
          </p:cNvSpPr>
          <p:nvPr/>
        </p:nvSpPr>
        <p:spPr>
          <a:xfrm>
            <a:off x="6381750" y="3095625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9" name="equation-use-title">
            <a:extLst>
              <a:ext uri="{FF2B5EF4-FFF2-40B4-BE49-F238E27FC236}">
                <a16:creationId xmlns:a16="http://schemas.microsoft.com/office/drawing/2014/main" id="{ECA9616A-E041-41AB-9DBD-BB0BBF72464C}"/>
              </a:ext>
            </a:extLst>
          </p:cNvPr>
          <p:cNvSpPr>
            <a:spLocks noGrp="1"/>
          </p:cNvSpPr>
          <p:nvPr/>
        </p:nvSpPr>
        <p:spPr>
          <a:xfrm>
            <a:off x="6553200" y="322897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o uso</a:t>
            </a:r>
          </a:p>
        </p:txBody>
      </p:sp>
      <p:sp>
        <p:nvSpPr>
          <p:cNvPr id="10" name="equation-use-body">
            <a:extLst>
              <a:ext uri="{FF2B5EF4-FFF2-40B4-BE49-F238E27FC236}">
                <a16:creationId xmlns:a16="http://schemas.microsoft.com/office/drawing/2014/main" id="{0FD3F362-015B-4C20-A336-7E490A216A12}"/>
              </a:ext>
            </a:extLst>
          </p:cNvPr>
          <p:cNvSpPr>
            <a:spLocks noGrp="1"/>
          </p:cNvSpPr>
          <p:nvPr/>
        </p:nvSpPr>
        <p:spPr>
          <a:xfrm>
            <a:off x="6553200" y="3629025"/>
            <a:ext cx="4610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Razón de áreas 20 y razón de palanca 1,2: razón ideal de presión 24.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27A1C88E-8DCB-439A-9990-C89A64155F9C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1F549FED-03DB-4DED-B501-4A1CF9BEB8A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AAD33186-63B6-4726-9B0E-1D9305407311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A5563A69-18F4-41E8-9569-AC35F1271D5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2F659109-CDF7-0DCB-A202-BB162CF3CF4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E4BE19BC-0603-4A60-9CCE-EFBE43DE7CBA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CE2670CC-A23F-48A9-BE0E-91C9C214F7A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razón en dB no es automáticamente dB SPL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A632707-228C-4352-865F-EBD22C3206F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Faltan referencia y definición de magnitud para informar SPL.</a:t>
            </a:r>
          </a:p>
        </p:txBody>
      </p:sp>
      <p:sp>
        <p:nvSpPr>
          <p:cNvPr id="3" name="U06-DG-022-panel_left-anchor">
            <a:extLst>
              <a:ext uri="{FF2B5EF4-FFF2-40B4-BE49-F238E27FC236}">
                <a16:creationId xmlns:a16="http://schemas.microsoft.com/office/drawing/2014/main" id="{1966F732-F620-4472-AAE0-2D05F3097E1A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2-panel_right-anchor">
            <a:extLst>
              <a:ext uri="{FF2B5EF4-FFF2-40B4-BE49-F238E27FC236}">
                <a16:creationId xmlns:a16="http://schemas.microsoft.com/office/drawing/2014/main" id="{CD714C2A-B184-49B3-B96B-A60112D8AB32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2-panel_left-box" descr="Diagrama sobre «Una razón en dB no es automáticamente dB SPL»; organiza comparación `20 log10(p2/p1)` frente a `20 log10(p_rms/p_ref)`." title="Texto alternativo U06-037">
            <a:extLst>
              <a:ext uri="{FF2B5EF4-FFF2-40B4-BE49-F238E27FC236}">
                <a16:creationId xmlns:a16="http://schemas.microsoft.com/office/drawing/2014/main" id="{32E54FCB-0C56-413A-AAA8-3570C086BCE2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6" name="U06-DG-022-panel_left-title">
            <a:extLst>
              <a:ext uri="{FF2B5EF4-FFF2-40B4-BE49-F238E27FC236}">
                <a16:creationId xmlns:a16="http://schemas.microsoft.com/office/drawing/2014/main" id="{AC3DDD8B-522D-415B-B200-E59D77239EB1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Razón entre presiones</a:t>
            </a:r>
          </a:p>
        </p:txBody>
      </p:sp>
      <p:sp>
        <p:nvSpPr>
          <p:cNvPr id="7" name="U06-DG-022-panel_left-body">
            <a:extLst>
              <a:ext uri="{FF2B5EF4-FFF2-40B4-BE49-F238E27FC236}">
                <a16:creationId xmlns:a16="http://schemas.microsoft.com/office/drawing/2014/main" id="{7A2E8476-6D59-443C-BB90-55A385CF381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log₁₀(p₂/p₁) referencia: p₁</a:t>
            </a:r>
          </a:p>
        </p:txBody>
      </p:sp>
      <p:sp>
        <p:nvSpPr>
          <p:cNvPr id="8" name="U06-DG-022-panel_right-box">
            <a:extLst>
              <a:ext uri="{FF2B5EF4-FFF2-40B4-BE49-F238E27FC236}">
                <a16:creationId xmlns:a16="http://schemas.microsoft.com/office/drawing/2014/main" id="{34922875-086B-41A2-8154-C7622A709878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U06-DG-022-panel_right-title">
            <a:extLst>
              <a:ext uri="{FF2B5EF4-FFF2-40B4-BE49-F238E27FC236}">
                <a16:creationId xmlns:a16="http://schemas.microsoft.com/office/drawing/2014/main" id="{8E39C28C-BC9C-494B-830A-8BEA0265B341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 de presión sonora</a:t>
            </a:r>
          </a:p>
        </p:txBody>
      </p:sp>
      <p:sp>
        <p:nvSpPr>
          <p:cNvPr id="10" name="U06-DG-022-panel_right-body">
            <a:extLst>
              <a:ext uri="{FF2B5EF4-FFF2-40B4-BE49-F238E27FC236}">
                <a16:creationId xmlns:a16="http://schemas.microsoft.com/office/drawing/2014/main" id="{C2F4234A-C599-4BEA-8131-B6E08F260A7E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log₁₀(pᵣₘₛ/pᵣₑ𝒻) pᵣₑ𝒻 declarado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86954F30-ED64-4971-8C22-DC7A6698F99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11048853-0A08-4BF1-8DD2-61A8D588A8A9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BBA15DB3-B85B-48BC-B39E-197B9EC252E4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DB8FB322-0BB1-42DD-B33C-0B02C5C6763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9BBA31B0-5E23-3A5D-4344-EB88D1961D6A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D6D816F-4EDB-4746-9114-4C2DC42D1114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2F82ED19-8811-4660-AF36-56E4A479D0F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reflejo acústico modifica la rigidez después de una latencia</a:t>
            </a:r>
          </a:p>
        </p:txBody>
      </p:sp>
      <p:sp>
        <p:nvSpPr>
          <p:cNvPr id="2" name="U06-DG-023-stage_1-anchor">
            <a:extLst>
              <a:ext uri="{FF2B5EF4-FFF2-40B4-BE49-F238E27FC236}">
                <a16:creationId xmlns:a16="http://schemas.microsoft.com/office/drawing/2014/main" id="{05E53EDE-27B0-45DA-AF86-1213E0A0A6ED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23-stage_2-anchor">
            <a:extLst>
              <a:ext uri="{FF2B5EF4-FFF2-40B4-BE49-F238E27FC236}">
                <a16:creationId xmlns:a16="http://schemas.microsoft.com/office/drawing/2014/main" id="{59E3E0EC-5165-486C-9A9F-D7C923B6203A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3-stage_3-anchor">
            <a:extLst>
              <a:ext uri="{FF2B5EF4-FFF2-40B4-BE49-F238E27FC236}">
                <a16:creationId xmlns:a16="http://schemas.microsoft.com/office/drawing/2014/main" id="{7A10745E-34FB-4F64-876B-6CE5C28155B2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3-stage_4-anchor">
            <a:extLst>
              <a:ext uri="{FF2B5EF4-FFF2-40B4-BE49-F238E27FC236}">
                <a16:creationId xmlns:a16="http://schemas.microsoft.com/office/drawing/2014/main" id="{61E02CA2-6BCE-4D10-B0AE-1B42E567B780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23-flow_1"/>
          <p:cNvCxnSpPr>
            <a:stCxn id="2" idx="3"/>
            <a:endCxn id="3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23-flow_2"/>
          <p:cNvCxnSpPr>
            <a:stCxn id="3" idx="3"/>
            <a:endCxn id="4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23-flow_3"/>
          <p:cNvCxnSpPr>
            <a:stCxn id="4" idx="3"/>
            <a:endCxn id="5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9" name="U06-DG-023-stage_1-box" descr="Diagrama sobre «El reflejo acústico modifica la rigidez después de una latencia»; organiza estímulo → vía refleja → contracción → cambio de rigidez/transferencia." title="Texto alternativo U06-038">
            <a:extLst>
              <a:ext uri="{FF2B5EF4-FFF2-40B4-BE49-F238E27FC236}">
                <a16:creationId xmlns:a16="http://schemas.microsoft.com/office/drawing/2014/main" id="{AD6F2FFC-28B3-41B1-93D6-86668E117C9B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U06-DG-023-stage_1-title">
            <a:extLst>
              <a:ext uri="{FF2B5EF4-FFF2-40B4-BE49-F238E27FC236}">
                <a16:creationId xmlns:a16="http://schemas.microsoft.com/office/drawing/2014/main" id="{5F5BC759-35CD-411E-8D84-EF0B2EDECECE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11" name="U06-DG-023-stage_1-body">
            <a:extLst>
              <a:ext uri="{FF2B5EF4-FFF2-40B4-BE49-F238E27FC236}">
                <a16:creationId xmlns:a16="http://schemas.microsoft.com/office/drawing/2014/main" id="{E024E25C-A0DE-4AFD-B191-1CFED727517F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2" name="U06-DG-023-stage_2-box">
            <a:extLst>
              <a:ext uri="{FF2B5EF4-FFF2-40B4-BE49-F238E27FC236}">
                <a16:creationId xmlns:a16="http://schemas.microsoft.com/office/drawing/2014/main" id="{CDA84866-5381-4245-B385-849BF429F4A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3" name="U06-DG-023-stage_2-title">
            <a:extLst>
              <a:ext uri="{FF2B5EF4-FFF2-40B4-BE49-F238E27FC236}">
                <a16:creationId xmlns:a16="http://schemas.microsoft.com/office/drawing/2014/main" id="{CBA9EF52-1F91-4EDC-BB76-B4E0B5330E91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Vía refleja</a:t>
            </a:r>
          </a:p>
        </p:txBody>
      </p:sp>
      <p:sp>
        <p:nvSpPr>
          <p:cNvPr id="14" name="U06-DG-023-stage_2-body">
            <a:extLst>
              <a:ext uri="{FF2B5EF4-FFF2-40B4-BE49-F238E27FC236}">
                <a16:creationId xmlns:a16="http://schemas.microsoft.com/office/drawing/2014/main" id="{D069E4C7-11F0-47F8-9D34-047C167FC3E6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detección y control</a:t>
            </a:r>
          </a:p>
        </p:txBody>
      </p:sp>
      <p:sp>
        <p:nvSpPr>
          <p:cNvPr id="15" name="U06-DG-023-stage_3-box">
            <a:extLst>
              <a:ext uri="{FF2B5EF4-FFF2-40B4-BE49-F238E27FC236}">
                <a16:creationId xmlns:a16="http://schemas.microsoft.com/office/drawing/2014/main" id="{34647FF9-AB8A-4191-9F6F-33FA8A437172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6" name="U06-DG-023-stage_3-title">
            <a:extLst>
              <a:ext uri="{FF2B5EF4-FFF2-40B4-BE49-F238E27FC236}">
                <a16:creationId xmlns:a16="http://schemas.microsoft.com/office/drawing/2014/main" id="{F38B7949-B1E6-4A63-9459-10C19EF8E65F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Músculos</a:t>
            </a:r>
          </a:p>
        </p:txBody>
      </p:sp>
      <p:sp>
        <p:nvSpPr>
          <p:cNvPr id="17" name="U06-DG-023-stage_3-body">
            <a:extLst>
              <a:ext uri="{FF2B5EF4-FFF2-40B4-BE49-F238E27FC236}">
                <a16:creationId xmlns:a16="http://schemas.microsoft.com/office/drawing/2014/main" id="{DA8BDEE3-9459-46F8-A635-6F7F7DA8A119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contracción</a:t>
            </a:r>
          </a:p>
        </p:txBody>
      </p:sp>
      <p:sp>
        <p:nvSpPr>
          <p:cNvPr id="18" name="U06-DG-023-stage_4-box">
            <a:extLst>
              <a:ext uri="{FF2B5EF4-FFF2-40B4-BE49-F238E27FC236}">
                <a16:creationId xmlns:a16="http://schemas.microsoft.com/office/drawing/2014/main" id="{18544B95-E4A6-4C88-85FA-26886A40C7CD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9" name="U06-DG-023-stage_4-title">
            <a:extLst>
              <a:ext uri="{FF2B5EF4-FFF2-40B4-BE49-F238E27FC236}">
                <a16:creationId xmlns:a16="http://schemas.microsoft.com/office/drawing/2014/main" id="{BB57274F-92F5-407F-9578-4AA1607A4D5E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20" name="U06-DG-023-stage_4-body">
            <a:extLst>
              <a:ext uri="{FF2B5EF4-FFF2-40B4-BE49-F238E27FC236}">
                <a16:creationId xmlns:a16="http://schemas.microsoft.com/office/drawing/2014/main" id="{53B6D090-80FF-42CD-AA12-56F69FF92D63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impedancia cambia</a:t>
            </a:r>
          </a:p>
        </p:txBody>
      </p:sp>
      <p:sp>
        <p:nvSpPr>
          <p:cNvPr id="21" name="top-rail-1">
            <a:extLst>
              <a:ext uri="{FF2B5EF4-FFF2-40B4-BE49-F238E27FC236}">
                <a16:creationId xmlns:a16="http://schemas.microsoft.com/office/drawing/2014/main" id="{306B6147-C6C1-4503-A066-B2E5FBA83EA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>
              <a:ext uri="{FF2B5EF4-FFF2-40B4-BE49-F238E27FC236}">
                <a16:creationId xmlns:a16="http://schemas.microsoft.com/office/drawing/2014/main" id="{C795E6FC-2644-4F0C-B689-9ED8FCE952D9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>
              <a:ext uri="{FF2B5EF4-FFF2-40B4-BE49-F238E27FC236}">
                <a16:creationId xmlns:a16="http://schemas.microsoft.com/office/drawing/2014/main" id="{0EB1825D-8903-49F2-AEE2-981F5C660A8A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00646F8E-D6D9-4917-8ACF-D011117E0D3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EE16E47D-4408-0796-4547-EE465FEDB381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77F5D2A7-FBBE-4386-8DA9-EFF43BBF031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38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349A756B-56C9-44D7-9B4B-629811201C6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transferir, transformar y limitar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0FE83C1-4BE5-4994-A71F-A8A7D2560890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oído medio adapta con pérdidas; el reflejo llega tarde para el inicio de un impulso.</a:t>
            </a:r>
          </a:p>
        </p:txBody>
      </p:sp>
      <p:sp>
        <p:nvSpPr>
          <p:cNvPr id="3" name="U06-DG-001-stage_1-anchor">
            <a:extLst>
              <a:ext uri="{FF2B5EF4-FFF2-40B4-BE49-F238E27FC236}">
                <a16:creationId xmlns:a16="http://schemas.microsoft.com/office/drawing/2014/main" id="{0877151E-3914-4172-8242-6784FDAC9F1F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1-stage_2-anchor">
            <a:extLst>
              <a:ext uri="{FF2B5EF4-FFF2-40B4-BE49-F238E27FC236}">
                <a16:creationId xmlns:a16="http://schemas.microsoft.com/office/drawing/2014/main" id="{D9265491-1333-4434-A243-9771F81C4C0F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1-stage_3-anchor">
            <a:extLst>
              <a:ext uri="{FF2B5EF4-FFF2-40B4-BE49-F238E27FC236}">
                <a16:creationId xmlns:a16="http://schemas.microsoft.com/office/drawing/2014/main" id="{6303AD62-C9CC-4E31-B967-7031F3CB9A0A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1-stage_4-anchor">
            <a:extLst>
              <a:ext uri="{FF2B5EF4-FFF2-40B4-BE49-F238E27FC236}">
                <a16:creationId xmlns:a16="http://schemas.microsoft.com/office/drawing/2014/main" id="{5D090079-E385-46E0-9DB5-A39C7A18D607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01-stage_5-anchor">
            <a:extLst>
              <a:ext uri="{FF2B5EF4-FFF2-40B4-BE49-F238E27FC236}">
                <a16:creationId xmlns:a16="http://schemas.microsoft.com/office/drawing/2014/main" id="{45E1D850-6CC5-4FAB-834B-9266B8304732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01-stage_6-anchor">
            <a:extLst>
              <a:ext uri="{FF2B5EF4-FFF2-40B4-BE49-F238E27FC236}">
                <a16:creationId xmlns:a16="http://schemas.microsoft.com/office/drawing/2014/main" id="{6D856233-F672-4606-985F-B4CAF9100FF7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01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01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01-flow_3"/>
          <p:cNvCxnSpPr>
            <a:stCxn id="5" idx="2"/>
            <a:endCxn id="6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01-flow_4"/>
          <p:cNvCxnSpPr>
            <a:stCxn id="6" idx="1"/>
            <a:endCxn id="7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01-flow_5"/>
          <p:cNvCxnSpPr>
            <a:stCxn id="7" idx="1"/>
            <a:endCxn id="8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6-DG-001-stage_1-box" descr="Diagrama sobre «Hasta acá: transferir, transformar y limitar»; organiza tres ideas + pregunta de control sobre energía y latencia." title="Texto alternativo U06-039">
            <a:extLst>
              <a:ext uri="{FF2B5EF4-FFF2-40B4-BE49-F238E27FC236}">
                <a16:creationId xmlns:a16="http://schemas.microsoft.com/office/drawing/2014/main" id="{DF722081-4790-4955-8224-865C7EEDC2DF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01-stage_1-title">
            <a:extLst>
              <a:ext uri="{FF2B5EF4-FFF2-40B4-BE49-F238E27FC236}">
                <a16:creationId xmlns:a16="http://schemas.microsoft.com/office/drawing/2014/main" id="{66DDCBFB-9C3F-4B88-9788-E4E2B0100C20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Pabellón</a:t>
            </a:r>
          </a:p>
        </p:txBody>
      </p:sp>
      <p:sp>
        <p:nvSpPr>
          <p:cNvPr id="16" name="U06-DG-001-stage_1-body">
            <a:extLst>
              <a:ext uri="{FF2B5EF4-FFF2-40B4-BE49-F238E27FC236}">
                <a16:creationId xmlns:a16="http://schemas.microsoft.com/office/drawing/2014/main" id="{5551EA5B-4891-42A5-B3B6-7EBB80D7741D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capta y filtra</a:t>
            </a:r>
          </a:p>
        </p:txBody>
      </p:sp>
      <p:sp>
        <p:nvSpPr>
          <p:cNvPr id="17" name="U06-DG-001-stage_2-box">
            <a:extLst>
              <a:ext uri="{FF2B5EF4-FFF2-40B4-BE49-F238E27FC236}">
                <a16:creationId xmlns:a16="http://schemas.microsoft.com/office/drawing/2014/main" id="{D7D7E946-14A1-4497-803A-694620B7AB04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01-stage_2-title">
            <a:extLst>
              <a:ext uri="{FF2B5EF4-FFF2-40B4-BE49-F238E27FC236}">
                <a16:creationId xmlns:a16="http://schemas.microsoft.com/office/drawing/2014/main" id="{712FDF1D-A2B1-4732-8E44-0D03AF9DB729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19" name="U06-DG-001-stage_2-body">
            <a:extLst>
              <a:ext uri="{FF2B5EF4-FFF2-40B4-BE49-F238E27FC236}">
                <a16:creationId xmlns:a16="http://schemas.microsoft.com/office/drawing/2014/main" id="{F7A055A9-C52E-480C-A343-9B6D4752D6FB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conduce presión</a:t>
            </a:r>
          </a:p>
        </p:txBody>
      </p:sp>
      <p:sp>
        <p:nvSpPr>
          <p:cNvPr id="20" name="U06-DG-001-stage_3-box">
            <a:extLst>
              <a:ext uri="{FF2B5EF4-FFF2-40B4-BE49-F238E27FC236}">
                <a16:creationId xmlns:a16="http://schemas.microsoft.com/office/drawing/2014/main" id="{33DB8BDA-895F-4200-9162-ED19734B1271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1" name="U06-DG-001-stage_3-title">
            <a:extLst>
              <a:ext uri="{FF2B5EF4-FFF2-40B4-BE49-F238E27FC236}">
                <a16:creationId xmlns:a16="http://schemas.microsoft.com/office/drawing/2014/main" id="{7556E480-807C-45D7-9370-98ED33F0ADEA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2" name="U06-DG-001-stage_3-body">
            <a:extLst>
              <a:ext uri="{FF2B5EF4-FFF2-40B4-BE49-F238E27FC236}">
                <a16:creationId xmlns:a16="http://schemas.microsoft.com/office/drawing/2014/main" id="{C7F291E4-D785-472D-90F8-42A3EC1A14C8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→ fuerza</a:t>
            </a:r>
          </a:p>
        </p:txBody>
      </p:sp>
      <p:sp>
        <p:nvSpPr>
          <p:cNvPr id="23" name="U06-DG-001-stage_4-box">
            <a:extLst>
              <a:ext uri="{FF2B5EF4-FFF2-40B4-BE49-F238E27FC236}">
                <a16:creationId xmlns:a16="http://schemas.microsoft.com/office/drawing/2014/main" id="{43903255-A4A8-4177-A135-4BAB6EFF6DF9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4" name="U06-DG-001-stage_4-title">
            <a:extLst>
              <a:ext uri="{FF2B5EF4-FFF2-40B4-BE49-F238E27FC236}">
                <a16:creationId xmlns:a16="http://schemas.microsoft.com/office/drawing/2014/main" id="{C178301D-6CB4-4EC0-9D75-929C3DD2D7B8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25" name="U06-DG-001-stage_4-body">
            <a:extLst>
              <a:ext uri="{FF2B5EF4-FFF2-40B4-BE49-F238E27FC236}">
                <a16:creationId xmlns:a16="http://schemas.microsoft.com/office/drawing/2014/main" id="{CAB0485B-D13B-4BBC-8D90-53CAC58D31B0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transfieren</a:t>
            </a:r>
          </a:p>
        </p:txBody>
      </p:sp>
      <p:sp>
        <p:nvSpPr>
          <p:cNvPr id="26" name="U06-DG-001-stage_5-box">
            <a:extLst>
              <a:ext uri="{FF2B5EF4-FFF2-40B4-BE49-F238E27FC236}">
                <a16:creationId xmlns:a16="http://schemas.microsoft.com/office/drawing/2014/main" id="{E5929FB6-BC7D-4AD1-8EA8-7347EC39022E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7" name="U06-DG-001-stage_5-title">
            <a:extLst>
              <a:ext uri="{FF2B5EF4-FFF2-40B4-BE49-F238E27FC236}">
                <a16:creationId xmlns:a16="http://schemas.microsoft.com/office/drawing/2014/main" id="{90247A7A-A262-4AEB-AD91-E1A19785E4FC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8" name="U06-DG-001-stage_5-body">
            <a:extLst>
              <a:ext uri="{FF2B5EF4-FFF2-40B4-BE49-F238E27FC236}">
                <a16:creationId xmlns:a16="http://schemas.microsoft.com/office/drawing/2014/main" id="{28A160DF-3F56-4494-999D-03C50427142C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29" name="U06-DG-001-stage_6-box">
            <a:extLst>
              <a:ext uri="{FF2B5EF4-FFF2-40B4-BE49-F238E27FC236}">
                <a16:creationId xmlns:a16="http://schemas.microsoft.com/office/drawing/2014/main" id="{B71B797E-A6B2-4B5E-898B-34FA7E2DBAD2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0" name="U06-DG-001-stage_6-title">
            <a:extLst>
              <a:ext uri="{FF2B5EF4-FFF2-40B4-BE49-F238E27FC236}">
                <a16:creationId xmlns:a16="http://schemas.microsoft.com/office/drawing/2014/main" id="{874A498A-C88C-4FC5-A365-F851FFA8F480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1" name="U06-DG-001-stage_6-body">
            <a:extLst>
              <a:ext uri="{FF2B5EF4-FFF2-40B4-BE49-F238E27FC236}">
                <a16:creationId xmlns:a16="http://schemas.microsoft.com/office/drawing/2014/main" id="{1A3BE68C-5009-40BE-87D3-FE2CF3B9A32F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aferente</a:t>
            </a:r>
          </a:p>
        </p:txBody>
      </p:sp>
      <p:sp>
        <p:nvSpPr>
          <p:cNvPr id="32" name="top-rail-1">
            <a:extLst>
              <a:ext uri="{FF2B5EF4-FFF2-40B4-BE49-F238E27FC236}">
                <a16:creationId xmlns:a16="http://schemas.microsoft.com/office/drawing/2014/main" id="{7C4B97CD-C9A4-42A9-B14A-13F9A539DF2E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3" name="top-rail-2">
            <a:extLst>
              <a:ext uri="{FF2B5EF4-FFF2-40B4-BE49-F238E27FC236}">
                <a16:creationId xmlns:a16="http://schemas.microsoft.com/office/drawing/2014/main" id="{D6750DA5-2956-4A14-8E7A-87791F6D48B8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4" name="top-rail-3">
            <a:extLst>
              <a:ext uri="{FF2B5EF4-FFF2-40B4-BE49-F238E27FC236}">
                <a16:creationId xmlns:a16="http://schemas.microsoft.com/office/drawing/2014/main" id="{F87151A6-D90E-43E1-AB68-7D601CF44232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5" name="eyebrow">
            <a:extLst>
              <a:ext uri="{FF2B5EF4-FFF2-40B4-BE49-F238E27FC236}">
                <a16:creationId xmlns:a16="http://schemas.microsoft.com/office/drawing/2014/main" id="{D1221820-B7A9-456B-9D57-12791F139BF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1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326D5921-D4FA-A62E-8C1D-4DA229D5C09A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D980798B-DF1D-4D82-B72B-1C204C11B7E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39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1E01BD2F-7504-4FBA-8647-692E13A2A3CA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AB54833D-BB0F-4686-B42E-BC94987AC280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vía ósea es una convergencia, no un atajo único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9D6B8F07-86C7-4804-848B-0C7B9EE0596F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¿Por qué la conducción ósea no es una ruta única que evita el oído externo y medio?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91C241FA-C0D3-26AB-FBE0-C19C064F2A2D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78351A82-DF0B-4321-87E1-C20F28D67FEC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40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-title">
            <a:extLst>
              <a:ext uri="{FF2B5EF4-FFF2-40B4-BE49-F238E27FC236}">
                <a16:creationId xmlns:a16="http://schemas.microsoft.com/office/drawing/2014/main" id="{AE824B92-D707-4E35-AB9F-E1B1EDFB913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Vía aérea y vía ósea cambian la entrada, no la cóclea final</a:t>
            </a:r>
          </a:p>
        </p:txBody>
      </p:sp>
      <p:sp>
        <p:nvSpPr>
          <p:cNvPr id="2" name="U06-DG-024-target-anchor">
            <a:extLst>
              <a:ext uri="{FF2B5EF4-FFF2-40B4-BE49-F238E27FC236}">
                <a16:creationId xmlns:a16="http://schemas.microsoft.com/office/drawing/2014/main" id="{B9EC273B-0230-4C5B-BCDB-F18110379433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24-air_1-anchor">
            <a:extLst>
              <a:ext uri="{FF2B5EF4-FFF2-40B4-BE49-F238E27FC236}">
                <a16:creationId xmlns:a16="http://schemas.microsoft.com/office/drawing/2014/main" id="{DA92536A-370F-4F4E-899B-A8990E543E04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4-air_2-anchor">
            <a:extLst>
              <a:ext uri="{FF2B5EF4-FFF2-40B4-BE49-F238E27FC236}">
                <a16:creationId xmlns:a16="http://schemas.microsoft.com/office/drawing/2014/main" id="{1BCF825C-05B6-4BBE-98B3-AF68D18F21E2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4-air_3-anchor">
            <a:extLst>
              <a:ext uri="{FF2B5EF4-FFF2-40B4-BE49-F238E27FC236}">
                <a16:creationId xmlns:a16="http://schemas.microsoft.com/office/drawing/2014/main" id="{11923508-B5A9-470F-8944-9B7D16909ED4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4-air_4-anchor">
            <a:extLst>
              <a:ext uri="{FF2B5EF4-FFF2-40B4-BE49-F238E27FC236}">
                <a16:creationId xmlns:a16="http://schemas.microsoft.com/office/drawing/2014/main" id="{A013F122-3577-48BD-A57F-90A286BD548A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4-bone_1-anchor">
            <a:extLst>
              <a:ext uri="{FF2B5EF4-FFF2-40B4-BE49-F238E27FC236}">
                <a16:creationId xmlns:a16="http://schemas.microsoft.com/office/drawing/2014/main" id="{F3D2A3F7-FF53-4E6E-8547-ECB0B7CC791A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4-bone_2-anchor">
            <a:extLst>
              <a:ext uri="{FF2B5EF4-FFF2-40B4-BE49-F238E27FC236}">
                <a16:creationId xmlns:a16="http://schemas.microsoft.com/office/drawing/2014/main" id="{E403A226-9DF8-497D-8630-A103096696C8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4-bone_3-anchor">
            <a:extLst>
              <a:ext uri="{FF2B5EF4-FFF2-40B4-BE49-F238E27FC236}">
                <a16:creationId xmlns:a16="http://schemas.microsoft.com/office/drawing/2014/main" id="{B8011152-E5E9-438B-9648-414663CCE408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cxnSp>
        <p:nvCxnSpPr>
          <p:cNvPr id="54" name="U06-DG-024-air_edge_1"/>
          <p:cNvCxnSpPr>
            <a:stCxn id="3" idx="3"/>
            <a:endCxn id="4" idx="1"/>
          </p:cNvCxnSpPr>
          <p:nvPr/>
        </p:nvCxnSpPr>
        <p:spPr>
          <a:xfrm>
            <a:off x="2662238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6-DG-024-air_edge_2"/>
          <p:cNvCxnSpPr>
            <a:stCxn id="4" idx="3"/>
            <a:endCxn id="5" idx="1"/>
          </p:cNvCxnSpPr>
          <p:nvPr/>
        </p:nvCxnSpPr>
        <p:spPr>
          <a:xfrm>
            <a:off x="4733926" y="2143125"/>
            <a:ext cx="190499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6-DG-024-air_edge_3"/>
          <p:cNvCxnSpPr>
            <a:stCxn id="5" idx="3"/>
            <a:endCxn id="6" idx="1"/>
          </p:cNvCxnSpPr>
          <p:nvPr/>
        </p:nvCxnSpPr>
        <p:spPr>
          <a:xfrm>
            <a:off x="6805613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6-DG-024-air_target"/>
          <p:cNvCxnSpPr>
            <a:stCxn id="6" idx="3"/>
            <a:endCxn id="2" idx="1"/>
          </p:cNvCxnSpPr>
          <p:nvPr/>
        </p:nvCxnSpPr>
        <p:spPr>
          <a:xfrm>
            <a:off x="8877301" y="2143125"/>
            <a:ext cx="600074" cy="1285875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8" name="U06-DG-024-bone_edge_1"/>
          <p:cNvCxnSpPr>
            <a:stCxn id="7" idx="3"/>
            <a:endCxn id="8" idx="1"/>
          </p:cNvCxnSpPr>
          <p:nvPr/>
        </p:nvCxnSpPr>
        <p:spPr>
          <a:xfrm>
            <a:off x="335280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9" name="U06-DG-024-bone_edge_2"/>
          <p:cNvCxnSpPr>
            <a:stCxn id="8" idx="3"/>
            <a:endCxn id="9" idx="1"/>
          </p:cNvCxnSpPr>
          <p:nvPr/>
        </p:nvCxnSpPr>
        <p:spPr>
          <a:xfrm>
            <a:off x="611505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0" name="U06-DG-024-bone_target"/>
          <p:cNvCxnSpPr>
            <a:stCxn id="9" idx="3"/>
            <a:endCxn id="2" idx="1"/>
          </p:cNvCxnSpPr>
          <p:nvPr/>
        </p:nvCxnSpPr>
        <p:spPr>
          <a:xfrm flipV="1">
            <a:off x="8877300" y="3429000"/>
            <a:ext cx="600075" cy="1428750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06-DG-024-target-box" descr="Diagrama sobre «Vía aérea y vía ósea cambian la entrada, no la cóclea final»; organiza entrada, estructuras participantes y punto de convergencia; mismos criterios en dos columnas." title="Texto alternativo U06-041">
            <a:extLst>
              <a:ext uri="{FF2B5EF4-FFF2-40B4-BE49-F238E27FC236}">
                <a16:creationId xmlns:a16="http://schemas.microsoft.com/office/drawing/2014/main" id="{A11D975D-4B90-4861-8A97-53FD05F819A1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24-target-title">
            <a:extLst>
              <a:ext uri="{FF2B5EF4-FFF2-40B4-BE49-F238E27FC236}">
                <a16:creationId xmlns:a16="http://schemas.microsoft.com/office/drawing/2014/main" id="{F96E437D-F4C5-4779-A3C0-193FC781A506}"/>
              </a:ext>
            </a:extLst>
          </p:cNvPr>
          <p:cNvSpPr>
            <a:spLocks noGrp="1"/>
          </p:cNvSpPr>
          <p:nvPr/>
        </p:nvSpPr>
        <p:spPr>
          <a:xfrm>
            <a:off x="9667875" y="2809875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9" name="U06-DG-024-target-body">
            <a:extLst>
              <a:ext uri="{FF2B5EF4-FFF2-40B4-BE49-F238E27FC236}">
                <a16:creationId xmlns:a16="http://schemas.microsoft.com/office/drawing/2014/main" id="{2052765F-C36C-48F0-BEB7-90897A779656}"/>
              </a:ext>
            </a:extLst>
          </p:cNvPr>
          <p:cNvSpPr>
            <a:spLocks noGrp="1"/>
          </p:cNvSpPr>
          <p:nvPr/>
        </p:nvSpPr>
        <p:spPr>
          <a:xfrm>
            <a:off x="9667875" y="3257550"/>
            <a:ext cx="1571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destino común</a:t>
            </a:r>
          </a:p>
        </p:txBody>
      </p:sp>
      <p:sp>
        <p:nvSpPr>
          <p:cNvPr id="20" name="U06-DG-024-air_1-box">
            <a:extLst>
              <a:ext uri="{FF2B5EF4-FFF2-40B4-BE49-F238E27FC236}">
                <a16:creationId xmlns:a16="http://schemas.microsoft.com/office/drawing/2014/main" id="{B34BC98B-A4EA-439E-9992-C027AF5F8872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1" name="U06-DG-024-air_1-title">
            <a:extLst>
              <a:ext uri="{FF2B5EF4-FFF2-40B4-BE49-F238E27FC236}">
                <a16:creationId xmlns:a16="http://schemas.microsoft.com/office/drawing/2014/main" id="{44E93403-28A9-450D-95CE-D562E677E0F3}"/>
              </a:ext>
            </a:extLst>
          </p:cNvPr>
          <p:cNvSpPr>
            <a:spLocks noGrp="1"/>
          </p:cNvSpPr>
          <p:nvPr/>
        </p:nvSpPr>
        <p:spPr>
          <a:xfrm>
            <a:off x="971550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Aire</a:t>
            </a:r>
          </a:p>
        </p:txBody>
      </p:sp>
      <p:sp>
        <p:nvSpPr>
          <p:cNvPr id="22" name="U06-DG-024-air_1-body">
            <a:extLst>
              <a:ext uri="{FF2B5EF4-FFF2-40B4-BE49-F238E27FC236}">
                <a16:creationId xmlns:a16="http://schemas.microsoft.com/office/drawing/2014/main" id="{7425B3DB-9B21-432C-80AF-6B2DD946B031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3" name="U06-DG-024-air_2-box">
            <a:extLst>
              <a:ext uri="{FF2B5EF4-FFF2-40B4-BE49-F238E27FC236}">
                <a16:creationId xmlns:a16="http://schemas.microsoft.com/office/drawing/2014/main" id="{FFC4ADD0-E055-42E3-A652-EEEB060B6063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4" name="U06-DG-024-air_2-title">
            <a:extLst>
              <a:ext uri="{FF2B5EF4-FFF2-40B4-BE49-F238E27FC236}">
                <a16:creationId xmlns:a16="http://schemas.microsoft.com/office/drawing/2014/main" id="{3D1229BE-B516-4E42-9F4B-E4EAA3755EA0}"/>
              </a:ext>
            </a:extLst>
          </p:cNvPr>
          <p:cNvSpPr>
            <a:spLocks noGrp="1"/>
          </p:cNvSpPr>
          <p:nvPr/>
        </p:nvSpPr>
        <p:spPr>
          <a:xfrm>
            <a:off x="3043238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5" name="U06-DG-024-air_2-body">
            <a:extLst>
              <a:ext uri="{FF2B5EF4-FFF2-40B4-BE49-F238E27FC236}">
                <a16:creationId xmlns:a16="http://schemas.microsoft.com/office/drawing/2014/main" id="{7DAEBE80-F7B9-4790-92F4-3D12EC83E1A8}"/>
              </a:ext>
            </a:extLst>
          </p:cNvPr>
          <p:cNvSpPr>
            <a:spLocks noGrp="1"/>
          </p:cNvSpPr>
          <p:nvPr/>
        </p:nvSpPr>
        <p:spPr>
          <a:xfrm>
            <a:off x="3043238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6" name="U06-DG-024-air_3-box">
            <a:extLst>
              <a:ext uri="{FF2B5EF4-FFF2-40B4-BE49-F238E27FC236}">
                <a16:creationId xmlns:a16="http://schemas.microsoft.com/office/drawing/2014/main" id="{17A83DA4-A6C0-41FF-9054-4EF265A09D02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7" name="U06-DG-024-air_3-title">
            <a:extLst>
              <a:ext uri="{FF2B5EF4-FFF2-40B4-BE49-F238E27FC236}">
                <a16:creationId xmlns:a16="http://schemas.microsoft.com/office/drawing/2014/main" id="{211053C8-FB92-428C-A693-BE25C1BE1C06}"/>
              </a:ext>
            </a:extLst>
          </p:cNvPr>
          <p:cNvSpPr>
            <a:spLocks noGrp="1"/>
          </p:cNvSpPr>
          <p:nvPr/>
        </p:nvSpPr>
        <p:spPr>
          <a:xfrm>
            <a:off x="5114925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8" name="U06-DG-024-air_3-body">
            <a:extLst>
              <a:ext uri="{FF2B5EF4-FFF2-40B4-BE49-F238E27FC236}">
                <a16:creationId xmlns:a16="http://schemas.microsoft.com/office/drawing/2014/main" id="{65636CDF-7684-4383-AF5B-ADF2E3FB5AB1}"/>
              </a:ext>
            </a:extLst>
          </p:cNvPr>
          <p:cNvSpPr>
            <a:spLocks noGrp="1"/>
          </p:cNvSpPr>
          <p:nvPr/>
        </p:nvSpPr>
        <p:spPr>
          <a:xfrm>
            <a:off x="5114925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29" name="U06-DG-024-air_4-box">
            <a:extLst>
              <a:ext uri="{FF2B5EF4-FFF2-40B4-BE49-F238E27FC236}">
                <a16:creationId xmlns:a16="http://schemas.microsoft.com/office/drawing/2014/main" id="{91042B1A-F36C-414E-8112-8A9F567D2D93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30" name="U06-DG-024-air_4-title">
            <a:extLst>
              <a:ext uri="{FF2B5EF4-FFF2-40B4-BE49-F238E27FC236}">
                <a16:creationId xmlns:a16="http://schemas.microsoft.com/office/drawing/2014/main" id="{702450F4-67E2-43AE-9B0D-B5BBF3B9A193}"/>
              </a:ext>
            </a:extLst>
          </p:cNvPr>
          <p:cNvSpPr>
            <a:spLocks noGrp="1"/>
          </p:cNvSpPr>
          <p:nvPr/>
        </p:nvSpPr>
        <p:spPr>
          <a:xfrm>
            <a:off x="7186613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31" name="U06-DG-024-air_4-body">
            <a:extLst>
              <a:ext uri="{FF2B5EF4-FFF2-40B4-BE49-F238E27FC236}">
                <a16:creationId xmlns:a16="http://schemas.microsoft.com/office/drawing/2014/main" id="{3560AF8A-F48F-497A-AA4F-52A613551193}"/>
              </a:ext>
            </a:extLst>
          </p:cNvPr>
          <p:cNvSpPr>
            <a:spLocks noGrp="1"/>
          </p:cNvSpPr>
          <p:nvPr/>
        </p:nvSpPr>
        <p:spPr>
          <a:xfrm>
            <a:off x="7186613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</a:t>
            </a:r>
          </a:p>
        </p:txBody>
      </p:sp>
      <p:sp>
        <p:nvSpPr>
          <p:cNvPr id="32" name="U06-DG-024-bone_1-box">
            <a:extLst>
              <a:ext uri="{FF2B5EF4-FFF2-40B4-BE49-F238E27FC236}">
                <a16:creationId xmlns:a16="http://schemas.microsoft.com/office/drawing/2014/main" id="{4612A0E2-DFBE-4792-8874-A045F9434E24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3" name="U06-DG-024-bone_1-title">
            <a:extLst>
              <a:ext uri="{FF2B5EF4-FFF2-40B4-BE49-F238E27FC236}">
                <a16:creationId xmlns:a16="http://schemas.microsoft.com/office/drawing/2014/main" id="{9A4D27B0-139C-4492-AB32-1425E33CA2DE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Cráneo</a:t>
            </a:r>
          </a:p>
        </p:txBody>
      </p:sp>
      <p:sp>
        <p:nvSpPr>
          <p:cNvPr id="34" name="U06-DG-024-bone_1-body">
            <a:extLst>
              <a:ext uri="{FF2B5EF4-FFF2-40B4-BE49-F238E27FC236}">
                <a16:creationId xmlns:a16="http://schemas.microsoft.com/office/drawing/2014/main" id="{46923AEA-2738-4221-9A87-4570F2770AEF}"/>
              </a:ext>
            </a:extLst>
          </p:cNvPr>
          <p:cNvSpPr>
            <a:spLocks noGrp="1"/>
          </p:cNvSpPr>
          <p:nvPr/>
        </p:nvSpPr>
        <p:spPr>
          <a:xfrm>
            <a:off x="9715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5" name="U06-DG-024-bone_2-box">
            <a:extLst>
              <a:ext uri="{FF2B5EF4-FFF2-40B4-BE49-F238E27FC236}">
                <a16:creationId xmlns:a16="http://schemas.microsoft.com/office/drawing/2014/main" id="{D4E1BA20-E166-4647-9961-767D254E42A9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6" name="U06-DG-024-bone_2-title">
            <a:extLst>
              <a:ext uri="{FF2B5EF4-FFF2-40B4-BE49-F238E27FC236}">
                <a16:creationId xmlns:a16="http://schemas.microsoft.com/office/drawing/2014/main" id="{EA7FAFC3-B6A5-443C-A416-F9715F9AF9CA}"/>
              </a:ext>
            </a:extLst>
          </p:cNvPr>
          <p:cNvSpPr>
            <a:spLocks noGrp="1"/>
          </p:cNvSpPr>
          <p:nvPr/>
        </p:nvSpPr>
        <p:spPr>
          <a:xfrm>
            <a:off x="3733800" y="4286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CAE + oído medio</a:t>
            </a:r>
          </a:p>
        </p:txBody>
      </p:sp>
      <p:sp>
        <p:nvSpPr>
          <p:cNvPr id="37" name="U06-DG-024-bone_2-body">
            <a:extLst>
              <a:ext uri="{FF2B5EF4-FFF2-40B4-BE49-F238E27FC236}">
                <a16:creationId xmlns:a16="http://schemas.microsoft.com/office/drawing/2014/main" id="{D9047996-1247-4DF0-AFDB-DE4DBD5D2637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participan</a:t>
            </a:r>
          </a:p>
        </p:txBody>
      </p:sp>
      <p:sp>
        <p:nvSpPr>
          <p:cNvPr id="38" name="U06-DG-024-bone_3-box">
            <a:extLst>
              <a:ext uri="{FF2B5EF4-FFF2-40B4-BE49-F238E27FC236}">
                <a16:creationId xmlns:a16="http://schemas.microsoft.com/office/drawing/2014/main" id="{24103698-1FAD-473C-B85C-FC0183785B20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9" name="U06-DG-024-bone_3-title">
            <a:extLst>
              <a:ext uri="{FF2B5EF4-FFF2-40B4-BE49-F238E27FC236}">
                <a16:creationId xmlns:a16="http://schemas.microsoft.com/office/drawing/2014/main" id="{8F2A6406-EA61-44FA-B815-0EEAC0276EEE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Fluidos</a:t>
            </a:r>
          </a:p>
        </p:txBody>
      </p:sp>
      <p:sp>
        <p:nvSpPr>
          <p:cNvPr id="40" name="U06-DG-024-bone_3-body">
            <a:extLst>
              <a:ext uri="{FF2B5EF4-FFF2-40B4-BE49-F238E27FC236}">
                <a16:creationId xmlns:a16="http://schemas.microsoft.com/office/drawing/2014/main" id="{BDF9146D-859A-47A5-AC2F-9124118DA5EE}"/>
              </a:ext>
            </a:extLst>
          </p:cNvPr>
          <p:cNvSpPr>
            <a:spLocks noGrp="1"/>
          </p:cNvSpPr>
          <p:nvPr/>
        </p:nvSpPr>
        <p:spPr>
          <a:xfrm>
            <a:off x="64960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movilizan</a:t>
            </a:r>
          </a:p>
        </p:txBody>
      </p:sp>
      <p:sp>
        <p:nvSpPr>
          <p:cNvPr id="41" name="top-rail-1">
            <a:extLst>
              <a:ext uri="{FF2B5EF4-FFF2-40B4-BE49-F238E27FC236}">
                <a16:creationId xmlns:a16="http://schemas.microsoft.com/office/drawing/2014/main" id="{A72B9D5A-25ED-4E48-A9C0-A0FFEDFEDCE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42" name="top-rail-2">
            <a:extLst>
              <a:ext uri="{FF2B5EF4-FFF2-40B4-BE49-F238E27FC236}">
                <a16:creationId xmlns:a16="http://schemas.microsoft.com/office/drawing/2014/main" id="{9124A435-8176-4B6E-94CD-8599A873DF72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43" name="top-rail-3">
            <a:extLst>
              <a:ext uri="{FF2B5EF4-FFF2-40B4-BE49-F238E27FC236}">
                <a16:creationId xmlns:a16="http://schemas.microsoft.com/office/drawing/2014/main" id="{CB4FC38A-1C96-4ECB-89A9-07A65C27641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44" name="eyebrow">
            <a:extLst>
              <a:ext uri="{FF2B5EF4-FFF2-40B4-BE49-F238E27FC236}">
                <a16:creationId xmlns:a16="http://schemas.microsoft.com/office/drawing/2014/main" id="{6BFCA8A4-0A5F-4084-8D2A-5A3BFFBF31C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0" name="auto-slide-number">
            <a:extLst>
              <a:ext uri="{FF2B5EF4-FFF2-40B4-BE49-F238E27FC236}">
                <a16:creationId xmlns:a16="http://schemas.microsoft.com/office/drawing/2014/main" id="{73EDE0C1-AB64-DA34-8B31-FEE7D9986E8C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75B0D87-CFC2-42E4-990F-1BB3416DFC3A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-title">
            <a:extLst>
              <a:ext uri="{FF2B5EF4-FFF2-40B4-BE49-F238E27FC236}">
                <a16:creationId xmlns:a16="http://schemas.microsoft.com/office/drawing/2014/main" id="{F260B8D4-DB57-4D37-B8DA-1195F070B6D3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“La vía ósea evita el oído externo y medio”: ¿verdadero o falso?</a:t>
            </a:r>
          </a:p>
        </p:txBody>
      </p:sp>
      <p:sp>
        <p:nvSpPr>
          <p:cNvPr id="2" name="U06-DG-024-target-anchor">
            <a:extLst>
              <a:ext uri="{FF2B5EF4-FFF2-40B4-BE49-F238E27FC236}">
                <a16:creationId xmlns:a16="http://schemas.microsoft.com/office/drawing/2014/main" id="{8EE8ED2E-C2DE-4C98-AE7E-54C0C539EE07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24-air_1-anchor">
            <a:extLst>
              <a:ext uri="{FF2B5EF4-FFF2-40B4-BE49-F238E27FC236}">
                <a16:creationId xmlns:a16="http://schemas.microsoft.com/office/drawing/2014/main" id="{197473E9-250C-4C12-BD31-215640F1E862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4-air_2-anchor">
            <a:extLst>
              <a:ext uri="{FF2B5EF4-FFF2-40B4-BE49-F238E27FC236}">
                <a16:creationId xmlns:a16="http://schemas.microsoft.com/office/drawing/2014/main" id="{C77398A8-631F-49CB-858F-7F9F3744EE55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4-air_3-anchor">
            <a:extLst>
              <a:ext uri="{FF2B5EF4-FFF2-40B4-BE49-F238E27FC236}">
                <a16:creationId xmlns:a16="http://schemas.microsoft.com/office/drawing/2014/main" id="{249F3709-E9BE-49F7-88FE-AAE8724FBCB3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4-air_4-anchor">
            <a:extLst>
              <a:ext uri="{FF2B5EF4-FFF2-40B4-BE49-F238E27FC236}">
                <a16:creationId xmlns:a16="http://schemas.microsoft.com/office/drawing/2014/main" id="{81CA9452-828D-4CB9-96EB-0775A0E8DC78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4-bone_1-anchor">
            <a:extLst>
              <a:ext uri="{FF2B5EF4-FFF2-40B4-BE49-F238E27FC236}">
                <a16:creationId xmlns:a16="http://schemas.microsoft.com/office/drawing/2014/main" id="{110832F1-21B3-42E3-AEF7-5FC2A1DFB562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4-bone_2-anchor">
            <a:extLst>
              <a:ext uri="{FF2B5EF4-FFF2-40B4-BE49-F238E27FC236}">
                <a16:creationId xmlns:a16="http://schemas.microsoft.com/office/drawing/2014/main" id="{A194FBA7-ED6F-4DB3-9712-5BC718AADB0D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4-bone_3-anchor">
            <a:extLst>
              <a:ext uri="{FF2B5EF4-FFF2-40B4-BE49-F238E27FC236}">
                <a16:creationId xmlns:a16="http://schemas.microsoft.com/office/drawing/2014/main" id="{36ABD394-6B6D-4E77-A22E-9E07B329D402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cxnSp>
        <p:nvCxnSpPr>
          <p:cNvPr id="54" name="U06-DG-024-air_edge_1"/>
          <p:cNvCxnSpPr>
            <a:stCxn id="3" idx="3"/>
            <a:endCxn id="4" idx="1"/>
          </p:cNvCxnSpPr>
          <p:nvPr/>
        </p:nvCxnSpPr>
        <p:spPr>
          <a:xfrm>
            <a:off x="2662238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U06-DG-024-air_edge_2"/>
          <p:cNvCxnSpPr>
            <a:stCxn id="4" idx="3"/>
            <a:endCxn id="5" idx="1"/>
          </p:cNvCxnSpPr>
          <p:nvPr/>
        </p:nvCxnSpPr>
        <p:spPr>
          <a:xfrm>
            <a:off x="4733926" y="2143125"/>
            <a:ext cx="190499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U06-DG-024-air_edge_3"/>
          <p:cNvCxnSpPr>
            <a:stCxn id="5" idx="3"/>
            <a:endCxn id="6" idx="1"/>
          </p:cNvCxnSpPr>
          <p:nvPr/>
        </p:nvCxnSpPr>
        <p:spPr>
          <a:xfrm>
            <a:off x="6805613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6-DG-024-air_target"/>
          <p:cNvCxnSpPr>
            <a:stCxn id="6" idx="3"/>
            <a:endCxn id="2" idx="1"/>
          </p:cNvCxnSpPr>
          <p:nvPr/>
        </p:nvCxnSpPr>
        <p:spPr>
          <a:xfrm>
            <a:off x="8877301" y="2143125"/>
            <a:ext cx="600074" cy="1285875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8" name="U06-DG-024-bone_edge_1"/>
          <p:cNvCxnSpPr>
            <a:stCxn id="7" idx="3"/>
            <a:endCxn id="8" idx="1"/>
          </p:cNvCxnSpPr>
          <p:nvPr/>
        </p:nvCxnSpPr>
        <p:spPr>
          <a:xfrm>
            <a:off x="335280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9" name="U06-DG-024-bone_edge_2"/>
          <p:cNvCxnSpPr>
            <a:stCxn id="8" idx="3"/>
            <a:endCxn id="9" idx="1"/>
          </p:cNvCxnSpPr>
          <p:nvPr/>
        </p:nvCxnSpPr>
        <p:spPr>
          <a:xfrm>
            <a:off x="611505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0" name="U06-DG-024-bone_target"/>
          <p:cNvCxnSpPr>
            <a:stCxn id="9" idx="3"/>
            <a:endCxn id="2" idx="1"/>
          </p:cNvCxnSpPr>
          <p:nvPr/>
        </p:nvCxnSpPr>
        <p:spPr>
          <a:xfrm flipV="1">
            <a:off x="8877300" y="3429000"/>
            <a:ext cx="600075" cy="1428750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06-DG-024-target-box" descr="Diagrama sobre «“La vía ósea evita el oído externo y medio”: ¿verdadero o falso?»; organiza consigna con espacio para justificar mediante mecanismos." title="Texto alternativo U06-042">
            <a:extLst>
              <a:ext uri="{FF2B5EF4-FFF2-40B4-BE49-F238E27FC236}">
                <a16:creationId xmlns:a16="http://schemas.microsoft.com/office/drawing/2014/main" id="{90F3C15F-511E-4DCF-868D-F2792667EDA6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8" name="U06-DG-024-target-title">
            <a:extLst>
              <a:ext uri="{FF2B5EF4-FFF2-40B4-BE49-F238E27FC236}">
                <a16:creationId xmlns:a16="http://schemas.microsoft.com/office/drawing/2014/main" id="{6659AD86-22D4-4A36-AA83-8CB806A7F6CF}"/>
              </a:ext>
            </a:extLst>
          </p:cNvPr>
          <p:cNvSpPr>
            <a:spLocks noGrp="1"/>
          </p:cNvSpPr>
          <p:nvPr/>
        </p:nvSpPr>
        <p:spPr>
          <a:xfrm>
            <a:off x="9667875" y="2809875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9" name="U06-DG-024-target-body">
            <a:extLst>
              <a:ext uri="{FF2B5EF4-FFF2-40B4-BE49-F238E27FC236}">
                <a16:creationId xmlns:a16="http://schemas.microsoft.com/office/drawing/2014/main" id="{F7FA9E1F-DA72-4311-B8E2-7394E6D97F4D}"/>
              </a:ext>
            </a:extLst>
          </p:cNvPr>
          <p:cNvSpPr>
            <a:spLocks noGrp="1"/>
          </p:cNvSpPr>
          <p:nvPr/>
        </p:nvSpPr>
        <p:spPr>
          <a:xfrm>
            <a:off x="9667875" y="3257550"/>
            <a:ext cx="1571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destino común</a:t>
            </a:r>
          </a:p>
        </p:txBody>
      </p:sp>
      <p:sp>
        <p:nvSpPr>
          <p:cNvPr id="20" name="U06-DG-024-air_1-box">
            <a:extLst>
              <a:ext uri="{FF2B5EF4-FFF2-40B4-BE49-F238E27FC236}">
                <a16:creationId xmlns:a16="http://schemas.microsoft.com/office/drawing/2014/main" id="{8144AB2E-B52E-41F9-9A02-2CECE4EFB85B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1" name="U06-DG-024-air_1-title">
            <a:extLst>
              <a:ext uri="{FF2B5EF4-FFF2-40B4-BE49-F238E27FC236}">
                <a16:creationId xmlns:a16="http://schemas.microsoft.com/office/drawing/2014/main" id="{985F5392-F8D4-4661-BB8B-A4F54EECFADE}"/>
              </a:ext>
            </a:extLst>
          </p:cNvPr>
          <p:cNvSpPr>
            <a:spLocks noGrp="1"/>
          </p:cNvSpPr>
          <p:nvPr/>
        </p:nvSpPr>
        <p:spPr>
          <a:xfrm>
            <a:off x="971550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Aire</a:t>
            </a:r>
          </a:p>
        </p:txBody>
      </p:sp>
      <p:sp>
        <p:nvSpPr>
          <p:cNvPr id="22" name="U06-DG-024-air_1-body">
            <a:extLst>
              <a:ext uri="{FF2B5EF4-FFF2-40B4-BE49-F238E27FC236}">
                <a16:creationId xmlns:a16="http://schemas.microsoft.com/office/drawing/2014/main" id="{0534265C-FB6B-47FF-9AD6-850991DF1916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3" name="U06-DG-024-air_2-box">
            <a:extLst>
              <a:ext uri="{FF2B5EF4-FFF2-40B4-BE49-F238E27FC236}">
                <a16:creationId xmlns:a16="http://schemas.microsoft.com/office/drawing/2014/main" id="{BF2192D0-A393-41C2-BDB2-35262AF46B82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4" name="U06-DG-024-air_2-title">
            <a:extLst>
              <a:ext uri="{FF2B5EF4-FFF2-40B4-BE49-F238E27FC236}">
                <a16:creationId xmlns:a16="http://schemas.microsoft.com/office/drawing/2014/main" id="{EC2A89CA-14FB-42DB-A8EF-BC300E948859}"/>
              </a:ext>
            </a:extLst>
          </p:cNvPr>
          <p:cNvSpPr>
            <a:spLocks noGrp="1"/>
          </p:cNvSpPr>
          <p:nvPr/>
        </p:nvSpPr>
        <p:spPr>
          <a:xfrm>
            <a:off x="3043238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5" name="U06-DG-024-air_2-body">
            <a:extLst>
              <a:ext uri="{FF2B5EF4-FFF2-40B4-BE49-F238E27FC236}">
                <a16:creationId xmlns:a16="http://schemas.microsoft.com/office/drawing/2014/main" id="{8345DB54-3D88-4771-9F0C-2EEF39098C4E}"/>
              </a:ext>
            </a:extLst>
          </p:cNvPr>
          <p:cNvSpPr>
            <a:spLocks noGrp="1"/>
          </p:cNvSpPr>
          <p:nvPr/>
        </p:nvSpPr>
        <p:spPr>
          <a:xfrm>
            <a:off x="3043238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6" name="U06-DG-024-air_3-box">
            <a:extLst>
              <a:ext uri="{FF2B5EF4-FFF2-40B4-BE49-F238E27FC236}">
                <a16:creationId xmlns:a16="http://schemas.microsoft.com/office/drawing/2014/main" id="{1D79A72C-1F45-492F-825F-AD130959FCFD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7" name="U06-DG-024-air_3-title">
            <a:extLst>
              <a:ext uri="{FF2B5EF4-FFF2-40B4-BE49-F238E27FC236}">
                <a16:creationId xmlns:a16="http://schemas.microsoft.com/office/drawing/2014/main" id="{657A110A-B5F8-47DF-8542-C3C787724029}"/>
              </a:ext>
            </a:extLst>
          </p:cNvPr>
          <p:cNvSpPr>
            <a:spLocks noGrp="1"/>
          </p:cNvSpPr>
          <p:nvPr/>
        </p:nvSpPr>
        <p:spPr>
          <a:xfrm>
            <a:off x="5114925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8" name="U06-DG-024-air_3-body">
            <a:extLst>
              <a:ext uri="{FF2B5EF4-FFF2-40B4-BE49-F238E27FC236}">
                <a16:creationId xmlns:a16="http://schemas.microsoft.com/office/drawing/2014/main" id="{4A35C512-C82F-4F8A-890A-B63B5A23AB09}"/>
              </a:ext>
            </a:extLst>
          </p:cNvPr>
          <p:cNvSpPr>
            <a:spLocks noGrp="1"/>
          </p:cNvSpPr>
          <p:nvPr/>
        </p:nvSpPr>
        <p:spPr>
          <a:xfrm>
            <a:off x="5114925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29" name="U06-DG-024-air_4-box">
            <a:extLst>
              <a:ext uri="{FF2B5EF4-FFF2-40B4-BE49-F238E27FC236}">
                <a16:creationId xmlns:a16="http://schemas.microsoft.com/office/drawing/2014/main" id="{E1E4A9F5-E523-4EFB-8043-3306B05ED319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30" name="U06-DG-024-air_4-title">
            <a:extLst>
              <a:ext uri="{FF2B5EF4-FFF2-40B4-BE49-F238E27FC236}">
                <a16:creationId xmlns:a16="http://schemas.microsoft.com/office/drawing/2014/main" id="{F1D48A5B-FEE8-4488-AEB2-1F08C4559AF8}"/>
              </a:ext>
            </a:extLst>
          </p:cNvPr>
          <p:cNvSpPr>
            <a:spLocks noGrp="1"/>
          </p:cNvSpPr>
          <p:nvPr/>
        </p:nvSpPr>
        <p:spPr>
          <a:xfrm>
            <a:off x="7186613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31" name="U06-DG-024-air_4-body">
            <a:extLst>
              <a:ext uri="{FF2B5EF4-FFF2-40B4-BE49-F238E27FC236}">
                <a16:creationId xmlns:a16="http://schemas.microsoft.com/office/drawing/2014/main" id="{E05C205A-C574-4A69-AA38-648172DB2754}"/>
              </a:ext>
            </a:extLst>
          </p:cNvPr>
          <p:cNvSpPr>
            <a:spLocks noGrp="1"/>
          </p:cNvSpPr>
          <p:nvPr/>
        </p:nvSpPr>
        <p:spPr>
          <a:xfrm>
            <a:off x="7186613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</a:t>
            </a:r>
          </a:p>
        </p:txBody>
      </p:sp>
      <p:sp>
        <p:nvSpPr>
          <p:cNvPr id="32" name="U06-DG-024-bone_1-box">
            <a:extLst>
              <a:ext uri="{FF2B5EF4-FFF2-40B4-BE49-F238E27FC236}">
                <a16:creationId xmlns:a16="http://schemas.microsoft.com/office/drawing/2014/main" id="{0CE76671-A57B-4C26-9849-9CA701489A49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3" name="U06-DG-024-bone_1-title">
            <a:extLst>
              <a:ext uri="{FF2B5EF4-FFF2-40B4-BE49-F238E27FC236}">
                <a16:creationId xmlns:a16="http://schemas.microsoft.com/office/drawing/2014/main" id="{C63C7042-8D2E-4A75-B4A0-C25D79904C3D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Cráneo</a:t>
            </a:r>
          </a:p>
        </p:txBody>
      </p:sp>
      <p:sp>
        <p:nvSpPr>
          <p:cNvPr id="34" name="U06-DG-024-bone_1-body">
            <a:extLst>
              <a:ext uri="{FF2B5EF4-FFF2-40B4-BE49-F238E27FC236}">
                <a16:creationId xmlns:a16="http://schemas.microsoft.com/office/drawing/2014/main" id="{73737A5D-88FC-4E24-BD95-08CF4E844A29}"/>
              </a:ext>
            </a:extLst>
          </p:cNvPr>
          <p:cNvSpPr>
            <a:spLocks noGrp="1"/>
          </p:cNvSpPr>
          <p:nvPr/>
        </p:nvSpPr>
        <p:spPr>
          <a:xfrm>
            <a:off x="9715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5" name="U06-DG-024-bone_2-box">
            <a:extLst>
              <a:ext uri="{FF2B5EF4-FFF2-40B4-BE49-F238E27FC236}">
                <a16:creationId xmlns:a16="http://schemas.microsoft.com/office/drawing/2014/main" id="{485F7741-9B4C-4161-83B4-839A35C75659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6" name="U06-DG-024-bone_2-title">
            <a:extLst>
              <a:ext uri="{FF2B5EF4-FFF2-40B4-BE49-F238E27FC236}">
                <a16:creationId xmlns:a16="http://schemas.microsoft.com/office/drawing/2014/main" id="{0D121D1E-2F57-49A8-90F4-3FD04D54DAD7}"/>
              </a:ext>
            </a:extLst>
          </p:cNvPr>
          <p:cNvSpPr>
            <a:spLocks noGrp="1"/>
          </p:cNvSpPr>
          <p:nvPr/>
        </p:nvSpPr>
        <p:spPr>
          <a:xfrm>
            <a:off x="3733800" y="4286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CAE + oído medio</a:t>
            </a:r>
          </a:p>
        </p:txBody>
      </p:sp>
      <p:sp>
        <p:nvSpPr>
          <p:cNvPr id="37" name="U06-DG-024-bone_2-body">
            <a:extLst>
              <a:ext uri="{FF2B5EF4-FFF2-40B4-BE49-F238E27FC236}">
                <a16:creationId xmlns:a16="http://schemas.microsoft.com/office/drawing/2014/main" id="{CE9A8F01-60DD-4A72-AE81-C085E57AEC1E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participan</a:t>
            </a:r>
          </a:p>
        </p:txBody>
      </p:sp>
      <p:sp>
        <p:nvSpPr>
          <p:cNvPr id="38" name="U06-DG-024-bone_3-box">
            <a:extLst>
              <a:ext uri="{FF2B5EF4-FFF2-40B4-BE49-F238E27FC236}">
                <a16:creationId xmlns:a16="http://schemas.microsoft.com/office/drawing/2014/main" id="{A7863584-099B-463D-8932-5F33CFE118EB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9" name="U06-DG-024-bone_3-title">
            <a:extLst>
              <a:ext uri="{FF2B5EF4-FFF2-40B4-BE49-F238E27FC236}">
                <a16:creationId xmlns:a16="http://schemas.microsoft.com/office/drawing/2014/main" id="{4FF21FF2-6EA3-49B6-900A-757E8BAC3E9F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Fluidos</a:t>
            </a:r>
          </a:p>
        </p:txBody>
      </p:sp>
      <p:sp>
        <p:nvSpPr>
          <p:cNvPr id="40" name="U06-DG-024-bone_3-body">
            <a:extLst>
              <a:ext uri="{FF2B5EF4-FFF2-40B4-BE49-F238E27FC236}">
                <a16:creationId xmlns:a16="http://schemas.microsoft.com/office/drawing/2014/main" id="{25422E73-4BD5-40A7-AF83-FD50997A20BD}"/>
              </a:ext>
            </a:extLst>
          </p:cNvPr>
          <p:cNvSpPr>
            <a:spLocks noGrp="1"/>
          </p:cNvSpPr>
          <p:nvPr/>
        </p:nvSpPr>
        <p:spPr>
          <a:xfrm>
            <a:off x="64960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movilizan</a:t>
            </a:r>
          </a:p>
        </p:txBody>
      </p:sp>
      <p:sp>
        <p:nvSpPr>
          <p:cNvPr id="41" name="top-rail-1">
            <a:extLst>
              <a:ext uri="{FF2B5EF4-FFF2-40B4-BE49-F238E27FC236}">
                <a16:creationId xmlns:a16="http://schemas.microsoft.com/office/drawing/2014/main" id="{070B4F8F-9F2B-47A9-939B-235E632C0F2A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42" name="top-rail-2">
            <a:extLst>
              <a:ext uri="{FF2B5EF4-FFF2-40B4-BE49-F238E27FC236}">
                <a16:creationId xmlns:a16="http://schemas.microsoft.com/office/drawing/2014/main" id="{A48A8842-57C7-4118-9D97-F3DCE7AE2A9D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43" name="top-rail-3">
            <a:extLst>
              <a:ext uri="{FF2B5EF4-FFF2-40B4-BE49-F238E27FC236}">
                <a16:creationId xmlns:a16="http://schemas.microsoft.com/office/drawing/2014/main" id="{A3EA4AB0-8124-423A-9D9A-08760E997B9D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44" name="eyebrow">
            <a:extLst>
              <a:ext uri="{FF2B5EF4-FFF2-40B4-BE49-F238E27FC236}">
                <a16:creationId xmlns:a16="http://schemas.microsoft.com/office/drawing/2014/main" id="{EE1882B6-EEF3-4C21-B8D1-B2F34192C11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0" name="auto-slide-number">
            <a:extLst>
              <a:ext uri="{FF2B5EF4-FFF2-40B4-BE49-F238E27FC236}">
                <a16:creationId xmlns:a16="http://schemas.microsoft.com/office/drawing/2014/main" id="{51B7BEDF-E735-11C9-F948-00C1B2DE2E61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04A2245F-BD6B-49C2-8FAF-52594BA3C56A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0AC69AB3-FB83-4F88-BC37-15F6F0CC184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Cinco contribuciones pueden actuar al mismo tiempo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A083E8F-D01E-44EA-801A-F03965C30CB0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importancia relativa cambia con frecuencia, acoplamiento y punto de estimulación.</a:t>
            </a:r>
          </a:p>
        </p:txBody>
      </p:sp>
      <p:sp>
        <p:nvSpPr>
          <p:cNvPr id="3" name="U06-DG-025-central-anchor">
            <a:extLst>
              <a:ext uri="{FF2B5EF4-FFF2-40B4-BE49-F238E27FC236}">
                <a16:creationId xmlns:a16="http://schemas.microsoft.com/office/drawing/2014/main" id="{E6F9385B-6232-441B-8352-D50B75A7D9EC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5-branch_1-anchor">
            <a:extLst>
              <a:ext uri="{FF2B5EF4-FFF2-40B4-BE49-F238E27FC236}">
                <a16:creationId xmlns:a16="http://schemas.microsoft.com/office/drawing/2014/main" id="{1C34FB1A-EB84-4D9C-87ED-E0EB07ECAC63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5-branch_2-anchor">
            <a:extLst>
              <a:ext uri="{FF2B5EF4-FFF2-40B4-BE49-F238E27FC236}">
                <a16:creationId xmlns:a16="http://schemas.microsoft.com/office/drawing/2014/main" id="{6DBDC46D-4C1D-4CBE-8B62-173236F4460A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5-branch_3-anchor">
            <a:extLst>
              <a:ext uri="{FF2B5EF4-FFF2-40B4-BE49-F238E27FC236}">
                <a16:creationId xmlns:a16="http://schemas.microsoft.com/office/drawing/2014/main" id="{21F1E296-89BB-4B86-9D78-A1A57D58694F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5-branch_4-anchor">
            <a:extLst>
              <a:ext uri="{FF2B5EF4-FFF2-40B4-BE49-F238E27FC236}">
                <a16:creationId xmlns:a16="http://schemas.microsoft.com/office/drawing/2014/main" id="{4B8F5F80-11EA-42CB-ACC1-17D2F51C1076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5-branch_5-anchor">
            <a:extLst>
              <a:ext uri="{FF2B5EF4-FFF2-40B4-BE49-F238E27FC236}">
                <a16:creationId xmlns:a16="http://schemas.microsoft.com/office/drawing/2014/main" id="{F9CE6A37-530E-40EB-8849-4EFD16F5A486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25-branch_edge_1"/>
          <p:cNvCxnSpPr>
            <a:stCxn id="4" idx="3"/>
            <a:endCxn id="3" idx="1"/>
          </p:cNvCxnSpPr>
          <p:nvPr/>
        </p:nvCxnSpPr>
        <p:spPr>
          <a:xfrm flipV="1">
            <a:off x="273939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25-branch_edge_2"/>
          <p:cNvCxnSpPr>
            <a:stCxn id="5" idx="0"/>
            <a:endCxn id="3" idx="2"/>
          </p:cNvCxnSpPr>
          <p:nvPr/>
        </p:nvCxnSpPr>
        <p:spPr>
          <a:xfrm flipV="1">
            <a:off x="392811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25-branch_edge_3"/>
          <p:cNvCxnSpPr>
            <a:stCxn id="6" idx="0"/>
            <a:endCxn id="3" idx="2"/>
          </p:cNvCxnSpPr>
          <p:nvPr/>
        </p:nvCxnSpPr>
        <p:spPr>
          <a:xfrm flipV="1">
            <a:off x="6096000" y="2667000"/>
            <a:ext cx="0" cy="952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25-branch_edge_4"/>
          <p:cNvCxnSpPr>
            <a:stCxn id="7" idx="0"/>
            <a:endCxn id="3" idx="2"/>
          </p:cNvCxnSpPr>
          <p:nvPr/>
        </p:nvCxnSpPr>
        <p:spPr>
          <a:xfrm flipH="1" flipV="1">
            <a:off x="6096000" y="2667000"/>
            <a:ext cx="2167890" cy="9525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25-branch_edge_5"/>
          <p:cNvCxnSpPr>
            <a:stCxn id="8" idx="1"/>
            <a:endCxn id="3" idx="3"/>
          </p:cNvCxnSpPr>
          <p:nvPr/>
        </p:nvCxnSpPr>
        <p:spPr>
          <a:xfrm flipH="1" flipV="1">
            <a:off x="8477250" y="2024063"/>
            <a:ext cx="975360" cy="2500313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6-DG-025-central-box" descr="Diagrama sobre «Cinco contribuciones pueden actuar al mismo tiempo»; organiza radiación cae, inercia osicular, inercia de fluidos, deformación capsular y tejidos/cavidades." title="Texto alternativo U06-043">
            <a:extLst>
              <a:ext uri="{FF2B5EF4-FFF2-40B4-BE49-F238E27FC236}">
                <a16:creationId xmlns:a16="http://schemas.microsoft.com/office/drawing/2014/main" id="{2FEB2ECB-5310-4B81-A80B-AEA64D75A449}"/>
              </a:ext>
            </a:extLst>
          </p:cNvPr>
          <p:cNvSpPr>
            <a:spLocks noGrp="1"/>
          </p:cNvSpPr>
          <p:nvPr/>
        </p:nvSpPr>
        <p:spPr>
          <a:xfrm>
            <a:off x="3714750" y="1381125"/>
            <a:ext cx="4762500" cy="1285875"/>
          </a:xfrm>
          <a:prstGeom prst="roundRect">
            <a:avLst>
              <a:gd name="adj" fmla="val 740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5" name="U06-DG-025-central-title">
            <a:extLst>
              <a:ext uri="{FF2B5EF4-FFF2-40B4-BE49-F238E27FC236}">
                <a16:creationId xmlns:a16="http://schemas.microsoft.com/office/drawing/2014/main" id="{2D76CFC4-E962-4F3D-9704-3FD363F106C8}"/>
              </a:ext>
            </a:extLst>
          </p:cNvPr>
          <p:cNvSpPr>
            <a:spLocks noGrp="1"/>
          </p:cNvSpPr>
          <p:nvPr/>
        </p:nvSpPr>
        <p:spPr>
          <a:xfrm>
            <a:off x="3905250" y="1524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Respuesta coclear</a:t>
            </a:r>
          </a:p>
        </p:txBody>
      </p:sp>
      <p:sp>
        <p:nvSpPr>
          <p:cNvPr id="16" name="U06-DG-025-central-body">
            <a:extLst>
              <a:ext uri="{FF2B5EF4-FFF2-40B4-BE49-F238E27FC236}">
                <a16:creationId xmlns:a16="http://schemas.microsoft.com/office/drawing/2014/main" id="{705CF26F-974C-4991-83B2-7F07F3AC0005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4381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 combinado</a:t>
            </a:r>
          </a:p>
        </p:txBody>
      </p:sp>
      <p:sp>
        <p:nvSpPr>
          <p:cNvPr id="17" name="U06-DG-025-branch_1-box">
            <a:extLst>
              <a:ext uri="{FF2B5EF4-FFF2-40B4-BE49-F238E27FC236}">
                <a16:creationId xmlns:a16="http://schemas.microsoft.com/office/drawing/2014/main" id="{6744556B-76BC-45BC-A620-4B7CB7828891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25-branch_1-title">
            <a:extLst>
              <a:ext uri="{FF2B5EF4-FFF2-40B4-BE49-F238E27FC236}">
                <a16:creationId xmlns:a16="http://schemas.microsoft.com/office/drawing/2014/main" id="{9F747A02-F438-428B-AF2F-BC6726982D97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Radiación</a:t>
            </a:r>
          </a:p>
        </p:txBody>
      </p:sp>
      <p:sp>
        <p:nvSpPr>
          <p:cNvPr id="19" name="U06-DG-025-branch_1-body">
            <a:extLst>
              <a:ext uri="{FF2B5EF4-FFF2-40B4-BE49-F238E27FC236}">
                <a16:creationId xmlns:a16="http://schemas.microsoft.com/office/drawing/2014/main" id="{F53A1A73-915F-402F-9D40-628288864FB1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 CAE</a:t>
            </a:r>
          </a:p>
        </p:txBody>
      </p:sp>
      <p:sp>
        <p:nvSpPr>
          <p:cNvPr id="20" name="U06-DG-025-branch_2-box">
            <a:extLst>
              <a:ext uri="{FF2B5EF4-FFF2-40B4-BE49-F238E27FC236}">
                <a16:creationId xmlns:a16="http://schemas.microsoft.com/office/drawing/2014/main" id="{C61D1841-31B0-43DC-8514-B4642D2190BE}"/>
              </a:ext>
            </a:extLst>
          </p:cNvPr>
          <p:cNvSpPr>
            <a:spLocks noGrp="1"/>
          </p:cNvSpPr>
          <p:nvPr/>
        </p:nvSpPr>
        <p:spPr>
          <a:xfrm>
            <a:off x="294894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1" name="U06-DG-025-branch_2-title">
            <a:extLst>
              <a:ext uri="{FF2B5EF4-FFF2-40B4-BE49-F238E27FC236}">
                <a16:creationId xmlns:a16="http://schemas.microsoft.com/office/drawing/2014/main" id="{D36DA134-231B-42DC-B1A6-FD8080552599}"/>
              </a:ext>
            </a:extLst>
          </p:cNvPr>
          <p:cNvSpPr>
            <a:spLocks noGrp="1"/>
          </p:cNvSpPr>
          <p:nvPr/>
        </p:nvSpPr>
        <p:spPr>
          <a:xfrm>
            <a:off x="313944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2" name="U06-DG-025-branch_2-body">
            <a:extLst>
              <a:ext uri="{FF2B5EF4-FFF2-40B4-BE49-F238E27FC236}">
                <a16:creationId xmlns:a16="http://schemas.microsoft.com/office/drawing/2014/main" id="{CA5161DE-F93F-43C9-9C85-CDF4626DE2D0}"/>
              </a:ext>
            </a:extLst>
          </p:cNvPr>
          <p:cNvSpPr>
            <a:spLocks noGrp="1"/>
          </p:cNvSpPr>
          <p:nvPr/>
        </p:nvSpPr>
        <p:spPr>
          <a:xfrm>
            <a:off x="313944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osicular</a:t>
            </a:r>
          </a:p>
        </p:txBody>
      </p:sp>
      <p:sp>
        <p:nvSpPr>
          <p:cNvPr id="23" name="U06-DG-025-branch_3-box">
            <a:extLst>
              <a:ext uri="{FF2B5EF4-FFF2-40B4-BE49-F238E27FC236}">
                <a16:creationId xmlns:a16="http://schemas.microsoft.com/office/drawing/2014/main" id="{861A6F61-46D1-4578-9458-FF3CDF2794BA}"/>
              </a:ext>
            </a:extLst>
          </p:cNvPr>
          <p:cNvSpPr>
            <a:spLocks noGrp="1"/>
          </p:cNvSpPr>
          <p:nvPr/>
        </p:nvSpPr>
        <p:spPr>
          <a:xfrm>
            <a:off x="511683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4" name="U06-DG-025-branch_3-title">
            <a:extLst>
              <a:ext uri="{FF2B5EF4-FFF2-40B4-BE49-F238E27FC236}">
                <a16:creationId xmlns:a16="http://schemas.microsoft.com/office/drawing/2014/main" id="{EDD1909F-5AE0-4288-866C-40F238260DAC}"/>
              </a:ext>
            </a:extLst>
          </p:cNvPr>
          <p:cNvSpPr>
            <a:spLocks noGrp="1"/>
          </p:cNvSpPr>
          <p:nvPr/>
        </p:nvSpPr>
        <p:spPr>
          <a:xfrm>
            <a:off x="530733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5" name="U06-DG-025-branch_3-body">
            <a:extLst>
              <a:ext uri="{FF2B5EF4-FFF2-40B4-BE49-F238E27FC236}">
                <a16:creationId xmlns:a16="http://schemas.microsoft.com/office/drawing/2014/main" id="{575606FE-F181-4BDC-8A9B-7368CF336959}"/>
              </a:ext>
            </a:extLst>
          </p:cNvPr>
          <p:cNvSpPr>
            <a:spLocks noGrp="1"/>
          </p:cNvSpPr>
          <p:nvPr/>
        </p:nvSpPr>
        <p:spPr>
          <a:xfrm>
            <a:off x="530733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 fluidos</a:t>
            </a:r>
          </a:p>
        </p:txBody>
      </p:sp>
      <p:sp>
        <p:nvSpPr>
          <p:cNvPr id="26" name="U06-DG-025-branch_4-box">
            <a:extLst>
              <a:ext uri="{FF2B5EF4-FFF2-40B4-BE49-F238E27FC236}">
                <a16:creationId xmlns:a16="http://schemas.microsoft.com/office/drawing/2014/main" id="{6725AC54-4D79-4D09-80EB-907B4580A573}"/>
              </a:ext>
            </a:extLst>
          </p:cNvPr>
          <p:cNvSpPr>
            <a:spLocks noGrp="1"/>
          </p:cNvSpPr>
          <p:nvPr/>
        </p:nvSpPr>
        <p:spPr>
          <a:xfrm>
            <a:off x="728472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7" name="U06-DG-025-branch_4-title">
            <a:extLst>
              <a:ext uri="{FF2B5EF4-FFF2-40B4-BE49-F238E27FC236}">
                <a16:creationId xmlns:a16="http://schemas.microsoft.com/office/drawing/2014/main" id="{799F08F1-A65C-4A8C-B49D-29A954843EBE}"/>
              </a:ext>
            </a:extLst>
          </p:cNvPr>
          <p:cNvSpPr>
            <a:spLocks noGrp="1"/>
          </p:cNvSpPr>
          <p:nvPr/>
        </p:nvSpPr>
        <p:spPr>
          <a:xfrm>
            <a:off x="7475220" y="3762375"/>
            <a:ext cx="15773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Cambio de forma</a:t>
            </a:r>
          </a:p>
        </p:txBody>
      </p:sp>
      <p:sp>
        <p:nvSpPr>
          <p:cNvPr id="28" name="U06-DG-025-branch_4-body">
            <a:extLst>
              <a:ext uri="{FF2B5EF4-FFF2-40B4-BE49-F238E27FC236}">
                <a16:creationId xmlns:a16="http://schemas.microsoft.com/office/drawing/2014/main" id="{3E9C5C33-5E08-4E3C-A6F5-7A99AC98DFAC}"/>
              </a:ext>
            </a:extLst>
          </p:cNvPr>
          <p:cNvSpPr>
            <a:spLocks noGrp="1"/>
          </p:cNvSpPr>
          <p:nvPr/>
        </p:nvSpPr>
        <p:spPr>
          <a:xfrm>
            <a:off x="7475220" y="4533900"/>
            <a:ext cx="157734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coclear</a:t>
            </a:r>
          </a:p>
        </p:txBody>
      </p:sp>
      <p:sp>
        <p:nvSpPr>
          <p:cNvPr id="29" name="U06-DG-025-branch_5-box">
            <a:extLst>
              <a:ext uri="{FF2B5EF4-FFF2-40B4-BE49-F238E27FC236}">
                <a16:creationId xmlns:a16="http://schemas.microsoft.com/office/drawing/2014/main" id="{1B6ED1AD-8E55-4CB1-9813-CAAFCD76539C}"/>
              </a:ext>
            </a:extLst>
          </p:cNvPr>
          <p:cNvSpPr>
            <a:spLocks noGrp="1"/>
          </p:cNvSpPr>
          <p:nvPr/>
        </p:nvSpPr>
        <p:spPr>
          <a:xfrm>
            <a:off x="9452610" y="3619500"/>
            <a:ext cx="195834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30" name="U06-DG-025-branch_5-title">
            <a:extLst>
              <a:ext uri="{FF2B5EF4-FFF2-40B4-BE49-F238E27FC236}">
                <a16:creationId xmlns:a16="http://schemas.microsoft.com/office/drawing/2014/main" id="{7CA3BCAE-F06F-41CB-820B-57171D9C3E73}"/>
              </a:ext>
            </a:extLst>
          </p:cNvPr>
          <p:cNvSpPr>
            <a:spLocks noGrp="1"/>
          </p:cNvSpPr>
          <p:nvPr/>
        </p:nvSpPr>
        <p:spPr>
          <a:xfrm>
            <a:off x="9643110" y="3762375"/>
            <a:ext cx="15773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Tejidos</a:t>
            </a:r>
          </a:p>
        </p:txBody>
      </p:sp>
      <p:sp>
        <p:nvSpPr>
          <p:cNvPr id="31" name="U06-DG-025-branch_5-body">
            <a:extLst>
              <a:ext uri="{FF2B5EF4-FFF2-40B4-BE49-F238E27FC236}">
                <a16:creationId xmlns:a16="http://schemas.microsoft.com/office/drawing/2014/main" id="{F12C389B-2152-4DC5-8C96-E056425772AB}"/>
              </a:ext>
            </a:extLst>
          </p:cNvPr>
          <p:cNvSpPr>
            <a:spLocks noGrp="1"/>
          </p:cNvSpPr>
          <p:nvPr/>
        </p:nvSpPr>
        <p:spPr>
          <a:xfrm>
            <a:off x="9643110" y="4210050"/>
            <a:ext cx="157734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blandos</a:t>
            </a:r>
          </a:p>
        </p:txBody>
      </p:sp>
      <p:sp>
        <p:nvSpPr>
          <p:cNvPr id="32" name="top-rail-1">
            <a:extLst>
              <a:ext uri="{FF2B5EF4-FFF2-40B4-BE49-F238E27FC236}">
                <a16:creationId xmlns:a16="http://schemas.microsoft.com/office/drawing/2014/main" id="{6B796BAE-131B-42C6-841B-0092AD4452FE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3" name="top-rail-2">
            <a:extLst>
              <a:ext uri="{FF2B5EF4-FFF2-40B4-BE49-F238E27FC236}">
                <a16:creationId xmlns:a16="http://schemas.microsoft.com/office/drawing/2014/main" id="{C8BC4CE6-F446-4D04-94EB-C7B53898297D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4" name="top-rail-3">
            <a:extLst>
              <a:ext uri="{FF2B5EF4-FFF2-40B4-BE49-F238E27FC236}">
                <a16:creationId xmlns:a16="http://schemas.microsoft.com/office/drawing/2014/main" id="{B48825C5-96A2-40A0-A70F-9ECB49137F43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5" name="eyebrow">
            <a:extLst>
              <a:ext uri="{FF2B5EF4-FFF2-40B4-BE49-F238E27FC236}">
                <a16:creationId xmlns:a16="http://schemas.microsoft.com/office/drawing/2014/main" id="{70B30B4E-65DF-4C37-B333-7013620CEA7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4EE9C520-264C-697B-98ED-01920261CCEC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C1B83D5-E07B-4B89-A6A0-AE7C20313539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6BA109ED-D8A8-4557-9AF1-0AD7F0304A3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pared del CAE también puede generar presión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8321127-EF21-447A-ADE8-FAC1FA328D8E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vibración del canal puede reintroducir una contribución aérea local.</a:t>
            </a:r>
          </a:p>
        </p:txBody>
      </p:sp>
      <p:sp>
        <p:nvSpPr>
          <p:cNvPr id="3" name="U06-DG-026-stage_1-anchor">
            <a:extLst>
              <a:ext uri="{FF2B5EF4-FFF2-40B4-BE49-F238E27FC236}">
                <a16:creationId xmlns:a16="http://schemas.microsoft.com/office/drawing/2014/main" id="{802CB1AA-CAA5-444D-AF10-6644FE45CA9B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6-stage_2-anchor">
            <a:extLst>
              <a:ext uri="{FF2B5EF4-FFF2-40B4-BE49-F238E27FC236}">
                <a16:creationId xmlns:a16="http://schemas.microsoft.com/office/drawing/2014/main" id="{1BA1448A-C236-4710-BBCA-5253F68FEC90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6-stage_3-anchor">
            <a:extLst>
              <a:ext uri="{FF2B5EF4-FFF2-40B4-BE49-F238E27FC236}">
                <a16:creationId xmlns:a16="http://schemas.microsoft.com/office/drawing/2014/main" id="{127D6285-FF07-4627-BFFF-9B4F5E15E583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6-stage_4-anchor">
            <a:extLst>
              <a:ext uri="{FF2B5EF4-FFF2-40B4-BE49-F238E27FC236}">
                <a16:creationId xmlns:a16="http://schemas.microsoft.com/office/drawing/2014/main" id="{89D560E3-AAEC-48CF-BE11-8AAB4714F669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26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26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26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26-stage_1-box" descr="Diagrama sobre «La pared del CAE también puede generar presión»; organiza pared del cae → presión interna; oclusión como modificador, sin procedimiento clínico." title="Texto alternativo U06-044">
            <a:extLst>
              <a:ext uri="{FF2B5EF4-FFF2-40B4-BE49-F238E27FC236}">
                <a16:creationId xmlns:a16="http://schemas.microsoft.com/office/drawing/2014/main" id="{C172B81B-4D82-4D55-9E61-1A3F8933BC8D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26-stage_1-title">
            <a:extLst>
              <a:ext uri="{FF2B5EF4-FFF2-40B4-BE49-F238E27FC236}">
                <a16:creationId xmlns:a16="http://schemas.microsoft.com/office/drawing/2014/main" id="{821C817D-3A8F-4CEA-B583-9D72AAC7378D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Cráneo vibra</a:t>
            </a:r>
          </a:p>
        </p:txBody>
      </p:sp>
      <p:sp>
        <p:nvSpPr>
          <p:cNvPr id="12" name="U06-DG-026-stage_1-body">
            <a:extLst>
              <a:ext uri="{FF2B5EF4-FFF2-40B4-BE49-F238E27FC236}">
                <a16:creationId xmlns:a16="http://schemas.microsoft.com/office/drawing/2014/main" id="{0E426BED-7F33-4433-9192-F5DC369D8951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</a:t>
            </a:r>
          </a:p>
        </p:txBody>
      </p:sp>
      <p:sp>
        <p:nvSpPr>
          <p:cNvPr id="13" name="U06-DG-026-stage_2-box">
            <a:extLst>
              <a:ext uri="{FF2B5EF4-FFF2-40B4-BE49-F238E27FC236}">
                <a16:creationId xmlns:a16="http://schemas.microsoft.com/office/drawing/2014/main" id="{F0E861EB-4F49-4B0C-BC01-1EA9515A8A93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4" name="U06-DG-026-stage_2-title">
            <a:extLst>
              <a:ext uri="{FF2B5EF4-FFF2-40B4-BE49-F238E27FC236}">
                <a16:creationId xmlns:a16="http://schemas.microsoft.com/office/drawing/2014/main" id="{5A5F9D11-1935-4AB7-B1A8-DCA243530FDB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Pared del CAE</a:t>
            </a:r>
          </a:p>
        </p:txBody>
      </p:sp>
      <p:sp>
        <p:nvSpPr>
          <p:cNvPr id="15" name="U06-DG-026-stage_2-body">
            <a:extLst>
              <a:ext uri="{FF2B5EF4-FFF2-40B4-BE49-F238E27FC236}">
                <a16:creationId xmlns:a16="http://schemas.microsoft.com/office/drawing/2014/main" id="{25E4D873-D5CE-4B55-BAE9-C8D03DEF4019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desplaza</a:t>
            </a:r>
          </a:p>
        </p:txBody>
      </p:sp>
      <p:sp>
        <p:nvSpPr>
          <p:cNvPr id="16" name="U06-DG-026-stage_3-box">
            <a:extLst>
              <a:ext uri="{FF2B5EF4-FFF2-40B4-BE49-F238E27FC236}">
                <a16:creationId xmlns:a16="http://schemas.microsoft.com/office/drawing/2014/main" id="{30F571BD-4D71-4675-A7DD-FC278A5A2480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26-stage_3-title">
            <a:extLst>
              <a:ext uri="{FF2B5EF4-FFF2-40B4-BE49-F238E27FC236}">
                <a16:creationId xmlns:a16="http://schemas.microsoft.com/office/drawing/2014/main" id="{45D9F432-ECBF-474C-8329-786BBF0D451D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Aire del CAE</a:t>
            </a:r>
          </a:p>
        </p:txBody>
      </p:sp>
      <p:sp>
        <p:nvSpPr>
          <p:cNvPr id="18" name="U06-DG-026-stage_3-body">
            <a:extLst>
              <a:ext uri="{FF2B5EF4-FFF2-40B4-BE49-F238E27FC236}">
                <a16:creationId xmlns:a16="http://schemas.microsoft.com/office/drawing/2014/main" id="{B921BE54-CF8D-4D76-B5E4-58731CDC5C93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radiada</a:t>
            </a:r>
          </a:p>
        </p:txBody>
      </p:sp>
      <p:sp>
        <p:nvSpPr>
          <p:cNvPr id="19" name="U06-DG-026-stage_4-box">
            <a:extLst>
              <a:ext uri="{FF2B5EF4-FFF2-40B4-BE49-F238E27FC236}">
                <a16:creationId xmlns:a16="http://schemas.microsoft.com/office/drawing/2014/main" id="{1104BF65-B93B-45AC-9016-CC6DBF38E291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26-stage_4-title">
            <a:extLst>
              <a:ext uri="{FF2B5EF4-FFF2-40B4-BE49-F238E27FC236}">
                <a16:creationId xmlns:a16="http://schemas.microsoft.com/office/drawing/2014/main" id="{CBA68A77-1C89-4BDD-87FE-8FC256883CDA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1" name="U06-DG-026-stage_4-body">
            <a:extLst>
              <a:ext uri="{FF2B5EF4-FFF2-40B4-BE49-F238E27FC236}">
                <a16:creationId xmlns:a16="http://schemas.microsoft.com/office/drawing/2014/main" id="{69B3FA4E-3549-494A-8093-0894C294C183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recibe esa presión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A90E86C6-5ACA-42BF-90EE-E025481A9A21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A0251DB3-3C15-4F28-BE8C-9A79982C159F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DBE86BB9-EA91-4F68-83AC-C75857BA90F3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65ADB9E6-2FC9-4709-BFF6-E077DECF109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0D794FE0-678C-E72A-78BB-EF04313327A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F9A23C9C-F481-4C9F-9000-92C56CD91AF6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B995975C-4FF8-43CE-AAC1-6A8412B5205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Huesecillos y fluidos responden por inercia relativa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3E52A0C-9AF6-49C4-97F1-E0343DD51C72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Lo relevante es movimiento relativo respecto de la cavidad o cápsula.</a:t>
            </a:r>
          </a:p>
        </p:txBody>
      </p:sp>
      <p:sp>
        <p:nvSpPr>
          <p:cNvPr id="3" name="U06-DG-027-panel_left-anchor">
            <a:extLst>
              <a:ext uri="{FF2B5EF4-FFF2-40B4-BE49-F238E27FC236}">
                <a16:creationId xmlns:a16="http://schemas.microsoft.com/office/drawing/2014/main" id="{6E7ADF26-068B-4AC1-94ED-2F7DEA08CE11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7-panel_right-anchor">
            <a:extLst>
              <a:ext uri="{FF2B5EF4-FFF2-40B4-BE49-F238E27FC236}">
                <a16:creationId xmlns:a16="http://schemas.microsoft.com/office/drawing/2014/main" id="{8FD7BBE6-D7ED-4530-8676-3E0FA2370E7C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7-panel_left-box" descr="Diagrama sobre «Huesecillos y fluidos responden por inercia relativa»; organiza inercia osicular / inercia de fluidos con entrada, estructura y efecto." title="Texto alternativo U06-045">
            <a:extLst>
              <a:ext uri="{FF2B5EF4-FFF2-40B4-BE49-F238E27FC236}">
                <a16:creationId xmlns:a16="http://schemas.microsoft.com/office/drawing/2014/main" id="{937FE5A8-4E6C-4B05-8967-6A2E97BA136A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6" name="U06-DG-027-panel_left-title">
            <a:extLst>
              <a:ext uri="{FF2B5EF4-FFF2-40B4-BE49-F238E27FC236}">
                <a16:creationId xmlns:a16="http://schemas.microsoft.com/office/drawing/2014/main" id="{2820ECA3-FFAF-4A1D-81A1-614DB873CD90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Cadena osicular</a:t>
            </a:r>
          </a:p>
        </p:txBody>
      </p:sp>
      <p:sp>
        <p:nvSpPr>
          <p:cNvPr id="7" name="U06-DG-027-panel_left-body">
            <a:extLst>
              <a:ext uri="{FF2B5EF4-FFF2-40B4-BE49-F238E27FC236}">
                <a16:creationId xmlns:a16="http://schemas.microsoft.com/office/drawing/2014/main" id="{6CE12454-440C-43DB-AD70-1729E5788D0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retrasa respecto del cráneo movimiento relativo</a:t>
            </a:r>
          </a:p>
        </p:txBody>
      </p:sp>
      <p:sp>
        <p:nvSpPr>
          <p:cNvPr id="8" name="U06-DG-027-panel_right-box">
            <a:extLst>
              <a:ext uri="{FF2B5EF4-FFF2-40B4-BE49-F238E27FC236}">
                <a16:creationId xmlns:a16="http://schemas.microsoft.com/office/drawing/2014/main" id="{A6B6CBA1-4934-4F04-BE1D-6B37332E7903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9" name="U06-DG-027-panel_right-title">
            <a:extLst>
              <a:ext uri="{FF2B5EF4-FFF2-40B4-BE49-F238E27FC236}">
                <a16:creationId xmlns:a16="http://schemas.microsoft.com/office/drawing/2014/main" id="{849383FD-4416-4732-9C2A-70958CFB327E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Fluidos cocleares</a:t>
            </a:r>
          </a:p>
        </p:txBody>
      </p:sp>
      <p:sp>
        <p:nvSpPr>
          <p:cNvPr id="10" name="U06-DG-027-panel_right-body">
            <a:extLst>
              <a:ext uri="{FF2B5EF4-FFF2-40B4-BE49-F238E27FC236}">
                <a16:creationId xmlns:a16="http://schemas.microsoft.com/office/drawing/2014/main" id="{4B4F2D4C-42DE-415E-8FA0-8FAE1AA9E482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retrasan respecto de la cápsula diferencia de presión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C6698F0B-DC6F-4913-9723-C30DF58B2F6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BFA10737-BB7C-4B9D-9570-C9F09CE9DA02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CB9C9289-D64D-4C1D-9BC1-C735F87E60CA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996D4020-4C6D-4112-B3C8-72EE2228A9C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26C9BB88-CEEB-E3F6-3EC9-DAE997202EEE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516DEFDA-F59A-4BCA-805B-ABF5CC49C63C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FD876AE1-6B57-4C7B-9119-CD01EAA7148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cápsula y los tejidos aportan otras diferencias de presión</a:t>
            </a:r>
          </a:p>
        </p:txBody>
      </p:sp>
      <p:sp>
        <p:nvSpPr>
          <p:cNvPr id="2" name="U06-DG-028-panel_left-anchor">
            <a:extLst>
              <a:ext uri="{FF2B5EF4-FFF2-40B4-BE49-F238E27FC236}">
                <a16:creationId xmlns:a16="http://schemas.microsoft.com/office/drawing/2014/main" id="{31BB7A7A-02BA-4869-9737-9E8A48D80A0E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28-panel_right-anchor">
            <a:extLst>
              <a:ext uri="{FF2B5EF4-FFF2-40B4-BE49-F238E27FC236}">
                <a16:creationId xmlns:a16="http://schemas.microsoft.com/office/drawing/2014/main" id="{F8F92EFB-49D5-4907-B782-A8171A461F4F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8-panel_left-box" descr="Diagrama sobre «La cápsula y los tejidos aportan otras diferencias de presión»; organiza dos mecanismos restantes y advertencia de dependencia contextual." title="Texto alternativo U06-046">
            <a:extLst>
              <a:ext uri="{FF2B5EF4-FFF2-40B4-BE49-F238E27FC236}">
                <a16:creationId xmlns:a16="http://schemas.microsoft.com/office/drawing/2014/main" id="{7BD83D87-7FFA-4960-A38C-9874290B8EFB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5" name="U06-DG-028-panel_left-title">
            <a:extLst>
              <a:ext uri="{FF2B5EF4-FFF2-40B4-BE49-F238E27FC236}">
                <a16:creationId xmlns:a16="http://schemas.microsoft.com/office/drawing/2014/main" id="{CF3F4777-D8EF-45AD-B87B-53D146685A9D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Cápsula coclear</a:t>
            </a:r>
          </a:p>
        </p:txBody>
      </p:sp>
      <p:sp>
        <p:nvSpPr>
          <p:cNvPr id="6" name="U06-DG-028-panel_left-body">
            <a:extLst>
              <a:ext uri="{FF2B5EF4-FFF2-40B4-BE49-F238E27FC236}">
                <a16:creationId xmlns:a16="http://schemas.microsoft.com/office/drawing/2014/main" id="{2B75D2E3-84F8-452A-B9D3-7F274656DFB5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deformación presiones diferenciales</a:t>
            </a:r>
          </a:p>
        </p:txBody>
      </p:sp>
      <p:sp>
        <p:nvSpPr>
          <p:cNvPr id="7" name="U06-DG-028-panel_right-box">
            <a:extLst>
              <a:ext uri="{FF2B5EF4-FFF2-40B4-BE49-F238E27FC236}">
                <a16:creationId xmlns:a16="http://schemas.microsoft.com/office/drawing/2014/main" id="{5049E627-B433-4C80-B0FB-4DE4F766AED0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U06-DG-028-panel_right-title">
            <a:extLst>
              <a:ext uri="{FF2B5EF4-FFF2-40B4-BE49-F238E27FC236}">
                <a16:creationId xmlns:a16="http://schemas.microsoft.com/office/drawing/2014/main" id="{74D2D5B3-A2A8-417E-95AC-F247EBC06694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Tejidos blandos</a:t>
            </a:r>
          </a:p>
        </p:txBody>
      </p:sp>
      <p:sp>
        <p:nvSpPr>
          <p:cNvPr id="9" name="U06-DG-028-panel_right-body">
            <a:extLst>
              <a:ext uri="{FF2B5EF4-FFF2-40B4-BE49-F238E27FC236}">
                <a16:creationId xmlns:a16="http://schemas.microsoft.com/office/drawing/2014/main" id="{50E14788-2784-4BE9-AB6A-7ED0D34146AA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transmiten vibración ruta complementaria</a:t>
            </a:r>
          </a:p>
        </p:txBody>
      </p:sp>
      <p:sp>
        <p:nvSpPr>
          <p:cNvPr id="10" name="top-rail-1">
            <a:extLst>
              <a:ext uri="{FF2B5EF4-FFF2-40B4-BE49-F238E27FC236}">
                <a16:creationId xmlns:a16="http://schemas.microsoft.com/office/drawing/2014/main" id="{4786B135-F477-4435-8D92-0CC8A77FC68B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>
              <a:ext uri="{FF2B5EF4-FFF2-40B4-BE49-F238E27FC236}">
                <a16:creationId xmlns:a16="http://schemas.microsoft.com/office/drawing/2014/main" id="{9400E375-6ECD-45D6-AF8B-E6BCBE7D0B9A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>
              <a:ext uri="{FF2B5EF4-FFF2-40B4-BE49-F238E27FC236}">
                <a16:creationId xmlns:a16="http://schemas.microsoft.com/office/drawing/2014/main" id="{7EE28CC2-D884-42B5-A0AA-51762FC656C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>
              <a:ext uri="{FF2B5EF4-FFF2-40B4-BE49-F238E27FC236}">
                <a16:creationId xmlns:a16="http://schemas.microsoft.com/office/drawing/2014/main" id="{7B8F4666-8577-4F1B-B982-AFBAD470A23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524BB1BB-0660-214E-DB30-57844DB8167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C7D30F3-8951-445A-AF9F-AD725D9CD07D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6D954518-A272-4765-9F1D-FD3AE9BCE09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vibrador óseo activa más de un mecanismo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933CA7B-B387-4405-9A0E-D50288DC19B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Acoplamiento, ubicación y frecuencia cambian las contribuciones.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A7458540-D9B9-4433-8FEC-EC4325594BED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Acoplamiento, ubicación y frecuencia cambian las contribuciones.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Observá: Transductor, punto de apoyo y rutas físicas posibles..</a:t>
            </a:r>
          </a:p>
        </p:txBody>
      </p:sp>
      <p:sp>
        <p:nvSpPr>
          <p:cNvPr id="4" name="side-panel-box">
            <a:extLst>
              <a:ext uri="{FF2B5EF4-FFF2-40B4-BE49-F238E27FC236}">
                <a16:creationId xmlns:a16="http://schemas.microsoft.com/office/drawing/2014/main" id="{BA7354A1-09C0-45BB-A51D-65F96C23E64F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571875" cy="3333750"/>
          </a:xfrm>
          <a:prstGeom prst="roundRect">
            <a:avLst>
              <a:gd name="adj" fmla="val 3429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5" name="side-panel-title">
            <a:extLst>
              <a:ext uri="{FF2B5EF4-FFF2-40B4-BE49-F238E27FC236}">
                <a16:creationId xmlns:a16="http://schemas.microsoft.com/office/drawing/2014/main" id="{204925AD-663F-4725-9540-F6DFC27D8D20}"/>
              </a:ext>
            </a:extLst>
          </p:cNvPr>
          <p:cNvSpPr>
            <a:spLocks noGrp="1"/>
          </p:cNvSpPr>
          <p:nvPr/>
        </p:nvSpPr>
        <p:spPr>
          <a:xfrm>
            <a:off x="8077200" y="1752600"/>
            <a:ext cx="3228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6" name="side-panel-body">
            <a:extLst>
              <a:ext uri="{FF2B5EF4-FFF2-40B4-BE49-F238E27FC236}">
                <a16:creationId xmlns:a16="http://schemas.microsoft.com/office/drawing/2014/main" id="{058F7906-0BA5-4A35-A7FD-0B3274E216BF}"/>
              </a:ext>
            </a:extLst>
          </p:cNvPr>
          <p:cNvSpPr>
            <a:spLocks noGrp="1"/>
          </p:cNvSpPr>
          <p:nvPr/>
        </p:nvSpPr>
        <p:spPr>
          <a:xfrm>
            <a:off x="8077200" y="2152650"/>
            <a:ext cx="3228975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vibrador apoyado en el cráneo puede activar simultáneamente radiación al CAE, inercias y deformación.</a:t>
            </a:r>
          </a:p>
        </p:txBody>
      </p:sp>
      <p:sp>
        <p:nvSpPr>
          <p:cNvPr id="7" name="top-rail-1">
            <a:extLst>
              <a:ext uri="{FF2B5EF4-FFF2-40B4-BE49-F238E27FC236}">
                <a16:creationId xmlns:a16="http://schemas.microsoft.com/office/drawing/2014/main" id="{39E2BBFC-4BB8-46C7-B37C-75D36914B61B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8" name="top-rail-2">
            <a:extLst>
              <a:ext uri="{FF2B5EF4-FFF2-40B4-BE49-F238E27FC236}">
                <a16:creationId xmlns:a16="http://schemas.microsoft.com/office/drawing/2014/main" id="{A5DEA450-CB54-4F8C-89B2-F001A32247D8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9" name="top-rail-3">
            <a:extLst>
              <a:ext uri="{FF2B5EF4-FFF2-40B4-BE49-F238E27FC236}">
                <a16:creationId xmlns:a16="http://schemas.microsoft.com/office/drawing/2014/main" id="{9FEB0808-E680-48BA-855B-7695BDD62449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153E05CB-6277-402B-A8FE-701EB40E748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2" name="auto-slide-number">
            <a:extLst>
              <a:ext uri="{FF2B5EF4-FFF2-40B4-BE49-F238E27FC236}">
                <a16:creationId xmlns:a16="http://schemas.microsoft.com/office/drawing/2014/main" id="{0A8190CC-58CA-6A3B-2478-041E11DB783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FBCF11BD-9E39-48C1-862C-6F1BC3F6EE4C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-title">
            <a:extLst>
              <a:ext uri="{FF2B5EF4-FFF2-40B4-BE49-F238E27FC236}">
                <a16:creationId xmlns:a16="http://schemas.microsoft.com/office/drawing/2014/main" id="{6B49B3DA-15C5-4DE8-AD89-E3A2D3CB288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varias entradas, una partición coclear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A2D1113-30FC-44D9-B6AC-BAF5EDCD275F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“Vía ósea” nombra el estímulo, no una sola ruta interna.</a:t>
            </a:r>
          </a:p>
        </p:txBody>
      </p:sp>
      <p:sp>
        <p:nvSpPr>
          <p:cNvPr id="3" name="U06-DG-024-target-anchor">
            <a:extLst>
              <a:ext uri="{FF2B5EF4-FFF2-40B4-BE49-F238E27FC236}">
                <a16:creationId xmlns:a16="http://schemas.microsoft.com/office/drawing/2014/main" id="{DEDFF1B0-B8A2-4EFF-B5B0-8BF6B6D69584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4-air_1-anchor">
            <a:extLst>
              <a:ext uri="{FF2B5EF4-FFF2-40B4-BE49-F238E27FC236}">
                <a16:creationId xmlns:a16="http://schemas.microsoft.com/office/drawing/2014/main" id="{934AFF13-3484-44E2-85B4-4045BC60B735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4-air_2-anchor">
            <a:extLst>
              <a:ext uri="{FF2B5EF4-FFF2-40B4-BE49-F238E27FC236}">
                <a16:creationId xmlns:a16="http://schemas.microsoft.com/office/drawing/2014/main" id="{E8E52829-6279-40B8-BC8F-F9C381600A86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4-air_3-anchor">
            <a:extLst>
              <a:ext uri="{FF2B5EF4-FFF2-40B4-BE49-F238E27FC236}">
                <a16:creationId xmlns:a16="http://schemas.microsoft.com/office/drawing/2014/main" id="{F954DEAB-EE9D-43E4-9881-FBD5E85E0254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4-air_4-anchor">
            <a:extLst>
              <a:ext uri="{FF2B5EF4-FFF2-40B4-BE49-F238E27FC236}">
                <a16:creationId xmlns:a16="http://schemas.microsoft.com/office/drawing/2014/main" id="{635296A8-D4CA-4C5E-96C0-5D6EDEB09036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4-bone_1-anchor">
            <a:extLst>
              <a:ext uri="{FF2B5EF4-FFF2-40B4-BE49-F238E27FC236}">
                <a16:creationId xmlns:a16="http://schemas.microsoft.com/office/drawing/2014/main" id="{5747ED82-0E93-45B1-9DD5-C38F5CC6F0CC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4-bone_2-anchor">
            <a:extLst>
              <a:ext uri="{FF2B5EF4-FFF2-40B4-BE49-F238E27FC236}">
                <a16:creationId xmlns:a16="http://schemas.microsoft.com/office/drawing/2014/main" id="{6919A7FC-86D8-4AAB-9DC2-1F69E1A133FB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sp>
        <p:nvSpPr>
          <p:cNvPr id="10" name="U06-DG-024-bone_3-anchor">
            <a:extLst>
              <a:ext uri="{FF2B5EF4-FFF2-40B4-BE49-F238E27FC236}">
                <a16:creationId xmlns:a16="http://schemas.microsoft.com/office/drawing/2014/main" id="{39BDB95A-CFCC-46C8-A3A4-AC48B4E6853D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noFill/>
          <a:ln w="0">
            <a:noFill/>
            <a:prstDash val="solid"/>
          </a:ln>
        </p:spPr>
      </p:sp>
      <p:cxnSp>
        <p:nvCxnSpPr>
          <p:cNvPr id="56" name="U06-DG-024-air_edge_1"/>
          <p:cNvCxnSpPr>
            <a:stCxn id="4" idx="3"/>
            <a:endCxn id="5" idx="1"/>
          </p:cNvCxnSpPr>
          <p:nvPr/>
        </p:nvCxnSpPr>
        <p:spPr>
          <a:xfrm>
            <a:off x="2662238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6-DG-024-air_edge_2"/>
          <p:cNvCxnSpPr>
            <a:stCxn id="5" idx="3"/>
            <a:endCxn id="6" idx="1"/>
          </p:cNvCxnSpPr>
          <p:nvPr/>
        </p:nvCxnSpPr>
        <p:spPr>
          <a:xfrm>
            <a:off x="4733926" y="2143125"/>
            <a:ext cx="190499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8" name="U06-DG-024-air_edge_3"/>
          <p:cNvCxnSpPr>
            <a:stCxn id="6" idx="3"/>
            <a:endCxn id="7" idx="1"/>
          </p:cNvCxnSpPr>
          <p:nvPr/>
        </p:nvCxnSpPr>
        <p:spPr>
          <a:xfrm>
            <a:off x="6805613" y="2143125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9" name="U06-DG-024-air_target"/>
          <p:cNvCxnSpPr>
            <a:stCxn id="7" idx="3"/>
            <a:endCxn id="3" idx="1"/>
          </p:cNvCxnSpPr>
          <p:nvPr/>
        </p:nvCxnSpPr>
        <p:spPr>
          <a:xfrm>
            <a:off x="8877301" y="2143125"/>
            <a:ext cx="600074" cy="1285875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0" name="U06-DG-024-bone_edge_1"/>
          <p:cNvCxnSpPr>
            <a:stCxn id="8" idx="3"/>
            <a:endCxn id="9" idx="1"/>
          </p:cNvCxnSpPr>
          <p:nvPr/>
        </p:nvCxnSpPr>
        <p:spPr>
          <a:xfrm>
            <a:off x="335280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1" name="U06-DG-024-bone_edge_2"/>
          <p:cNvCxnSpPr>
            <a:stCxn id="9" idx="3"/>
            <a:endCxn id="10" idx="1"/>
          </p:cNvCxnSpPr>
          <p:nvPr/>
        </p:nvCxnSpPr>
        <p:spPr>
          <a:xfrm>
            <a:off x="6115050" y="48577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6-DG-024-bone_target"/>
          <p:cNvCxnSpPr>
            <a:stCxn id="10" idx="3"/>
            <a:endCxn id="3" idx="1"/>
          </p:cNvCxnSpPr>
          <p:nvPr/>
        </p:nvCxnSpPr>
        <p:spPr>
          <a:xfrm flipV="1">
            <a:off x="8877300" y="3429000"/>
            <a:ext cx="600075" cy="1428750"/>
          </a:xfrm>
          <a:prstGeom prst="bentConnector3">
            <a:avLst>
              <a:gd name="adj1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6-DG-024-target-box" descr="Diagrama sobre «Hasta acá: varias entradas, una partición coclear»; organiza tres ideas + respuesta corregida a u06-042." title="Texto alternativo U06-048">
            <a:extLst>
              <a:ext uri="{FF2B5EF4-FFF2-40B4-BE49-F238E27FC236}">
                <a16:creationId xmlns:a16="http://schemas.microsoft.com/office/drawing/2014/main" id="{20106602-2F19-41AE-A9E0-2081DF8C7269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952625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9" name="U06-DG-024-target-title">
            <a:extLst>
              <a:ext uri="{FF2B5EF4-FFF2-40B4-BE49-F238E27FC236}">
                <a16:creationId xmlns:a16="http://schemas.microsoft.com/office/drawing/2014/main" id="{68336446-9006-42BA-9225-3C5936B011E2}"/>
              </a:ext>
            </a:extLst>
          </p:cNvPr>
          <p:cNvSpPr>
            <a:spLocks noGrp="1"/>
          </p:cNvSpPr>
          <p:nvPr/>
        </p:nvSpPr>
        <p:spPr>
          <a:xfrm>
            <a:off x="9667875" y="2809875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20" name="U06-DG-024-target-body">
            <a:extLst>
              <a:ext uri="{FF2B5EF4-FFF2-40B4-BE49-F238E27FC236}">
                <a16:creationId xmlns:a16="http://schemas.microsoft.com/office/drawing/2014/main" id="{AAA3CD6A-BB40-4121-B009-EEBDB9F3489E}"/>
              </a:ext>
            </a:extLst>
          </p:cNvPr>
          <p:cNvSpPr>
            <a:spLocks noGrp="1"/>
          </p:cNvSpPr>
          <p:nvPr/>
        </p:nvSpPr>
        <p:spPr>
          <a:xfrm>
            <a:off x="9667875" y="3257550"/>
            <a:ext cx="1571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destino común</a:t>
            </a:r>
          </a:p>
        </p:txBody>
      </p:sp>
      <p:sp>
        <p:nvSpPr>
          <p:cNvPr id="21" name="U06-DG-024-air_1-box">
            <a:extLst>
              <a:ext uri="{FF2B5EF4-FFF2-40B4-BE49-F238E27FC236}">
                <a16:creationId xmlns:a16="http://schemas.microsoft.com/office/drawing/2014/main" id="{8C4406D9-0488-41AF-AF53-9B2206EE0FDD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2" name="U06-DG-024-air_1-title">
            <a:extLst>
              <a:ext uri="{FF2B5EF4-FFF2-40B4-BE49-F238E27FC236}">
                <a16:creationId xmlns:a16="http://schemas.microsoft.com/office/drawing/2014/main" id="{628DCD3A-61D4-4E52-9E5B-B9B9A8B70436}"/>
              </a:ext>
            </a:extLst>
          </p:cNvPr>
          <p:cNvSpPr>
            <a:spLocks noGrp="1"/>
          </p:cNvSpPr>
          <p:nvPr/>
        </p:nvSpPr>
        <p:spPr>
          <a:xfrm>
            <a:off x="971550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Aire</a:t>
            </a:r>
          </a:p>
        </p:txBody>
      </p:sp>
      <p:sp>
        <p:nvSpPr>
          <p:cNvPr id="23" name="U06-DG-024-air_1-body">
            <a:extLst>
              <a:ext uri="{FF2B5EF4-FFF2-40B4-BE49-F238E27FC236}">
                <a16:creationId xmlns:a16="http://schemas.microsoft.com/office/drawing/2014/main" id="{0025A1A3-5A73-40F9-80A7-A45139A36085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4" name="U06-DG-024-air_2-box">
            <a:extLst>
              <a:ext uri="{FF2B5EF4-FFF2-40B4-BE49-F238E27FC236}">
                <a16:creationId xmlns:a16="http://schemas.microsoft.com/office/drawing/2014/main" id="{59F8FFD0-F844-4533-9FEB-642829A86A1F}"/>
              </a:ext>
            </a:extLst>
          </p:cNvPr>
          <p:cNvSpPr>
            <a:spLocks noGrp="1"/>
          </p:cNvSpPr>
          <p:nvPr/>
        </p:nvSpPr>
        <p:spPr>
          <a:xfrm>
            <a:off x="2852738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5" name="U06-DG-024-air_2-title">
            <a:extLst>
              <a:ext uri="{FF2B5EF4-FFF2-40B4-BE49-F238E27FC236}">
                <a16:creationId xmlns:a16="http://schemas.microsoft.com/office/drawing/2014/main" id="{8ADE96B5-E747-4C40-B063-8784A550AF5C}"/>
              </a:ext>
            </a:extLst>
          </p:cNvPr>
          <p:cNvSpPr>
            <a:spLocks noGrp="1"/>
          </p:cNvSpPr>
          <p:nvPr/>
        </p:nvSpPr>
        <p:spPr>
          <a:xfrm>
            <a:off x="3043238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6" name="U06-DG-024-air_2-body">
            <a:extLst>
              <a:ext uri="{FF2B5EF4-FFF2-40B4-BE49-F238E27FC236}">
                <a16:creationId xmlns:a16="http://schemas.microsoft.com/office/drawing/2014/main" id="{7F343370-E392-4D7F-9735-7D445D60F681}"/>
              </a:ext>
            </a:extLst>
          </p:cNvPr>
          <p:cNvSpPr>
            <a:spLocks noGrp="1"/>
          </p:cNvSpPr>
          <p:nvPr/>
        </p:nvSpPr>
        <p:spPr>
          <a:xfrm>
            <a:off x="3043238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7" name="U06-DG-024-air_3-box">
            <a:extLst>
              <a:ext uri="{FF2B5EF4-FFF2-40B4-BE49-F238E27FC236}">
                <a16:creationId xmlns:a16="http://schemas.microsoft.com/office/drawing/2014/main" id="{6CC89861-D2B1-41FD-AC49-050C34C9A439}"/>
              </a:ext>
            </a:extLst>
          </p:cNvPr>
          <p:cNvSpPr>
            <a:spLocks noGrp="1"/>
          </p:cNvSpPr>
          <p:nvPr/>
        </p:nvSpPr>
        <p:spPr>
          <a:xfrm>
            <a:off x="4924425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8" name="U06-DG-024-air_3-title">
            <a:extLst>
              <a:ext uri="{FF2B5EF4-FFF2-40B4-BE49-F238E27FC236}">
                <a16:creationId xmlns:a16="http://schemas.microsoft.com/office/drawing/2014/main" id="{CFA6A7DE-D0C7-425B-918B-F08A95C99C21}"/>
              </a:ext>
            </a:extLst>
          </p:cNvPr>
          <p:cNvSpPr>
            <a:spLocks noGrp="1"/>
          </p:cNvSpPr>
          <p:nvPr/>
        </p:nvSpPr>
        <p:spPr>
          <a:xfrm>
            <a:off x="5114925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Tímpano</a:t>
            </a:r>
          </a:p>
        </p:txBody>
      </p:sp>
      <p:sp>
        <p:nvSpPr>
          <p:cNvPr id="29" name="U06-DG-024-air_3-body">
            <a:extLst>
              <a:ext uri="{FF2B5EF4-FFF2-40B4-BE49-F238E27FC236}">
                <a16:creationId xmlns:a16="http://schemas.microsoft.com/office/drawing/2014/main" id="{E9DE8F18-9FC7-4925-BC0B-48E58A33E370}"/>
              </a:ext>
            </a:extLst>
          </p:cNvPr>
          <p:cNvSpPr>
            <a:spLocks noGrp="1"/>
          </p:cNvSpPr>
          <p:nvPr/>
        </p:nvSpPr>
        <p:spPr>
          <a:xfrm>
            <a:off x="5114925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0" name="U06-DG-024-air_4-box">
            <a:extLst>
              <a:ext uri="{FF2B5EF4-FFF2-40B4-BE49-F238E27FC236}">
                <a16:creationId xmlns:a16="http://schemas.microsoft.com/office/drawing/2014/main" id="{483335F7-A2AE-45A5-8258-DCA825261A7C}"/>
              </a:ext>
            </a:extLst>
          </p:cNvPr>
          <p:cNvSpPr>
            <a:spLocks noGrp="1"/>
          </p:cNvSpPr>
          <p:nvPr/>
        </p:nvSpPr>
        <p:spPr>
          <a:xfrm>
            <a:off x="6996113" y="1428750"/>
            <a:ext cx="1881188" cy="1428750"/>
          </a:xfrm>
          <a:prstGeom prst="roundRect">
            <a:avLst>
              <a:gd name="adj" fmla="val 666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31" name="U06-DG-024-air_4-title">
            <a:extLst>
              <a:ext uri="{FF2B5EF4-FFF2-40B4-BE49-F238E27FC236}">
                <a16:creationId xmlns:a16="http://schemas.microsoft.com/office/drawing/2014/main" id="{51FF3481-4E69-4021-9D1A-17E353A74F3A}"/>
              </a:ext>
            </a:extLst>
          </p:cNvPr>
          <p:cNvSpPr>
            <a:spLocks noGrp="1"/>
          </p:cNvSpPr>
          <p:nvPr/>
        </p:nvSpPr>
        <p:spPr>
          <a:xfrm>
            <a:off x="7186613" y="1571625"/>
            <a:ext cx="15001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Osículos</a:t>
            </a:r>
          </a:p>
        </p:txBody>
      </p:sp>
      <p:sp>
        <p:nvSpPr>
          <p:cNvPr id="32" name="U06-DG-024-air_4-body">
            <a:extLst>
              <a:ext uri="{FF2B5EF4-FFF2-40B4-BE49-F238E27FC236}">
                <a16:creationId xmlns:a16="http://schemas.microsoft.com/office/drawing/2014/main" id="{ABC03465-0079-4149-A0EB-C5F00246B0A8}"/>
              </a:ext>
            </a:extLst>
          </p:cNvPr>
          <p:cNvSpPr>
            <a:spLocks noGrp="1"/>
          </p:cNvSpPr>
          <p:nvPr/>
        </p:nvSpPr>
        <p:spPr>
          <a:xfrm>
            <a:off x="7186613" y="2019300"/>
            <a:ext cx="15001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</a:t>
            </a:r>
          </a:p>
        </p:txBody>
      </p:sp>
      <p:sp>
        <p:nvSpPr>
          <p:cNvPr id="33" name="U06-DG-024-bone_1-box">
            <a:extLst>
              <a:ext uri="{FF2B5EF4-FFF2-40B4-BE49-F238E27FC236}">
                <a16:creationId xmlns:a16="http://schemas.microsoft.com/office/drawing/2014/main" id="{EA96F39E-A26A-435E-BAC0-CEA84AEF4DF0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4" name="U06-DG-024-bone_1-title">
            <a:extLst>
              <a:ext uri="{FF2B5EF4-FFF2-40B4-BE49-F238E27FC236}">
                <a16:creationId xmlns:a16="http://schemas.microsoft.com/office/drawing/2014/main" id="{29862CB3-A4C9-401A-9EEF-D340A0E83793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Cráneo</a:t>
            </a:r>
          </a:p>
        </p:txBody>
      </p:sp>
      <p:sp>
        <p:nvSpPr>
          <p:cNvPr id="35" name="U06-DG-024-bone_1-body">
            <a:extLst>
              <a:ext uri="{FF2B5EF4-FFF2-40B4-BE49-F238E27FC236}">
                <a16:creationId xmlns:a16="http://schemas.microsoft.com/office/drawing/2014/main" id="{81B869A7-E9F1-401E-B26E-969B4776790F}"/>
              </a:ext>
            </a:extLst>
          </p:cNvPr>
          <p:cNvSpPr>
            <a:spLocks noGrp="1"/>
          </p:cNvSpPr>
          <p:nvPr/>
        </p:nvSpPr>
        <p:spPr>
          <a:xfrm>
            <a:off x="9715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36" name="U06-DG-024-bone_2-box">
            <a:extLst>
              <a:ext uri="{FF2B5EF4-FFF2-40B4-BE49-F238E27FC236}">
                <a16:creationId xmlns:a16="http://schemas.microsoft.com/office/drawing/2014/main" id="{CF816223-47A2-432E-892E-EB55A2999D40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7" name="U06-DG-024-bone_2-title">
            <a:extLst>
              <a:ext uri="{FF2B5EF4-FFF2-40B4-BE49-F238E27FC236}">
                <a16:creationId xmlns:a16="http://schemas.microsoft.com/office/drawing/2014/main" id="{DCBC36E6-7987-4E60-8762-6544E398C253}"/>
              </a:ext>
            </a:extLst>
          </p:cNvPr>
          <p:cNvSpPr>
            <a:spLocks noGrp="1"/>
          </p:cNvSpPr>
          <p:nvPr/>
        </p:nvSpPr>
        <p:spPr>
          <a:xfrm>
            <a:off x="3733800" y="4286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CAE + oído medio</a:t>
            </a:r>
          </a:p>
        </p:txBody>
      </p:sp>
      <p:sp>
        <p:nvSpPr>
          <p:cNvPr id="38" name="U06-DG-024-bone_2-body">
            <a:extLst>
              <a:ext uri="{FF2B5EF4-FFF2-40B4-BE49-F238E27FC236}">
                <a16:creationId xmlns:a16="http://schemas.microsoft.com/office/drawing/2014/main" id="{3F3E5A6E-6087-466A-9FDB-0A9272753CED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participan</a:t>
            </a:r>
          </a:p>
        </p:txBody>
      </p:sp>
      <p:sp>
        <p:nvSpPr>
          <p:cNvPr id="39" name="U06-DG-024-bone_3-box">
            <a:extLst>
              <a:ext uri="{FF2B5EF4-FFF2-40B4-BE49-F238E27FC236}">
                <a16:creationId xmlns:a16="http://schemas.microsoft.com/office/drawing/2014/main" id="{174C5DA1-28FB-4276-9E1B-EE121770287D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2571750" cy="1428750"/>
          </a:xfrm>
          <a:prstGeom prst="roundRect">
            <a:avLst>
              <a:gd name="adj" fmla="val 666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40" name="U06-DG-024-bone_3-title">
            <a:extLst>
              <a:ext uri="{FF2B5EF4-FFF2-40B4-BE49-F238E27FC236}">
                <a16:creationId xmlns:a16="http://schemas.microsoft.com/office/drawing/2014/main" id="{B562B4D5-DBB3-4E97-B7DB-1F59E20EC585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Fluidos</a:t>
            </a:r>
          </a:p>
        </p:txBody>
      </p:sp>
      <p:sp>
        <p:nvSpPr>
          <p:cNvPr id="41" name="U06-DG-024-bone_3-body">
            <a:extLst>
              <a:ext uri="{FF2B5EF4-FFF2-40B4-BE49-F238E27FC236}">
                <a16:creationId xmlns:a16="http://schemas.microsoft.com/office/drawing/2014/main" id="{5AE8C8FD-D748-4531-9A6A-773192EFE399}"/>
              </a:ext>
            </a:extLst>
          </p:cNvPr>
          <p:cNvSpPr>
            <a:spLocks noGrp="1"/>
          </p:cNvSpPr>
          <p:nvPr/>
        </p:nvSpPr>
        <p:spPr>
          <a:xfrm>
            <a:off x="6496050" y="473392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movilizan</a:t>
            </a:r>
          </a:p>
        </p:txBody>
      </p:sp>
      <p:sp>
        <p:nvSpPr>
          <p:cNvPr id="42" name="top-rail-1">
            <a:extLst>
              <a:ext uri="{FF2B5EF4-FFF2-40B4-BE49-F238E27FC236}">
                <a16:creationId xmlns:a16="http://schemas.microsoft.com/office/drawing/2014/main" id="{C0ADE734-6061-4551-833F-1BB3DE4CE576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43" name="top-rail-2">
            <a:extLst>
              <a:ext uri="{FF2B5EF4-FFF2-40B4-BE49-F238E27FC236}">
                <a16:creationId xmlns:a16="http://schemas.microsoft.com/office/drawing/2014/main" id="{7821B367-FE46-4324-935A-BBE92FB424DC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44" name="top-rail-3">
            <a:extLst>
              <a:ext uri="{FF2B5EF4-FFF2-40B4-BE49-F238E27FC236}">
                <a16:creationId xmlns:a16="http://schemas.microsoft.com/office/drawing/2014/main" id="{451A0B76-1C8E-4F7A-A5D8-EAC7BF6D244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45" name="eyebrow">
            <a:extLst>
              <a:ext uri="{FF2B5EF4-FFF2-40B4-BE49-F238E27FC236}">
                <a16:creationId xmlns:a16="http://schemas.microsoft.com/office/drawing/2014/main" id="{EFCDCC70-28FA-47EC-9C26-98B5B369907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1" name="auto-slide-number">
            <a:extLst>
              <a:ext uri="{FF2B5EF4-FFF2-40B4-BE49-F238E27FC236}">
                <a16:creationId xmlns:a16="http://schemas.microsoft.com/office/drawing/2014/main" id="{12941423-5F4F-70CC-9039-8892129AE6B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F26A5640-2727-4DB9-883D-A3E9E262D8FE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48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1876BC85-11FA-4538-B6A3-867D77C2FC8A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61FE7D6B-C861-440E-A29A-4D3A995EC58F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cóclea necesita dos vistas para entenderse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0560EEA3-444F-4628-98EB-474261F7F044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¿Qué aporta la vista longitudinal y qué aporta el corte transversal de la cóclea?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75AA76C6-6904-89D1-66B3-955DA5AD739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4DCD65B-508A-4901-8B96-4EABD355BFDF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49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45E82C3D-3E8A-45DD-B9C1-E6709D95E6A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Ventana oval y ventana redonda permiten movimiento complementario</a:t>
            </a:r>
          </a:p>
        </p:txBody>
      </p:sp>
      <p:sp>
        <p:nvSpPr>
          <p:cNvPr id="2" name="U06-DG-030-stage_1-anchor">
            <a:extLst>
              <a:ext uri="{FF2B5EF4-FFF2-40B4-BE49-F238E27FC236}">
                <a16:creationId xmlns:a16="http://schemas.microsoft.com/office/drawing/2014/main" id="{72AB9808-2629-4BAD-A340-173DCA744E4C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30-stage_2-anchor">
            <a:extLst>
              <a:ext uri="{FF2B5EF4-FFF2-40B4-BE49-F238E27FC236}">
                <a16:creationId xmlns:a16="http://schemas.microsoft.com/office/drawing/2014/main" id="{3DF015F1-D128-4E2A-87F0-148C4F9434D9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30-stage_3-anchor">
            <a:extLst>
              <a:ext uri="{FF2B5EF4-FFF2-40B4-BE49-F238E27FC236}">
                <a16:creationId xmlns:a16="http://schemas.microsoft.com/office/drawing/2014/main" id="{425536FB-CA1A-45EC-9F6A-B9C793D60879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0-stage_4-anchor">
            <a:extLst>
              <a:ext uri="{FF2B5EF4-FFF2-40B4-BE49-F238E27FC236}">
                <a16:creationId xmlns:a16="http://schemas.microsoft.com/office/drawing/2014/main" id="{47F3FD01-7E80-4AFC-A017-7BC337857830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30-flow_1"/>
          <p:cNvCxnSpPr>
            <a:stCxn id="2" idx="3"/>
            <a:endCxn id="3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30-flow_2"/>
          <p:cNvCxnSpPr>
            <a:stCxn id="3" idx="3"/>
            <a:endCxn id="4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30-flow_3"/>
          <p:cNvCxnSpPr>
            <a:stCxn id="4" idx="3"/>
            <a:endCxn id="5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9" name="U06-DG-030-stage_1-box" descr="Diagrama sobre «Ventana oval y ventana redonda permiten movimiento complementario»; organiza estribo → presión en fluido → partición → ventana redonda." title="Texto alternativo U06-050">
            <a:extLst>
              <a:ext uri="{FF2B5EF4-FFF2-40B4-BE49-F238E27FC236}">
                <a16:creationId xmlns:a16="http://schemas.microsoft.com/office/drawing/2014/main" id="{3B6962D2-4A15-45E7-884B-8C3E0C8E6A63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0" name="U06-DG-030-stage_1-title">
            <a:extLst>
              <a:ext uri="{FF2B5EF4-FFF2-40B4-BE49-F238E27FC236}">
                <a16:creationId xmlns:a16="http://schemas.microsoft.com/office/drawing/2014/main" id="{D3A57137-EEE9-4D3A-9414-615DDBBB9DC4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Estribo</a:t>
            </a:r>
          </a:p>
        </p:txBody>
      </p:sp>
      <p:sp>
        <p:nvSpPr>
          <p:cNvPr id="11" name="U06-DG-030-stage_1-body">
            <a:extLst>
              <a:ext uri="{FF2B5EF4-FFF2-40B4-BE49-F238E27FC236}">
                <a16:creationId xmlns:a16="http://schemas.microsoft.com/office/drawing/2014/main" id="{D0D3426E-8647-44A0-A103-1211F9EB1B4E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empuja ventana oval</a:t>
            </a:r>
          </a:p>
        </p:txBody>
      </p:sp>
      <p:sp>
        <p:nvSpPr>
          <p:cNvPr id="12" name="U06-DG-030-stage_2-box">
            <a:extLst>
              <a:ext uri="{FF2B5EF4-FFF2-40B4-BE49-F238E27FC236}">
                <a16:creationId xmlns:a16="http://schemas.microsoft.com/office/drawing/2014/main" id="{24DC7E5C-ACFD-4DFB-9487-2BC16AA13BA6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3" name="U06-DG-030-stage_2-title">
            <a:extLst>
              <a:ext uri="{FF2B5EF4-FFF2-40B4-BE49-F238E27FC236}">
                <a16:creationId xmlns:a16="http://schemas.microsoft.com/office/drawing/2014/main" id="{8F95C6E4-C61E-4FB0-8EF1-FA205764AB95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Fluido coclear</a:t>
            </a:r>
          </a:p>
        </p:txBody>
      </p:sp>
      <p:sp>
        <p:nvSpPr>
          <p:cNvPr id="14" name="U06-DG-030-stage_2-body">
            <a:extLst>
              <a:ext uri="{FF2B5EF4-FFF2-40B4-BE49-F238E27FC236}">
                <a16:creationId xmlns:a16="http://schemas.microsoft.com/office/drawing/2014/main" id="{E56652C7-5E50-4A64-9C5F-650F5139F273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desplaza</a:t>
            </a:r>
          </a:p>
        </p:txBody>
      </p:sp>
      <p:sp>
        <p:nvSpPr>
          <p:cNvPr id="15" name="U06-DG-030-stage_3-box">
            <a:extLst>
              <a:ext uri="{FF2B5EF4-FFF2-40B4-BE49-F238E27FC236}">
                <a16:creationId xmlns:a16="http://schemas.microsoft.com/office/drawing/2014/main" id="{B0F98C43-CA50-4637-8D9D-303311C73F18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6" name="U06-DG-030-stage_3-title">
            <a:extLst>
              <a:ext uri="{FF2B5EF4-FFF2-40B4-BE49-F238E27FC236}">
                <a16:creationId xmlns:a16="http://schemas.microsoft.com/office/drawing/2014/main" id="{DDC132F1-F888-401F-9797-CCAFADF969E2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7" name="U06-DG-030-stage_3-body">
            <a:extLst>
              <a:ext uri="{FF2B5EF4-FFF2-40B4-BE49-F238E27FC236}">
                <a16:creationId xmlns:a16="http://schemas.microsoft.com/office/drawing/2014/main" id="{12F55150-07E5-4F7B-BBD5-5435D4BA1571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redonda · opuesta</a:t>
            </a:r>
          </a:p>
        </p:txBody>
      </p:sp>
      <p:sp>
        <p:nvSpPr>
          <p:cNvPr id="18" name="U06-DG-030-stage_4-box">
            <a:extLst>
              <a:ext uri="{FF2B5EF4-FFF2-40B4-BE49-F238E27FC236}">
                <a16:creationId xmlns:a16="http://schemas.microsoft.com/office/drawing/2014/main" id="{0B8882C0-EB2E-409A-9B28-E29528BDFCE8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9" name="U06-DG-030-stage_4-title">
            <a:extLst>
              <a:ext uri="{FF2B5EF4-FFF2-40B4-BE49-F238E27FC236}">
                <a16:creationId xmlns:a16="http://schemas.microsoft.com/office/drawing/2014/main" id="{2BC3FD41-433C-4B7C-811B-CFB47EA85303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Frontera</a:t>
            </a:r>
          </a:p>
        </p:txBody>
      </p:sp>
      <p:sp>
        <p:nvSpPr>
          <p:cNvPr id="20" name="U06-DG-030-stage_4-body">
            <a:extLst>
              <a:ext uri="{FF2B5EF4-FFF2-40B4-BE49-F238E27FC236}">
                <a16:creationId xmlns:a16="http://schemas.microsoft.com/office/drawing/2014/main" id="{3BECE5E4-C98A-4AC1-9D28-1CC56A5ADA2B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 la respuesta</a:t>
            </a:r>
          </a:p>
        </p:txBody>
      </p:sp>
      <p:sp>
        <p:nvSpPr>
          <p:cNvPr id="21" name="top-rail-1">
            <a:extLst>
              <a:ext uri="{FF2B5EF4-FFF2-40B4-BE49-F238E27FC236}">
                <a16:creationId xmlns:a16="http://schemas.microsoft.com/office/drawing/2014/main" id="{BAF6AAE4-829A-4B2A-93C5-3B325437D0F4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>
              <a:ext uri="{FF2B5EF4-FFF2-40B4-BE49-F238E27FC236}">
                <a16:creationId xmlns:a16="http://schemas.microsoft.com/office/drawing/2014/main" id="{306E7C0B-5656-427B-A039-F767621B03C8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>
              <a:ext uri="{FF2B5EF4-FFF2-40B4-BE49-F238E27FC236}">
                <a16:creationId xmlns:a16="http://schemas.microsoft.com/office/drawing/2014/main" id="{1D678158-7C86-4023-993D-523568748F2A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BC5A544D-6DA3-43D4-91BB-272684889C6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1ACF8E7C-C581-8AC1-33B5-FB9211D8F6E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29CBF9A-3887-400E-B8E7-9430BA7D1F7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0B9267B9-1916-493B-B22D-60AF5AB4979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Base, ápex y helicotrema en la vista longitudinal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7E91A48-F5D3-4A73-99FA-A85DCF5E54C2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Rampa vestibular y timpánica se comunican apicalmente mediante helicotrema.</a:t>
            </a:r>
          </a:p>
        </p:txBody>
      </p:sp>
      <p:sp>
        <p:nvSpPr>
          <p:cNvPr id="3" name="cochlea-base">
            <a:extLst>
              <a:ext uri="{FF2B5EF4-FFF2-40B4-BE49-F238E27FC236}">
                <a16:creationId xmlns:a16="http://schemas.microsoft.com/office/drawing/2014/main" id="{512AF2E3-CB1B-4AC9-8449-8681A3199C09}"/>
              </a:ext>
            </a:extLst>
          </p:cNvPr>
          <p:cNvSpPr>
            <a:spLocks noGrp="1"/>
          </p:cNvSpPr>
          <p:nvPr/>
        </p:nvSpPr>
        <p:spPr>
          <a:xfrm>
            <a:off x="809625" y="19050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BASE</a:t>
            </a:r>
          </a:p>
        </p:txBody>
      </p:sp>
      <p:sp>
        <p:nvSpPr>
          <p:cNvPr id="4" name="cochlea-apex">
            <a:extLst>
              <a:ext uri="{FF2B5EF4-FFF2-40B4-BE49-F238E27FC236}">
                <a16:creationId xmlns:a16="http://schemas.microsoft.com/office/drawing/2014/main" id="{FD81AD4C-F1F7-460C-B4F8-56BB91D02B9D}"/>
              </a:ext>
            </a:extLst>
          </p:cNvPr>
          <p:cNvSpPr>
            <a:spLocks noGrp="1"/>
          </p:cNvSpPr>
          <p:nvPr/>
        </p:nvSpPr>
        <p:spPr>
          <a:xfrm>
            <a:off x="10191750" y="190500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ÁPEX</a:t>
            </a:r>
          </a:p>
        </p:txBody>
      </p:sp>
      <p:sp>
        <p:nvSpPr>
          <p:cNvPr id="5" name="oval-window">
            <a:extLst>
              <a:ext uri="{FF2B5EF4-FFF2-40B4-BE49-F238E27FC236}">
                <a16:creationId xmlns:a16="http://schemas.microsoft.com/office/drawing/2014/main" id="{52EDC9D8-0045-4665-8AB6-AF2BC80EA3DF}"/>
              </a:ext>
            </a:extLst>
          </p:cNvPr>
          <p:cNvSpPr>
            <a:spLocks noGrp="1"/>
          </p:cNvSpPr>
          <p:nvPr/>
        </p:nvSpPr>
        <p:spPr>
          <a:xfrm>
            <a:off x="1190625" y="2571750"/>
            <a:ext cx="495300" cy="781050"/>
          </a:xfrm>
          <a:prstGeom prst="ellipse">
            <a:avLst/>
          </a:prstGeom>
          <a:solidFill>
            <a:srgbClr val="F8EDE2"/>
          </a:solidFill>
          <a:ln w="28575">
            <a:solidFill>
              <a:srgbClr val="9F541A"/>
            </a:solidFill>
            <a:prstDash val="solid"/>
          </a:ln>
        </p:spPr>
      </p:sp>
      <p:sp>
        <p:nvSpPr>
          <p:cNvPr id="6" name="round-window">
            <a:extLst>
              <a:ext uri="{FF2B5EF4-FFF2-40B4-BE49-F238E27FC236}">
                <a16:creationId xmlns:a16="http://schemas.microsoft.com/office/drawing/2014/main" id="{8609E75B-235F-4ED5-AC01-988684D6E38B}"/>
              </a:ext>
            </a:extLst>
          </p:cNvPr>
          <p:cNvSpPr>
            <a:spLocks noGrp="1"/>
          </p:cNvSpPr>
          <p:nvPr/>
        </p:nvSpPr>
        <p:spPr>
          <a:xfrm>
            <a:off x="1190625" y="4095750"/>
            <a:ext cx="495300" cy="781050"/>
          </a:xfrm>
          <a:prstGeom prst="ellipse">
            <a:avLst/>
          </a:prstGeom>
          <a:solidFill>
            <a:srgbClr val="E7F1F1"/>
          </a:solidFill>
          <a:ln w="28575">
            <a:solidFill>
              <a:srgbClr val="2F7E83"/>
            </a:solidFill>
            <a:prstDash val="solid"/>
          </a:ln>
        </p:spPr>
      </p:sp>
      <p:sp>
        <p:nvSpPr>
          <p:cNvPr id="7" name="vestibular-path">
            <a:extLst>
              <a:ext uri="{FF2B5EF4-FFF2-40B4-BE49-F238E27FC236}">
                <a16:creationId xmlns:a16="http://schemas.microsoft.com/office/drawing/2014/main" id="{DA307360-48B0-447A-A6C0-27E0694897D0}"/>
              </a:ext>
            </a:extLst>
          </p:cNvPr>
          <p:cNvSpPr>
            <a:spLocks noGrp="1"/>
          </p:cNvSpPr>
          <p:nvPr/>
        </p:nvSpPr>
        <p:spPr>
          <a:xfrm>
            <a:off x="1714500" y="2619375"/>
            <a:ext cx="8096250" cy="742950"/>
          </a:xfrm>
          <a:prstGeom prst="roundRect">
            <a:avLst>
              <a:gd name="adj" fmla="val 35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tympanic-path">
            <a:extLst>
              <a:ext uri="{FF2B5EF4-FFF2-40B4-BE49-F238E27FC236}">
                <a16:creationId xmlns:a16="http://schemas.microsoft.com/office/drawing/2014/main" id="{CDC30805-5B54-431E-B76D-F5A213638ED2}"/>
              </a:ext>
            </a:extLst>
          </p:cNvPr>
          <p:cNvSpPr>
            <a:spLocks noGrp="1"/>
          </p:cNvSpPr>
          <p:nvPr/>
        </p:nvSpPr>
        <p:spPr>
          <a:xfrm>
            <a:off x="1714500" y="4095750"/>
            <a:ext cx="8096250" cy="742950"/>
          </a:xfrm>
          <a:prstGeom prst="roundRect">
            <a:avLst>
              <a:gd name="adj" fmla="val 35897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9" name="helicotrema">
            <a:extLst>
              <a:ext uri="{FF2B5EF4-FFF2-40B4-BE49-F238E27FC236}">
                <a16:creationId xmlns:a16="http://schemas.microsoft.com/office/drawing/2014/main" id="{905F96B6-1426-4F61-9653-82AE48466430}"/>
              </a:ext>
            </a:extLst>
          </p:cNvPr>
          <p:cNvSpPr>
            <a:spLocks noGrp="1"/>
          </p:cNvSpPr>
          <p:nvPr/>
        </p:nvSpPr>
        <p:spPr>
          <a:xfrm>
            <a:off x="9382125" y="3143250"/>
            <a:ext cx="1381125" cy="1190625"/>
          </a:xfrm>
          <a:prstGeom prst="roundRect">
            <a:avLst>
              <a:gd name="adj" fmla="val 320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vestibular-label">
            <a:extLst>
              <a:ext uri="{FF2B5EF4-FFF2-40B4-BE49-F238E27FC236}">
                <a16:creationId xmlns:a16="http://schemas.microsoft.com/office/drawing/2014/main" id="{F1030A49-7376-4224-8C7C-2E5024429AEF}"/>
              </a:ext>
            </a:extLst>
          </p:cNvPr>
          <p:cNvSpPr>
            <a:spLocks noGrp="1"/>
          </p:cNvSpPr>
          <p:nvPr/>
        </p:nvSpPr>
        <p:spPr>
          <a:xfrm>
            <a:off x="3048000" y="28003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vestibular</a:t>
            </a:r>
          </a:p>
        </p:txBody>
      </p:sp>
      <p:sp>
        <p:nvSpPr>
          <p:cNvPr id="11" name="tympanic-label">
            <a:extLst>
              <a:ext uri="{FF2B5EF4-FFF2-40B4-BE49-F238E27FC236}">
                <a16:creationId xmlns:a16="http://schemas.microsoft.com/office/drawing/2014/main" id="{82B0C8FD-5C00-4D90-A1FB-86491B8D77AF}"/>
              </a:ext>
            </a:extLst>
          </p:cNvPr>
          <p:cNvSpPr>
            <a:spLocks noGrp="1"/>
          </p:cNvSpPr>
          <p:nvPr/>
        </p:nvSpPr>
        <p:spPr>
          <a:xfrm>
            <a:off x="3048000" y="427672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rampa timpánica</a:t>
            </a:r>
          </a:p>
        </p:txBody>
      </p:sp>
      <p:sp>
        <p:nvSpPr>
          <p:cNvPr id="12" name="helicotrema-label">
            <a:extLst>
              <a:ext uri="{FF2B5EF4-FFF2-40B4-BE49-F238E27FC236}">
                <a16:creationId xmlns:a16="http://schemas.microsoft.com/office/drawing/2014/main" id="{06E37784-31AA-490D-90FE-E8192D160903}"/>
              </a:ext>
            </a:extLst>
          </p:cNvPr>
          <p:cNvSpPr>
            <a:spLocks noGrp="1"/>
          </p:cNvSpPr>
          <p:nvPr/>
        </p:nvSpPr>
        <p:spPr>
          <a:xfrm>
            <a:off x="9477375" y="354330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helicotrema</a:t>
            </a:r>
          </a:p>
        </p:txBody>
      </p:sp>
      <p:sp>
        <p:nvSpPr>
          <p:cNvPr id="13" name="upper-direction-a-3">
            <a:extLst>
              <a:ext uri="{FF2B5EF4-FFF2-40B4-BE49-F238E27FC236}">
                <a16:creationId xmlns:a16="http://schemas.microsoft.com/office/drawing/2014/main" id="{CF47107B-2E24-4429-A93C-DEEE3E7C93BD}"/>
              </a:ext>
            </a:extLst>
          </p:cNvPr>
          <p:cNvSpPr>
            <a:spLocks noGrp="1"/>
          </p:cNvSpPr>
          <p:nvPr/>
        </p:nvSpPr>
        <p:spPr>
          <a:xfrm>
            <a:off x="1952625" y="30003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upper-direction-b-3">
            <a:extLst>
              <a:ext uri="{FF2B5EF4-FFF2-40B4-BE49-F238E27FC236}">
                <a16:creationId xmlns:a16="http://schemas.microsoft.com/office/drawing/2014/main" id="{6D656442-1DF2-4720-8914-0350C881A245}"/>
              </a:ext>
            </a:extLst>
          </p:cNvPr>
          <p:cNvSpPr>
            <a:spLocks noGrp="1"/>
          </p:cNvSpPr>
          <p:nvPr/>
        </p:nvSpPr>
        <p:spPr>
          <a:xfrm>
            <a:off x="9144000" y="30003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8" name="Conector recto de flecha 37"/>
          <p:cNvCxnSpPr>
            <a:stCxn id="13" idx="3"/>
            <a:endCxn id="14" idx="1"/>
          </p:cNvCxnSpPr>
          <p:nvPr/>
        </p:nvCxnSpPr>
        <p:spPr>
          <a:xfrm>
            <a:off x="1962150" y="3005138"/>
            <a:ext cx="7181850" cy="0"/>
          </a:xfrm>
          <a:prstGeom prst="straightConnector1">
            <a:avLst/>
          </a:prstGeom>
          <a:ln w="28575">
            <a:solidFill>
              <a:srgbClr val="2F7E83"/>
            </a:solidFill>
            <a:prstDash val="solid"/>
            <a:tailEnd type="arrow" w="med" len="med"/>
          </a:ln>
        </p:spPr>
      </p:cxnSp>
      <p:sp>
        <p:nvSpPr>
          <p:cNvPr id="16" name="lower-direction-a-4">
            <a:extLst>
              <a:ext uri="{FF2B5EF4-FFF2-40B4-BE49-F238E27FC236}">
                <a16:creationId xmlns:a16="http://schemas.microsoft.com/office/drawing/2014/main" id="{A91E32B5-4DCA-4241-A24A-96BD2C55BB33}"/>
              </a:ext>
            </a:extLst>
          </p:cNvPr>
          <p:cNvSpPr>
            <a:spLocks noGrp="1"/>
          </p:cNvSpPr>
          <p:nvPr/>
        </p:nvSpPr>
        <p:spPr>
          <a:xfrm>
            <a:off x="9144000" y="44767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" name="lower-direction-b-4">
            <a:extLst>
              <a:ext uri="{FF2B5EF4-FFF2-40B4-BE49-F238E27FC236}">
                <a16:creationId xmlns:a16="http://schemas.microsoft.com/office/drawing/2014/main" id="{BDFD1FEF-63E0-4A42-94EB-771DFDCF6061}"/>
              </a:ext>
            </a:extLst>
          </p:cNvPr>
          <p:cNvSpPr>
            <a:spLocks noGrp="1"/>
          </p:cNvSpPr>
          <p:nvPr/>
        </p:nvSpPr>
        <p:spPr>
          <a:xfrm>
            <a:off x="1952625" y="44767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1" name="Conector recto de flecha 40"/>
          <p:cNvCxnSpPr>
            <a:stCxn id="16" idx="3"/>
            <a:endCxn id="17" idx="1"/>
          </p:cNvCxnSpPr>
          <p:nvPr/>
        </p:nvCxnSpPr>
        <p:spPr>
          <a:xfrm flipH="1">
            <a:off x="1952625" y="4481513"/>
            <a:ext cx="7200900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cochlea-long-note">
            <a:extLst>
              <a:ext uri="{FF2B5EF4-FFF2-40B4-BE49-F238E27FC236}">
                <a16:creationId xmlns:a16="http://schemas.microsoft.com/office/drawing/2014/main" id="{3B26D54A-C1E9-4198-A3B9-98424C9C1AC2}"/>
              </a:ext>
            </a:extLst>
          </p:cNvPr>
          <p:cNvSpPr>
            <a:spLocks noGrp="1"/>
          </p:cNvSpPr>
          <p:nvPr/>
        </p:nvSpPr>
        <p:spPr>
          <a:xfrm>
            <a:off x="1809750" y="5286375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Orientación espacial del modelo desenrollado; el fluido oscila localmente y no circula en una vuelta completa.</a:t>
            </a:r>
          </a:p>
        </p:txBody>
      </p:sp>
      <p:sp>
        <p:nvSpPr>
          <p:cNvPr id="20" name="top-rail-1">
            <a:extLst>
              <a:ext uri="{FF2B5EF4-FFF2-40B4-BE49-F238E27FC236}">
                <a16:creationId xmlns:a16="http://schemas.microsoft.com/office/drawing/2014/main" id="{30FC3294-FB47-439E-9723-F18AB2320F9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1" name="top-rail-2">
            <a:extLst>
              <a:ext uri="{FF2B5EF4-FFF2-40B4-BE49-F238E27FC236}">
                <a16:creationId xmlns:a16="http://schemas.microsoft.com/office/drawing/2014/main" id="{447DD691-E63C-402E-B054-AD9320773A2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2" name="top-rail-3">
            <a:extLst>
              <a:ext uri="{FF2B5EF4-FFF2-40B4-BE49-F238E27FC236}">
                <a16:creationId xmlns:a16="http://schemas.microsoft.com/office/drawing/2014/main" id="{F722A56E-3A1D-42C4-B3DC-1BB1C2BF9B30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3" name="eyebrow">
            <a:extLst>
              <a:ext uri="{FF2B5EF4-FFF2-40B4-BE49-F238E27FC236}">
                <a16:creationId xmlns:a16="http://schemas.microsoft.com/office/drawing/2014/main" id="{FBD3D694-D7E5-4EF8-9B19-1D8B1ADEB5F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9038485D-52B3-8E35-A8D8-BB86EF8C387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94264C6-CE77-4616-A554-B379C62C7864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E8125F73-69E0-41B6-8729-960CD9B10A7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compartimentos en el corte coclear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AF93DB2-7FE6-441B-94D6-DA2A6F2FAB9E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Rampa vestibular, rampa media y rampa timpánica ocupan posiciones distintas.</a:t>
            </a:r>
          </a:p>
        </p:txBody>
      </p:sp>
      <p:sp>
        <p:nvSpPr>
          <p:cNvPr id="3" name="cross-frame">
            <a:extLst>
              <a:ext uri="{FF2B5EF4-FFF2-40B4-BE49-F238E27FC236}">
                <a16:creationId xmlns:a16="http://schemas.microsoft.com/office/drawing/2014/main" id="{E6895E87-99E0-4325-A128-B35DF1D53030}"/>
              </a:ext>
            </a:extLst>
          </p:cNvPr>
          <p:cNvSpPr>
            <a:spLocks noGrp="1"/>
          </p:cNvSpPr>
          <p:nvPr/>
        </p:nvSpPr>
        <p:spPr>
          <a:xfrm>
            <a:off x="1952625" y="1476375"/>
            <a:ext cx="8286750" cy="409575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3D3D3D"/>
            </a:solidFill>
            <a:prstDash val="solid"/>
          </a:ln>
        </p:spPr>
      </p:sp>
      <p:sp>
        <p:nvSpPr>
          <p:cNvPr id="4" name="scala-vestibuli">
            <a:extLst>
              <a:ext uri="{FF2B5EF4-FFF2-40B4-BE49-F238E27FC236}">
                <a16:creationId xmlns:a16="http://schemas.microsoft.com/office/drawing/2014/main" id="{A21074CC-BF36-400C-AEA4-D65FB72704A9}"/>
              </a:ext>
            </a:extLst>
          </p:cNvPr>
          <p:cNvSpPr>
            <a:spLocks noGrp="1"/>
          </p:cNvSpPr>
          <p:nvPr/>
        </p:nvSpPr>
        <p:spPr>
          <a:xfrm>
            <a:off x="1990725" y="1524000"/>
            <a:ext cx="8210550" cy="1162050"/>
          </a:xfrm>
          <a:prstGeom prst="rect">
            <a:avLst/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5" name="scala-media">
            <a:extLst>
              <a:ext uri="{FF2B5EF4-FFF2-40B4-BE49-F238E27FC236}">
                <a16:creationId xmlns:a16="http://schemas.microsoft.com/office/drawing/2014/main" id="{35E3AF15-6069-430F-B17A-91BFD98EADBD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8210550" cy="1285875"/>
          </a:xfrm>
          <a:prstGeom prst="rect">
            <a:avLst/>
          </a:prstGeom>
          <a:solidFill>
            <a:srgbClr val="F8EDE2"/>
          </a:solidFill>
          <a:ln w="0">
            <a:noFill/>
            <a:prstDash val="solid"/>
          </a:ln>
        </p:spPr>
      </p:sp>
      <p:sp>
        <p:nvSpPr>
          <p:cNvPr id="6" name="scala-tympani">
            <a:extLst>
              <a:ext uri="{FF2B5EF4-FFF2-40B4-BE49-F238E27FC236}">
                <a16:creationId xmlns:a16="http://schemas.microsoft.com/office/drawing/2014/main" id="{42F9B43D-19EC-47AE-95BD-EEF086A976AA}"/>
              </a:ext>
            </a:extLst>
          </p:cNvPr>
          <p:cNvSpPr>
            <a:spLocks noGrp="1"/>
          </p:cNvSpPr>
          <p:nvPr/>
        </p:nvSpPr>
        <p:spPr>
          <a:xfrm>
            <a:off x="1990725" y="4029075"/>
            <a:ext cx="8210550" cy="1495425"/>
          </a:xfrm>
          <a:prstGeom prst="rect">
            <a:avLst/>
          </a:prstGeom>
          <a:solidFill>
            <a:srgbClr val="F7F6F2"/>
          </a:solidFill>
          <a:ln w="0">
            <a:noFill/>
            <a:prstDash val="solid"/>
          </a:ln>
        </p:spPr>
      </p:sp>
      <p:sp>
        <p:nvSpPr>
          <p:cNvPr id="7" name="cross-vestibular">
            <a:extLst>
              <a:ext uri="{FF2B5EF4-FFF2-40B4-BE49-F238E27FC236}">
                <a16:creationId xmlns:a16="http://schemas.microsoft.com/office/drawing/2014/main" id="{D15F164A-F50B-4629-93D9-6B24D43088C6}"/>
              </a:ext>
            </a:extLst>
          </p:cNvPr>
          <p:cNvSpPr>
            <a:spLocks noGrp="1"/>
          </p:cNvSpPr>
          <p:nvPr/>
        </p:nvSpPr>
        <p:spPr>
          <a:xfrm>
            <a:off x="3095625" y="185737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vestibular</a:t>
            </a:r>
          </a:p>
        </p:txBody>
      </p:sp>
      <p:sp>
        <p:nvSpPr>
          <p:cNvPr id="8" name="cross-media">
            <a:extLst>
              <a:ext uri="{FF2B5EF4-FFF2-40B4-BE49-F238E27FC236}">
                <a16:creationId xmlns:a16="http://schemas.microsoft.com/office/drawing/2014/main" id="{0A0BED0C-18B3-4297-82CC-3A245BFDFEF8}"/>
              </a:ext>
            </a:extLst>
          </p:cNvPr>
          <p:cNvSpPr>
            <a:spLocks noGrp="1"/>
          </p:cNvSpPr>
          <p:nvPr/>
        </p:nvSpPr>
        <p:spPr>
          <a:xfrm>
            <a:off x="2714625" y="3048000"/>
            <a:ext cx="676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coclear o rampa media</a:t>
            </a:r>
          </a:p>
        </p:txBody>
      </p:sp>
      <p:sp>
        <p:nvSpPr>
          <p:cNvPr id="9" name="cross-tympanic">
            <a:extLst>
              <a:ext uri="{FF2B5EF4-FFF2-40B4-BE49-F238E27FC236}">
                <a16:creationId xmlns:a16="http://schemas.microsoft.com/office/drawing/2014/main" id="{AB2A6265-3A6E-46EC-9800-AD18864DB9CE}"/>
              </a:ext>
            </a:extLst>
          </p:cNvPr>
          <p:cNvSpPr>
            <a:spLocks noGrp="1"/>
          </p:cNvSpPr>
          <p:nvPr/>
        </p:nvSpPr>
        <p:spPr>
          <a:xfrm>
            <a:off x="3095625" y="481012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Rampa timpánica</a:t>
            </a:r>
          </a:p>
        </p:txBody>
      </p:sp>
      <p:sp>
        <p:nvSpPr>
          <p:cNvPr id="10" name="top-rail-1">
            <a:extLst>
              <a:ext uri="{FF2B5EF4-FFF2-40B4-BE49-F238E27FC236}">
                <a16:creationId xmlns:a16="http://schemas.microsoft.com/office/drawing/2014/main" id="{6CB34B75-7B8F-4E22-8153-1840DEFB1DE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>
              <a:ext uri="{FF2B5EF4-FFF2-40B4-BE49-F238E27FC236}">
                <a16:creationId xmlns:a16="http://schemas.microsoft.com/office/drawing/2014/main" id="{8AC30B9A-9E75-47C1-AF77-2033ABAB57D9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>
              <a:ext uri="{FF2B5EF4-FFF2-40B4-BE49-F238E27FC236}">
                <a16:creationId xmlns:a16="http://schemas.microsoft.com/office/drawing/2014/main" id="{9B1B3BDC-8D4B-4DCB-B9A9-AB988B7D0D6D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>
              <a:ext uri="{FF2B5EF4-FFF2-40B4-BE49-F238E27FC236}">
                <a16:creationId xmlns:a16="http://schemas.microsoft.com/office/drawing/2014/main" id="{643DA252-15C0-495D-8875-8A267FCFA46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9965B580-5334-6A7A-7CBD-E098D69DDD9E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21401FEB-082E-4C83-9B8C-B3618C135302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5BD390C9-47F2-426E-8396-6969E67ECB6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Perilinfa y endolinfa no ocupan los mismos espacios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ED9E53D-C16D-4A5F-9B6B-9674606DF5FD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Perilinfa: rampas vestibular/timpánica; endolinfa: rampa media.</a:t>
            </a:r>
          </a:p>
        </p:txBody>
      </p:sp>
      <p:sp>
        <p:nvSpPr>
          <p:cNvPr id="3" name="cross-frame">
            <a:extLst>
              <a:ext uri="{FF2B5EF4-FFF2-40B4-BE49-F238E27FC236}">
                <a16:creationId xmlns:a16="http://schemas.microsoft.com/office/drawing/2014/main" id="{7F30A201-6F48-4C23-9BFF-F257D03EAC82}"/>
              </a:ext>
            </a:extLst>
          </p:cNvPr>
          <p:cNvSpPr>
            <a:spLocks noGrp="1"/>
          </p:cNvSpPr>
          <p:nvPr/>
        </p:nvSpPr>
        <p:spPr>
          <a:xfrm>
            <a:off x="1952625" y="1476375"/>
            <a:ext cx="8286750" cy="409575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3D3D3D"/>
            </a:solidFill>
            <a:prstDash val="solid"/>
          </a:ln>
        </p:spPr>
      </p:sp>
      <p:sp>
        <p:nvSpPr>
          <p:cNvPr id="4" name="scala-vestibuli">
            <a:extLst>
              <a:ext uri="{FF2B5EF4-FFF2-40B4-BE49-F238E27FC236}">
                <a16:creationId xmlns:a16="http://schemas.microsoft.com/office/drawing/2014/main" id="{C2454198-0A6F-46A6-898E-A99099495F53}"/>
              </a:ext>
            </a:extLst>
          </p:cNvPr>
          <p:cNvSpPr>
            <a:spLocks noGrp="1"/>
          </p:cNvSpPr>
          <p:nvPr/>
        </p:nvSpPr>
        <p:spPr>
          <a:xfrm>
            <a:off x="1990725" y="1524000"/>
            <a:ext cx="8210550" cy="1162050"/>
          </a:xfrm>
          <a:prstGeom prst="rect">
            <a:avLst/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5" name="scala-media">
            <a:extLst>
              <a:ext uri="{FF2B5EF4-FFF2-40B4-BE49-F238E27FC236}">
                <a16:creationId xmlns:a16="http://schemas.microsoft.com/office/drawing/2014/main" id="{27C439A2-C6FB-422D-9722-1A6286237861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8210550" cy="1285875"/>
          </a:xfrm>
          <a:prstGeom prst="rect">
            <a:avLst/>
          </a:prstGeom>
          <a:solidFill>
            <a:srgbClr val="F8EDE2"/>
          </a:solidFill>
          <a:ln w="0">
            <a:noFill/>
            <a:prstDash val="solid"/>
          </a:ln>
        </p:spPr>
      </p:sp>
      <p:sp>
        <p:nvSpPr>
          <p:cNvPr id="6" name="scala-tympani">
            <a:extLst>
              <a:ext uri="{FF2B5EF4-FFF2-40B4-BE49-F238E27FC236}">
                <a16:creationId xmlns:a16="http://schemas.microsoft.com/office/drawing/2014/main" id="{13FD358F-0696-41D3-916A-C8CF7F375B3F}"/>
              </a:ext>
            </a:extLst>
          </p:cNvPr>
          <p:cNvSpPr>
            <a:spLocks noGrp="1"/>
          </p:cNvSpPr>
          <p:nvPr/>
        </p:nvSpPr>
        <p:spPr>
          <a:xfrm>
            <a:off x="1990725" y="4029075"/>
            <a:ext cx="8210550" cy="1495425"/>
          </a:xfrm>
          <a:prstGeom prst="rect">
            <a:avLst/>
          </a:prstGeom>
          <a:solidFill>
            <a:srgbClr val="F7F6F2"/>
          </a:solidFill>
          <a:ln w="0">
            <a:noFill/>
            <a:prstDash val="solid"/>
          </a:ln>
        </p:spPr>
      </p:sp>
      <p:sp>
        <p:nvSpPr>
          <p:cNvPr id="7" name="cross-vestibular">
            <a:extLst>
              <a:ext uri="{FF2B5EF4-FFF2-40B4-BE49-F238E27FC236}">
                <a16:creationId xmlns:a16="http://schemas.microsoft.com/office/drawing/2014/main" id="{E23EC909-741F-4CA0-8489-2DBA720B52CE}"/>
              </a:ext>
            </a:extLst>
          </p:cNvPr>
          <p:cNvSpPr>
            <a:spLocks noGrp="1"/>
          </p:cNvSpPr>
          <p:nvPr/>
        </p:nvSpPr>
        <p:spPr>
          <a:xfrm>
            <a:off x="3095625" y="185737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vestibular · perilinfa</a:t>
            </a:r>
          </a:p>
        </p:txBody>
      </p:sp>
      <p:sp>
        <p:nvSpPr>
          <p:cNvPr id="8" name="cross-media">
            <a:extLst>
              <a:ext uri="{FF2B5EF4-FFF2-40B4-BE49-F238E27FC236}">
                <a16:creationId xmlns:a16="http://schemas.microsoft.com/office/drawing/2014/main" id="{15C1A614-A34A-41BB-A174-F70302729305}"/>
              </a:ext>
            </a:extLst>
          </p:cNvPr>
          <p:cNvSpPr>
            <a:spLocks noGrp="1"/>
          </p:cNvSpPr>
          <p:nvPr/>
        </p:nvSpPr>
        <p:spPr>
          <a:xfrm>
            <a:off x="2714625" y="3048000"/>
            <a:ext cx="676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coclear o rampa media · endolinfa</a:t>
            </a:r>
          </a:p>
        </p:txBody>
      </p:sp>
      <p:sp>
        <p:nvSpPr>
          <p:cNvPr id="9" name="cross-tympanic">
            <a:extLst>
              <a:ext uri="{FF2B5EF4-FFF2-40B4-BE49-F238E27FC236}">
                <a16:creationId xmlns:a16="http://schemas.microsoft.com/office/drawing/2014/main" id="{DDE09D76-3D83-4571-90A0-DA9517C30A0D}"/>
              </a:ext>
            </a:extLst>
          </p:cNvPr>
          <p:cNvSpPr>
            <a:spLocks noGrp="1"/>
          </p:cNvSpPr>
          <p:nvPr/>
        </p:nvSpPr>
        <p:spPr>
          <a:xfrm>
            <a:off x="3095625" y="481012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Rampa timpánica · perilinfa</a:t>
            </a:r>
          </a:p>
        </p:txBody>
      </p:sp>
      <p:sp>
        <p:nvSpPr>
          <p:cNvPr id="10" name="top-rail-1">
            <a:extLst>
              <a:ext uri="{FF2B5EF4-FFF2-40B4-BE49-F238E27FC236}">
                <a16:creationId xmlns:a16="http://schemas.microsoft.com/office/drawing/2014/main" id="{BF70BC03-EA85-4C45-ABE5-1557A2F80C8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>
              <a:ext uri="{FF2B5EF4-FFF2-40B4-BE49-F238E27FC236}">
                <a16:creationId xmlns:a16="http://schemas.microsoft.com/office/drawing/2014/main" id="{FD9EA2ED-A544-49A3-96E1-2B7BBC02435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>
              <a:ext uri="{FF2B5EF4-FFF2-40B4-BE49-F238E27FC236}">
                <a16:creationId xmlns:a16="http://schemas.microsoft.com/office/drawing/2014/main" id="{418FFCE9-1631-46E2-BAD1-F4B2D4F64B31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>
              <a:ext uri="{FF2B5EF4-FFF2-40B4-BE49-F238E27FC236}">
                <a16:creationId xmlns:a16="http://schemas.microsoft.com/office/drawing/2014/main" id="{7BFD54EE-9E9B-4F50-8915-A353FDC5BD6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E41AA342-2383-8AAA-5106-8BB325C88E0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766EA0FA-6EF4-48F4-B534-0F692D71056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A09F65A9-EFF9-4A8D-8D3D-4E7A93707D5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Reissner y basilar delimitan la rampa media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1D7EAC6-BE99-49C5-A437-7D43741FE91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Las membranas separan compartimentos y sostienen la micromecánica.</a:t>
            </a:r>
          </a:p>
        </p:txBody>
      </p:sp>
      <p:sp>
        <p:nvSpPr>
          <p:cNvPr id="3" name="cross-frame">
            <a:extLst>
              <a:ext uri="{FF2B5EF4-FFF2-40B4-BE49-F238E27FC236}">
                <a16:creationId xmlns:a16="http://schemas.microsoft.com/office/drawing/2014/main" id="{1515EF57-5505-4429-A022-C7468D52D644}"/>
              </a:ext>
            </a:extLst>
          </p:cNvPr>
          <p:cNvSpPr>
            <a:spLocks noGrp="1"/>
          </p:cNvSpPr>
          <p:nvPr/>
        </p:nvSpPr>
        <p:spPr>
          <a:xfrm>
            <a:off x="1952625" y="1476375"/>
            <a:ext cx="8286750" cy="409575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3D3D3D"/>
            </a:solidFill>
            <a:prstDash val="solid"/>
          </a:ln>
        </p:spPr>
      </p:sp>
      <p:sp>
        <p:nvSpPr>
          <p:cNvPr id="4" name="scala-vestibuli">
            <a:extLst>
              <a:ext uri="{FF2B5EF4-FFF2-40B4-BE49-F238E27FC236}">
                <a16:creationId xmlns:a16="http://schemas.microsoft.com/office/drawing/2014/main" id="{6B941011-CF42-41F8-B8BD-7A4BF91CF676}"/>
              </a:ext>
            </a:extLst>
          </p:cNvPr>
          <p:cNvSpPr>
            <a:spLocks noGrp="1"/>
          </p:cNvSpPr>
          <p:nvPr/>
        </p:nvSpPr>
        <p:spPr>
          <a:xfrm>
            <a:off x="1990725" y="1524000"/>
            <a:ext cx="8210550" cy="1162050"/>
          </a:xfrm>
          <a:prstGeom prst="rect">
            <a:avLst/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5" name="scala-media">
            <a:extLst>
              <a:ext uri="{FF2B5EF4-FFF2-40B4-BE49-F238E27FC236}">
                <a16:creationId xmlns:a16="http://schemas.microsoft.com/office/drawing/2014/main" id="{5B1ADF4D-1C7E-4B51-A136-5EB9C1997868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8210550" cy="1285875"/>
          </a:xfrm>
          <a:prstGeom prst="rect">
            <a:avLst/>
          </a:prstGeom>
          <a:solidFill>
            <a:srgbClr val="F8EDE2"/>
          </a:solidFill>
          <a:ln w="0">
            <a:noFill/>
            <a:prstDash val="solid"/>
          </a:ln>
        </p:spPr>
      </p:sp>
      <p:sp>
        <p:nvSpPr>
          <p:cNvPr id="6" name="scala-tympani">
            <a:extLst>
              <a:ext uri="{FF2B5EF4-FFF2-40B4-BE49-F238E27FC236}">
                <a16:creationId xmlns:a16="http://schemas.microsoft.com/office/drawing/2014/main" id="{34729773-DE83-49F6-B026-7EEF01237F35}"/>
              </a:ext>
            </a:extLst>
          </p:cNvPr>
          <p:cNvSpPr>
            <a:spLocks noGrp="1"/>
          </p:cNvSpPr>
          <p:nvPr/>
        </p:nvSpPr>
        <p:spPr>
          <a:xfrm>
            <a:off x="1990725" y="4029075"/>
            <a:ext cx="8210550" cy="1495425"/>
          </a:xfrm>
          <a:prstGeom prst="rect">
            <a:avLst/>
          </a:prstGeom>
          <a:solidFill>
            <a:srgbClr val="F7F6F2"/>
          </a:solidFill>
          <a:ln w="0">
            <a:noFill/>
            <a:prstDash val="solid"/>
          </a:ln>
        </p:spPr>
      </p:sp>
      <p:sp>
        <p:nvSpPr>
          <p:cNvPr id="7" name="cross-vestibular">
            <a:extLst>
              <a:ext uri="{FF2B5EF4-FFF2-40B4-BE49-F238E27FC236}">
                <a16:creationId xmlns:a16="http://schemas.microsoft.com/office/drawing/2014/main" id="{E04CCC3A-D6B6-4DAE-951B-8B1925BCED30}"/>
              </a:ext>
            </a:extLst>
          </p:cNvPr>
          <p:cNvSpPr>
            <a:spLocks noGrp="1"/>
          </p:cNvSpPr>
          <p:nvPr/>
        </p:nvSpPr>
        <p:spPr>
          <a:xfrm>
            <a:off x="3095625" y="185737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vestibular · perilinfa</a:t>
            </a:r>
          </a:p>
        </p:txBody>
      </p:sp>
      <p:sp>
        <p:nvSpPr>
          <p:cNvPr id="8" name="cross-media">
            <a:extLst>
              <a:ext uri="{FF2B5EF4-FFF2-40B4-BE49-F238E27FC236}">
                <a16:creationId xmlns:a16="http://schemas.microsoft.com/office/drawing/2014/main" id="{BA405456-42A8-4C2B-881F-D85FFB7C8DD5}"/>
              </a:ext>
            </a:extLst>
          </p:cNvPr>
          <p:cNvSpPr>
            <a:spLocks noGrp="1"/>
          </p:cNvSpPr>
          <p:nvPr/>
        </p:nvSpPr>
        <p:spPr>
          <a:xfrm>
            <a:off x="2714625" y="3048000"/>
            <a:ext cx="676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coclear o rampa media · endolinfa</a:t>
            </a:r>
          </a:p>
        </p:txBody>
      </p:sp>
      <p:sp>
        <p:nvSpPr>
          <p:cNvPr id="9" name="cross-tympanic">
            <a:extLst>
              <a:ext uri="{FF2B5EF4-FFF2-40B4-BE49-F238E27FC236}">
                <a16:creationId xmlns:a16="http://schemas.microsoft.com/office/drawing/2014/main" id="{24EC9F57-0DF5-4474-9703-35D259F90892}"/>
              </a:ext>
            </a:extLst>
          </p:cNvPr>
          <p:cNvSpPr>
            <a:spLocks noGrp="1"/>
          </p:cNvSpPr>
          <p:nvPr/>
        </p:nvSpPr>
        <p:spPr>
          <a:xfrm>
            <a:off x="3095625" y="481012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Rampa timpánica · perilinfa</a:t>
            </a:r>
          </a:p>
        </p:txBody>
      </p:sp>
      <p:sp>
        <p:nvSpPr>
          <p:cNvPr id="10" name="reissner-a-5">
            <a:extLst>
              <a:ext uri="{FF2B5EF4-FFF2-40B4-BE49-F238E27FC236}">
                <a16:creationId xmlns:a16="http://schemas.microsoft.com/office/drawing/2014/main" id="{F17E217C-3A4E-403B-8EE7-AF2415A8FE91}"/>
              </a:ext>
            </a:extLst>
          </p:cNvPr>
          <p:cNvSpPr>
            <a:spLocks noGrp="1"/>
          </p:cNvSpPr>
          <p:nvPr/>
        </p:nvSpPr>
        <p:spPr>
          <a:xfrm>
            <a:off x="2571750" y="26670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" name="reissner-b-5">
            <a:extLst>
              <a:ext uri="{FF2B5EF4-FFF2-40B4-BE49-F238E27FC236}">
                <a16:creationId xmlns:a16="http://schemas.microsoft.com/office/drawing/2014/main" id="{16079D62-25E9-42A5-A55A-268A1B9445B1}"/>
              </a:ext>
            </a:extLst>
          </p:cNvPr>
          <p:cNvSpPr>
            <a:spLocks noGrp="1"/>
          </p:cNvSpPr>
          <p:nvPr/>
        </p:nvSpPr>
        <p:spPr>
          <a:xfrm>
            <a:off x="9477375" y="2857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3" name="Conector recto de flecha 32"/>
          <p:cNvCxnSpPr>
            <a:stCxn id="10" idx="3"/>
            <a:endCxn id="11" idx="1"/>
          </p:cNvCxnSpPr>
          <p:nvPr/>
        </p:nvCxnSpPr>
        <p:spPr>
          <a:xfrm>
            <a:off x="2581275" y="2671763"/>
            <a:ext cx="6896100" cy="190500"/>
          </a:xfrm>
          <a:prstGeom prst="straightConnector1">
            <a:avLst/>
          </a:prstGeom>
          <a:ln w="38100">
            <a:solidFill>
              <a:srgbClr val="2F7E83"/>
            </a:solidFill>
            <a:prstDash val="solid"/>
          </a:ln>
        </p:spPr>
      </p:cxnSp>
      <p:sp>
        <p:nvSpPr>
          <p:cNvPr id="13" name="basilar-a-6">
            <a:extLst>
              <a:ext uri="{FF2B5EF4-FFF2-40B4-BE49-F238E27FC236}">
                <a16:creationId xmlns:a16="http://schemas.microsoft.com/office/drawing/2014/main" id="{A2571B6D-439B-4DFD-9683-855B2FB7228A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basilar-b-6">
            <a:extLst>
              <a:ext uri="{FF2B5EF4-FFF2-40B4-BE49-F238E27FC236}">
                <a16:creationId xmlns:a16="http://schemas.microsoft.com/office/drawing/2014/main" id="{5D365D57-1C17-4AB9-8744-69ED031450CE}"/>
              </a:ext>
            </a:extLst>
          </p:cNvPr>
          <p:cNvSpPr>
            <a:spLocks noGrp="1"/>
          </p:cNvSpPr>
          <p:nvPr/>
        </p:nvSpPr>
        <p:spPr>
          <a:xfrm>
            <a:off x="9715500" y="4000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6" name="Conector recto de flecha 35"/>
          <p:cNvCxnSpPr>
            <a:stCxn id="13" idx="3"/>
            <a:endCxn id="14" idx="1"/>
          </p:cNvCxnSpPr>
          <p:nvPr/>
        </p:nvCxnSpPr>
        <p:spPr>
          <a:xfrm>
            <a:off x="2486025" y="4005263"/>
            <a:ext cx="7229475" cy="0"/>
          </a:xfrm>
          <a:prstGeom prst="straightConnector1">
            <a:avLst/>
          </a:prstGeom>
          <a:ln w="47625">
            <a:solidFill>
              <a:srgbClr val="4D1434"/>
            </a:solidFill>
            <a:prstDash val="solid"/>
          </a:ln>
        </p:spPr>
      </p:cxnSp>
      <p:sp>
        <p:nvSpPr>
          <p:cNvPr id="16" name="reissner-label">
            <a:extLst>
              <a:ext uri="{FF2B5EF4-FFF2-40B4-BE49-F238E27FC236}">
                <a16:creationId xmlns:a16="http://schemas.microsoft.com/office/drawing/2014/main" id="{EC58CDE7-6F0D-4599-804A-24A3027C5F34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membrana de Reissner</a:t>
            </a:r>
          </a:p>
        </p:txBody>
      </p:sp>
      <p:sp>
        <p:nvSpPr>
          <p:cNvPr id="17" name="basilar-label">
            <a:extLst>
              <a:ext uri="{FF2B5EF4-FFF2-40B4-BE49-F238E27FC236}">
                <a16:creationId xmlns:a16="http://schemas.microsoft.com/office/drawing/2014/main" id="{8C849C47-BB9A-4D19-A332-126B1B3A3A05}"/>
              </a:ext>
            </a:extLst>
          </p:cNvPr>
          <p:cNvSpPr>
            <a:spLocks noGrp="1"/>
          </p:cNvSpPr>
          <p:nvPr/>
        </p:nvSpPr>
        <p:spPr>
          <a:xfrm>
            <a:off x="8239125" y="4095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membrana basilar</a:t>
            </a:r>
          </a:p>
        </p:txBody>
      </p:sp>
      <p:sp>
        <p:nvSpPr>
          <p:cNvPr id="18" name="top-rail-1">
            <a:extLst>
              <a:ext uri="{FF2B5EF4-FFF2-40B4-BE49-F238E27FC236}">
                <a16:creationId xmlns:a16="http://schemas.microsoft.com/office/drawing/2014/main" id="{04FF4D76-8FDB-466B-A880-F3FFF25FC984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9" name="top-rail-2">
            <a:extLst>
              <a:ext uri="{FF2B5EF4-FFF2-40B4-BE49-F238E27FC236}">
                <a16:creationId xmlns:a16="http://schemas.microsoft.com/office/drawing/2014/main" id="{607566F1-21CC-4CDF-8F60-1F1549B87E61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0" name="top-rail-3">
            <a:extLst>
              <a:ext uri="{FF2B5EF4-FFF2-40B4-BE49-F238E27FC236}">
                <a16:creationId xmlns:a16="http://schemas.microsoft.com/office/drawing/2014/main" id="{E2C32DBC-7AC9-4DA0-8839-633DEC7E92E4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1" name="eyebrow">
            <a:extLst>
              <a:ext uri="{FF2B5EF4-FFF2-40B4-BE49-F238E27FC236}">
                <a16:creationId xmlns:a16="http://schemas.microsoft.com/office/drawing/2014/main" id="{B5791EE9-0B5E-44F7-8D55-B2FB51A138C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2" name="auto-slide-number">
            <a:extLst>
              <a:ext uri="{FF2B5EF4-FFF2-40B4-BE49-F238E27FC236}">
                <a16:creationId xmlns:a16="http://schemas.microsoft.com/office/drawing/2014/main" id="{4A448445-C586-553B-9999-D57913BD48BD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026C2250-8282-427E-A847-A5CCDF3F1EEF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0CAB43B6-B14C-4893-A130-312C66C2966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Membrana tectorial y estereocilios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D8868E9-93C1-41EE-BF59-92190E290A2F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estímulo celular depende de movimiento relativo dentro de la partición.</a:t>
            </a:r>
          </a:p>
        </p:txBody>
      </p:sp>
      <p:sp>
        <p:nvSpPr>
          <p:cNvPr id="3" name="cross-frame">
            <a:extLst>
              <a:ext uri="{FF2B5EF4-FFF2-40B4-BE49-F238E27FC236}">
                <a16:creationId xmlns:a16="http://schemas.microsoft.com/office/drawing/2014/main" id="{478D2173-5376-4A92-8FF1-27637371A3ED}"/>
              </a:ext>
            </a:extLst>
          </p:cNvPr>
          <p:cNvSpPr>
            <a:spLocks noGrp="1"/>
          </p:cNvSpPr>
          <p:nvPr/>
        </p:nvSpPr>
        <p:spPr>
          <a:xfrm>
            <a:off x="1952625" y="1476375"/>
            <a:ext cx="8286750" cy="409575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3D3D3D"/>
            </a:solidFill>
            <a:prstDash val="solid"/>
          </a:ln>
        </p:spPr>
      </p:sp>
      <p:sp>
        <p:nvSpPr>
          <p:cNvPr id="4" name="scala-vestibuli">
            <a:extLst>
              <a:ext uri="{FF2B5EF4-FFF2-40B4-BE49-F238E27FC236}">
                <a16:creationId xmlns:a16="http://schemas.microsoft.com/office/drawing/2014/main" id="{5CF9F7F2-6F6B-44D8-9B8D-043F9C11993C}"/>
              </a:ext>
            </a:extLst>
          </p:cNvPr>
          <p:cNvSpPr>
            <a:spLocks noGrp="1"/>
          </p:cNvSpPr>
          <p:nvPr/>
        </p:nvSpPr>
        <p:spPr>
          <a:xfrm>
            <a:off x="1990725" y="1524000"/>
            <a:ext cx="8210550" cy="1162050"/>
          </a:xfrm>
          <a:prstGeom prst="rect">
            <a:avLst/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5" name="scala-media">
            <a:extLst>
              <a:ext uri="{FF2B5EF4-FFF2-40B4-BE49-F238E27FC236}">
                <a16:creationId xmlns:a16="http://schemas.microsoft.com/office/drawing/2014/main" id="{80A29A48-6318-479F-A066-C05CB811B494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8210550" cy="1285875"/>
          </a:xfrm>
          <a:prstGeom prst="rect">
            <a:avLst/>
          </a:prstGeom>
          <a:solidFill>
            <a:srgbClr val="F8EDE2"/>
          </a:solidFill>
          <a:ln w="0">
            <a:noFill/>
            <a:prstDash val="solid"/>
          </a:ln>
        </p:spPr>
      </p:sp>
      <p:sp>
        <p:nvSpPr>
          <p:cNvPr id="6" name="scala-tympani">
            <a:extLst>
              <a:ext uri="{FF2B5EF4-FFF2-40B4-BE49-F238E27FC236}">
                <a16:creationId xmlns:a16="http://schemas.microsoft.com/office/drawing/2014/main" id="{5D637840-B48C-4945-8120-35196DF642AC}"/>
              </a:ext>
            </a:extLst>
          </p:cNvPr>
          <p:cNvSpPr>
            <a:spLocks noGrp="1"/>
          </p:cNvSpPr>
          <p:nvPr/>
        </p:nvSpPr>
        <p:spPr>
          <a:xfrm>
            <a:off x="1990725" y="4029075"/>
            <a:ext cx="8210550" cy="1495425"/>
          </a:xfrm>
          <a:prstGeom prst="rect">
            <a:avLst/>
          </a:prstGeom>
          <a:solidFill>
            <a:srgbClr val="F7F6F2"/>
          </a:solidFill>
          <a:ln w="0">
            <a:noFill/>
            <a:prstDash val="solid"/>
          </a:ln>
        </p:spPr>
      </p:sp>
      <p:sp>
        <p:nvSpPr>
          <p:cNvPr id="7" name="cross-vestibular">
            <a:extLst>
              <a:ext uri="{FF2B5EF4-FFF2-40B4-BE49-F238E27FC236}">
                <a16:creationId xmlns:a16="http://schemas.microsoft.com/office/drawing/2014/main" id="{8842B085-3B42-4F73-A291-E531D7EBFBF4}"/>
              </a:ext>
            </a:extLst>
          </p:cNvPr>
          <p:cNvSpPr>
            <a:spLocks noGrp="1"/>
          </p:cNvSpPr>
          <p:nvPr/>
        </p:nvSpPr>
        <p:spPr>
          <a:xfrm>
            <a:off x="3095625" y="185737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vestibular · perilinfa</a:t>
            </a:r>
          </a:p>
        </p:txBody>
      </p:sp>
      <p:sp>
        <p:nvSpPr>
          <p:cNvPr id="8" name="cross-media">
            <a:extLst>
              <a:ext uri="{FF2B5EF4-FFF2-40B4-BE49-F238E27FC236}">
                <a16:creationId xmlns:a16="http://schemas.microsoft.com/office/drawing/2014/main" id="{12993B49-03A9-435B-A211-E926A11D8930}"/>
              </a:ext>
            </a:extLst>
          </p:cNvPr>
          <p:cNvSpPr>
            <a:spLocks noGrp="1"/>
          </p:cNvSpPr>
          <p:nvPr/>
        </p:nvSpPr>
        <p:spPr>
          <a:xfrm>
            <a:off x="2143125" y="3000375"/>
            <a:ext cx="1952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coclear endolinfa</a:t>
            </a:r>
          </a:p>
        </p:txBody>
      </p:sp>
      <p:sp>
        <p:nvSpPr>
          <p:cNvPr id="9" name="cross-tympanic">
            <a:extLst>
              <a:ext uri="{FF2B5EF4-FFF2-40B4-BE49-F238E27FC236}">
                <a16:creationId xmlns:a16="http://schemas.microsoft.com/office/drawing/2014/main" id="{D1C33819-BA1B-4AD3-BF06-0F0F71009794}"/>
              </a:ext>
            </a:extLst>
          </p:cNvPr>
          <p:cNvSpPr>
            <a:spLocks noGrp="1"/>
          </p:cNvSpPr>
          <p:nvPr/>
        </p:nvSpPr>
        <p:spPr>
          <a:xfrm>
            <a:off x="3095625" y="481012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Rampa timpánica · perilinfa</a:t>
            </a:r>
          </a:p>
        </p:txBody>
      </p:sp>
      <p:sp>
        <p:nvSpPr>
          <p:cNvPr id="10" name="reissner-a-7">
            <a:extLst>
              <a:ext uri="{FF2B5EF4-FFF2-40B4-BE49-F238E27FC236}">
                <a16:creationId xmlns:a16="http://schemas.microsoft.com/office/drawing/2014/main" id="{70665245-69B4-49B8-BB51-A7145A84FCF8}"/>
              </a:ext>
            </a:extLst>
          </p:cNvPr>
          <p:cNvSpPr>
            <a:spLocks noGrp="1"/>
          </p:cNvSpPr>
          <p:nvPr/>
        </p:nvSpPr>
        <p:spPr>
          <a:xfrm>
            <a:off x="2571750" y="26670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" name="reissner-b-7">
            <a:extLst>
              <a:ext uri="{FF2B5EF4-FFF2-40B4-BE49-F238E27FC236}">
                <a16:creationId xmlns:a16="http://schemas.microsoft.com/office/drawing/2014/main" id="{6F770BDE-1A71-4ACB-9BD4-19DFA5C8196D}"/>
              </a:ext>
            </a:extLst>
          </p:cNvPr>
          <p:cNvSpPr>
            <a:spLocks noGrp="1"/>
          </p:cNvSpPr>
          <p:nvPr/>
        </p:nvSpPr>
        <p:spPr>
          <a:xfrm>
            <a:off x="9477375" y="2857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2" name="Conector recto de flecha 41"/>
          <p:cNvCxnSpPr>
            <a:stCxn id="10" idx="3"/>
            <a:endCxn id="11" idx="1"/>
          </p:cNvCxnSpPr>
          <p:nvPr/>
        </p:nvCxnSpPr>
        <p:spPr>
          <a:xfrm>
            <a:off x="2581275" y="2671763"/>
            <a:ext cx="6896100" cy="190500"/>
          </a:xfrm>
          <a:prstGeom prst="straightConnector1">
            <a:avLst/>
          </a:prstGeom>
          <a:ln w="38100">
            <a:solidFill>
              <a:srgbClr val="2F7E83"/>
            </a:solidFill>
            <a:prstDash val="solid"/>
          </a:ln>
        </p:spPr>
      </p:cxnSp>
      <p:sp>
        <p:nvSpPr>
          <p:cNvPr id="13" name="basilar-a-8">
            <a:extLst>
              <a:ext uri="{FF2B5EF4-FFF2-40B4-BE49-F238E27FC236}">
                <a16:creationId xmlns:a16="http://schemas.microsoft.com/office/drawing/2014/main" id="{4C2D9CC7-42F1-4321-8466-2466A72160E5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basilar-b-8">
            <a:extLst>
              <a:ext uri="{FF2B5EF4-FFF2-40B4-BE49-F238E27FC236}">
                <a16:creationId xmlns:a16="http://schemas.microsoft.com/office/drawing/2014/main" id="{1556B806-C5AB-450A-8F67-2EF0FEBD7407}"/>
              </a:ext>
            </a:extLst>
          </p:cNvPr>
          <p:cNvSpPr>
            <a:spLocks noGrp="1"/>
          </p:cNvSpPr>
          <p:nvPr/>
        </p:nvSpPr>
        <p:spPr>
          <a:xfrm>
            <a:off x="9715500" y="4000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5" name="Conector recto de flecha 44"/>
          <p:cNvCxnSpPr>
            <a:stCxn id="13" idx="3"/>
            <a:endCxn id="14" idx="1"/>
          </p:cNvCxnSpPr>
          <p:nvPr/>
        </p:nvCxnSpPr>
        <p:spPr>
          <a:xfrm>
            <a:off x="2486025" y="4005263"/>
            <a:ext cx="7229475" cy="0"/>
          </a:xfrm>
          <a:prstGeom prst="straightConnector1">
            <a:avLst/>
          </a:prstGeom>
          <a:ln w="47625">
            <a:solidFill>
              <a:srgbClr val="4D1434"/>
            </a:solidFill>
            <a:prstDash val="solid"/>
          </a:ln>
        </p:spPr>
      </p:cxnSp>
      <p:sp>
        <p:nvSpPr>
          <p:cNvPr id="16" name="reissner-label">
            <a:extLst>
              <a:ext uri="{FF2B5EF4-FFF2-40B4-BE49-F238E27FC236}">
                <a16:creationId xmlns:a16="http://schemas.microsoft.com/office/drawing/2014/main" id="{A63CD2D0-B3B7-43CA-A592-E02376A08CB3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membrana de Reissner</a:t>
            </a:r>
          </a:p>
        </p:txBody>
      </p:sp>
      <p:sp>
        <p:nvSpPr>
          <p:cNvPr id="17" name="basilar-label">
            <a:extLst>
              <a:ext uri="{FF2B5EF4-FFF2-40B4-BE49-F238E27FC236}">
                <a16:creationId xmlns:a16="http://schemas.microsoft.com/office/drawing/2014/main" id="{B68CC003-A24B-4ADB-8E64-55BDF73F3F61}"/>
              </a:ext>
            </a:extLst>
          </p:cNvPr>
          <p:cNvSpPr>
            <a:spLocks noGrp="1"/>
          </p:cNvSpPr>
          <p:nvPr/>
        </p:nvSpPr>
        <p:spPr>
          <a:xfrm>
            <a:off x="8239125" y="4095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membrana basilar</a:t>
            </a:r>
          </a:p>
        </p:txBody>
      </p:sp>
      <p:sp>
        <p:nvSpPr>
          <p:cNvPr id="18" name="tectorial-membrane">
            <a:extLst>
              <a:ext uri="{FF2B5EF4-FFF2-40B4-BE49-F238E27FC236}">
                <a16:creationId xmlns:a16="http://schemas.microsoft.com/office/drawing/2014/main" id="{015D0AED-CEB0-49F5-B5EE-0405A9299671}"/>
              </a:ext>
            </a:extLst>
          </p:cNvPr>
          <p:cNvSpPr>
            <a:spLocks noGrp="1"/>
          </p:cNvSpPr>
          <p:nvPr/>
        </p:nvSpPr>
        <p:spPr>
          <a:xfrm>
            <a:off x="4191000" y="3209925"/>
            <a:ext cx="3429000" cy="400050"/>
          </a:xfrm>
          <a:prstGeom prst="ellipse">
            <a:avLst/>
          </a:prstGeom>
          <a:solidFill>
            <a:srgbClr val="F4E9EF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19" name="ihc">
            <a:extLst>
              <a:ext uri="{FF2B5EF4-FFF2-40B4-BE49-F238E27FC236}">
                <a16:creationId xmlns:a16="http://schemas.microsoft.com/office/drawing/2014/main" id="{2E4DEC59-DE4C-463B-AD86-F74DF94EF954}"/>
              </a:ext>
            </a:extLst>
          </p:cNvPr>
          <p:cNvSpPr>
            <a:spLocks noGrp="1"/>
          </p:cNvSpPr>
          <p:nvPr/>
        </p:nvSpPr>
        <p:spPr>
          <a:xfrm>
            <a:off x="4619625" y="3571875"/>
            <a:ext cx="514350" cy="400050"/>
          </a:xfrm>
          <a:prstGeom prst="roundRect">
            <a:avLst>
              <a:gd name="adj" fmla="val 23810"/>
            </a:avLst>
          </a:prstGeom>
          <a:solidFill>
            <a:srgbClr val="9F541A"/>
          </a:solidFill>
          <a:ln w="9525">
            <a:solidFill>
              <a:srgbClr val="9F541A"/>
            </a:solidFill>
            <a:prstDash val="solid"/>
          </a:ln>
        </p:spPr>
      </p:sp>
      <p:sp>
        <p:nvSpPr>
          <p:cNvPr id="20" name="ohc-1">
            <a:extLst>
              <a:ext uri="{FF2B5EF4-FFF2-40B4-BE49-F238E27FC236}">
                <a16:creationId xmlns:a16="http://schemas.microsoft.com/office/drawing/2014/main" id="{2FB8602B-39F5-4C21-B8D3-78133B38DC6E}"/>
              </a:ext>
            </a:extLst>
          </p:cNvPr>
          <p:cNvSpPr>
            <a:spLocks noGrp="1"/>
          </p:cNvSpPr>
          <p:nvPr/>
        </p:nvSpPr>
        <p:spPr>
          <a:xfrm>
            <a:off x="619125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1" name="ohc-2">
            <a:extLst>
              <a:ext uri="{FF2B5EF4-FFF2-40B4-BE49-F238E27FC236}">
                <a16:creationId xmlns:a16="http://schemas.microsoft.com/office/drawing/2014/main" id="{C9FC0B8F-3EBF-4BA9-A968-B02EC2292DBB}"/>
              </a:ext>
            </a:extLst>
          </p:cNvPr>
          <p:cNvSpPr>
            <a:spLocks noGrp="1"/>
          </p:cNvSpPr>
          <p:nvPr/>
        </p:nvSpPr>
        <p:spPr>
          <a:xfrm>
            <a:off x="678180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2" name="ohc-3">
            <a:extLst>
              <a:ext uri="{FF2B5EF4-FFF2-40B4-BE49-F238E27FC236}">
                <a16:creationId xmlns:a16="http://schemas.microsoft.com/office/drawing/2014/main" id="{91D481E1-5D58-4EE9-8DAE-D097426CB01E}"/>
              </a:ext>
            </a:extLst>
          </p:cNvPr>
          <p:cNvSpPr>
            <a:spLocks noGrp="1"/>
          </p:cNvSpPr>
          <p:nvPr/>
        </p:nvSpPr>
        <p:spPr>
          <a:xfrm>
            <a:off x="737235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3" name="ihc-label">
            <a:extLst>
              <a:ext uri="{FF2B5EF4-FFF2-40B4-BE49-F238E27FC236}">
                <a16:creationId xmlns:a16="http://schemas.microsoft.com/office/drawing/2014/main" id="{CB2BF1A6-28A7-4C50-9367-75B3D7D836DC}"/>
              </a:ext>
            </a:extLst>
          </p:cNvPr>
          <p:cNvSpPr>
            <a:spLocks noGrp="1"/>
          </p:cNvSpPr>
          <p:nvPr/>
        </p:nvSpPr>
        <p:spPr>
          <a:xfrm>
            <a:off x="4638675" y="36385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CCI</a:t>
            </a:r>
          </a:p>
        </p:txBody>
      </p:sp>
      <p:sp>
        <p:nvSpPr>
          <p:cNvPr id="24" name="ohc-label">
            <a:extLst>
              <a:ext uri="{FF2B5EF4-FFF2-40B4-BE49-F238E27FC236}">
                <a16:creationId xmlns:a16="http://schemas.microsoft.com/office/drawing/2014/main" id="{46979F5B-F061-43E7-A386-50C28A7091A7}"/>
              </a:ext>
            </a:extLst>
          </p:cNvPr>
          <p:cNvSpPr>
            <a:spLocks noGrp="1"/>
          </p:cNvSpPr>
          <p:nvPr/>
        </p:nvSpPr>
        <p:spPr>
          <a:xfrm>
            <a:off x="6191250" y="3638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5" name="tectorial-label">
            <a:extLst>
              <a:ext uri="{FF2B5EF4-FFF2-40B4-BE49-F238E27FC236}">
                <a16:creationId xmlns:a16="http://schemas.microsoft.com/office/drawing/2014/main" id="{A8435027-74C6-4091-AC11-6E0CAFA82C3C}"/>
              </a:ext>
            </a:extLst>
          </p:cNvPr>
          <p:cNvSpPr>
            <a:spLocks noGrp="1"/>
          </p:cNvSpPr>
          <p:nvPr/>
        </p:nvSpPr>
        <p:spPr>
          <a:xfrm>
            <a:off x="4143375" y="29051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0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membrana tectorial</a:t>
            </a:r>
          </a:p>
        </p:txBody>
      </p:sp>
      <p:sp>
        <p:nvSpPr>
          <p:cNvPr id="26" name="organ-label">
            <a:extLst>
              <a:ext uri="{FF2B5EF4-FFF2-40B4-BE49-F238E27FC236}">
                <a16:creationId xmlns:a16="http://schemas.microsoft.com/office/drawing/2014/main" id="{19ED26C7-1177-4B72-A7AC-4A890DA80089}"/>
              </a:ext>
            </a:extLst>
          </p:cNvPr>
          <p:cNvSpPr>
            <a:spLocks noGrp="1"/>
          </p:cNvSpPr>
          <p:nvPr/>
        </p:nvSpPr>
        <p:spPr>
          <a:xfrm>
            <a:off x="4524375" y="40957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órgano de Corti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4E4444EA-A368-4228-8E9C-14618DC10D84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074AF4F0-2B6B-447C-A6C1-DB97928CBC77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7B3D99A7-B000-4340-BCAA-8E5D65BFF76D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2C8C255F-FC8D-4EC4-826E-DE1B25E4BE7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2" name="auto-slide-number">
            <a:extLst>
              <a:ext uri="{FF2B5EF4-FFF2-40B4-BE49-F238E27FC236}">
                <a16:creationId xmlns:a16="http://schemas.microsoft.com/office/drawing/2014/main" id="{AEA5FF6C-FFAC-89B9-4668-BB0D49695FB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2042567A-E49F-49F2-97EC-20A4A83BAE8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8F53F374-CB12-445D-86E5-4C8335DBAA7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órgano de Corti integra soporte y células sensoriales</a:t>
            </a:r>
          </a:p>
        </p:txBody>
      </p:sp>
      <p:sp>
        <p:nvSpPr>
          <p:cNvPr id="2" name="cross-frame">
            <a:extLst>
              <a:ext uri="{FF2B5EF4-FFF2-40B4-BE49-F238E27FC236}">
                <a16:creationId xmlns:a16="http://schemas.microsoft.com/office/drawing/2014/main" id="{FE6A3301-BD33-4022-8704-94322E2B5B85}"/>
              </a:ext>
            </a:extLst>
          </p:cNvPr>
          <p:cNvSpPr>
            <a:spLocks noGrp="1"/>
          </p:cNvSpPr>
          <p:nvPr/>
        </p:nvSpPr>
        <p:spPr>
          <a:xfrm>
            <a:off x="1952625" y="1476375"/>
            <a:ext cx="8286750" cy="409575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3D3D3D"/>
            </a:solidFill>
            <a:prstDash val="solid"/>
          </a:ln>
        </p:spPr>
      </p:sp>
      <p:sp>
        <p:nvSpPr>
          <p:cNvPr id="3" name="scala-vestibuli">
            <a:extLst>
              <a:ext uri="{FF2B5EF4-FFF2-40B4-BE49-F238E27FC236}">
                <a16:creationId xmlns:a16="http://schemas.microsoft.com/office/drawing/2014/main" id="{F74E6119-B5AA-4AA2-944C-4875FC6179D9}"/>
              </a:ext>
            </a:extLst>
          </p:cNvPr>
          <p:cNvSpPr>
            <a:spLocks noGrp="1"/>
          </p:cNvSpPr>
          <p:nvPr/>
        </p:nvSpPr>
        <p:spPr>
          <a:xfrm>
            <a:off x="1990725" y="1524000"/>
            <a:ext cx="8210550" cy="1162050"/>
          </a:xfrm>
          <a:prstGeom prst="rect">
            <a:avLst/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4" name="scala-media">
            <a:extLst>
              <a:ext uri="{FF2B5EF4-FFF2-40B4-BE49-F238E27FC236}">
                <a16:creationId xmlns:a16="http://schemas.microsoft.com/office/drawing/2014/main" id="{AF3A4157-540E-441F-87D0-08986ACDB89A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8210550" cy="1285875"/>
          </a:xfrm>
          <a:prstGeom prst="rect">
            <a:avLst/>
          </a:prstGeom>
          <a:solidFill>
            <a:srgbClr val="F8EDE2"/>
          </a:solidFill>
          <a:ln w="0">
            <a:noFill/>
            <a:prstDash val="solid"/>
          </a:ln>
        </p:spPr>
      </p:sp>
      <p:sp>
        <p:nvSpPr>
          <p:cNvPr id="5" name="scala-tympani">
            <a:extLst>
              <a:ext uri="{FF2B5EF4-FFF2-40B4-BE49-F238E27FC236}">
                <a16:creationId xmlns:a16="http://schemas.microsoft.com/office/drawing/2014/main" id="{48AFB6E2-6A66-4999-9092-D860904222B3}"/>
              </a:ext>
            </a:extLst>
          </p:cNvPr>
          <p:cNvSpPr>
            <a:spLocks noGrp="1"/>
          </p:cNvSpPr>
          <p:nvPr/>
        </p:nvSpPr>
        <p:spPr>
          <a:xfrm>
            <a:off x="1990725" y="4029075"/>
            <a:ext cx="8210550" cy="1495425"/>
          </a:xfrm>
          <a:prstGeom prst="rect">
            <a:avLst/>
          </a:prstGeom>
          <a:solidFill>
            <a:srgbClr val="F7F6F2"/>
          </a:solidFill>
          <a:ln w="0">
            <a:noFill/>
            <a:prstDash val="solid"/>
          </a:ln>
        </p:spPr>
      </p:sp>
      <p:sp>
        <p:nvSpPr>
          <p:cNvPr id="6" name="cross-vestibular">
            <a:extLst>
              <a:ext uri="{FF2B5EF4-FFF2-40B4-BE49-F238E27FC236}">
                <a16:creationId xmlns:a16="http://schemas.microsoft.com/office/drawing/2014/main" id="{3A490B06-2DB2-4D6A-91B3-1FA30FE730EA}"/>
              </a:ext>
            </a:extLst>
          </p:cNvPr>
          <p:cNvSpPr>
            <a:spLocks noGrp="1"/>
          </p:cNvSpPr>
          <p:nvPr/>
        </p:nvSpPr>
        <p:spPr>
          <a:xfrm>
            <a:off x="3095625" y="185737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vestibular · perilinfa</a:t>
            </a:r>
          </a:p>
        </p:txBody>
      </p:sp>
      <p:sp>
        <p:nvSpPr>
          <p:cNvPr id="7" name="cross-media">
            <a:extLst>
              <a:ext uri="{FF2B5EF4-FFF2-40B4-BE49-F238E27FC236}">
                <a16:creationId xmlns:a16="http://schemas.microsoft.com/office/drawing/2014/main" id="{A6BD431C-C47E-440F-BF05-C49EEF5F32DE}"/>
              </a:ext>
            </a:extLst>
          </p:cNvPr>
          <p:cNvSpPr>
            <a:spLocks noGrp="1"/>
          </p:cNvSpPr>
          <p:nvPr/>
        </p:nvSpPr>
        <p:spPr>
          <a:xfrm>
            <a:off x="2143125" y="3000375"/>
            <a:ext cx="1952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coclear endolinfa</a:t>
            </a:r>
          </a:p>
        </p:txBody>
      </p:sp>
      <p:sp>
        <p:nvSpPr>
          <p:cNvPr id="8" name="cross-tympanic">
            <a:extLst>
              <a:ext uri="{FF2B5EF4-FFF2-40B4-BE49-F238E27FC236}">
                <a16:creationId xmlns:a16="http://schemas.microsoft.com/office/drawing/2014/main" id="{BF9829EA-4D7C-4A01-8295-987E91A5FB82}"/>
              </a:ext>
            </a:extLst>
          </p:cNvPr>
          <p:cNvSpPr>
            <a:spLocks noGrp="1"/>
          </p:cNvSpPr>
          <p:nvPr/>
        </p:nvSpPr>
        <p:spPr>
          <a:xfrm>
            <a:off x="3095625" y="481012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Rampa timpánica · perilinfa</a:t>
            </a:r>
          </a:p>
        </p:txBody>
      </p:sp>
      <p:sp>
        <p:nvSpPr>
          <p:cNvPr id="9" name="reissner-a-9">
            <a:extLst>
              <a:ext uri="{FF2B5EF4-FFF2-40B4-BE49-F238E27FC236}">
                <a16:creationId xmlns:a16="http://schemas.microsoft.com/office/drawing/2014/main" id="{8E9402CB-1015-4AFB-9C0F-BA6246A8D500}"/>
              </a:ext>
            </a:extLst>
          </p:cNvPr>
          <p:cNvSpPr>
            <a:spLocks noGrp="1"/>
          </p:cNvSpPr>
          <p:nvPr/>
        </p:nvSpPr>
        <p:spPr>
          <a:xfrm>
            <a:off x="2571750" y="26670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" name="reissner-b-9">
            <a:extLst>
              <a:ext uri="{FF2B5EF4-FFF2-40B4-BE49-F238E27FC236}">
                <a16:creationId xmlns:a16="http://schemas.microsoft.com/office/drawing/2014/main" id="{7CE619F7-6507-4EB4-AF1C-4EEE11526CD4}"/>
              </a:ext>
            </a:extLst>
          </p:cNvPr>
          <p:cNvSpPr>
            <a:spLocks noGrp="1"/>
          </p:cNvSpPr>
          <p:nvPr/>
        </p:nvSpPr>
        <p:spPr>
          <a:xfrm>
            <a:off x="9477375" y="2857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0" name="Conector recto de flecha 39"/>
          <p:cNvCxnSpPr>
            <a:stCxn id="9" idx="3"/>
            <a:endCxn id="10" idx="1"/>
          </p:cNvCxnSpPr>
          <p:nvPr/>
        </p:nvCxnSpPr>
        <p:spPr>
          <a:xfrm>
            <a:off x="2581275" y="2671763"/>
            <a:ext cx="6896100" cy="190500"/>
          </a:xfrm>
          <a:prstGeom prst="straightConnector1">
            <a:avLst/>
          </a:prstGeom>
          <a:ln w="38100">
            <a:solidFill>
              <a:srgbClr val="2F7E83"/>
            </a:solidFill>
            <a:prstDash val="solid"/>
          </a:ln>
        </p:spPr>
      </p:cxnSp>
      <p:sp>
        <p:nvSpPr>
          <p:cNvPr id="12" name="basilar-a-10">
            <a:extLst>
              <a:ext uri="{FF2B5EF4-FFF2-40B4-BE49-F238E27FC236}">
                <a16:creationId xmlns:a16="http://schemas.microsoft.com/office/drawing/2014/main" id="{82629D89-BD65-4CB1-9949-18FE27BB5A32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" name="basilar-b-10">
            <a:extLst>
              <a:ext uri="{FF2B5EF4-FFF2-40B4-BE49-F238E27FC236}">
                <a16:creationId xmlns:a16="http://schemas.microsoft.com/office/drawing/2014/main" id="{08310D34-309B-4B8F-AA52-927CB7C6FBA0}"/>
              </a:ext>
            </a:extLst>
          </p:cNvPr>
          <p:cNvSpPr>
            <a:spLocks noGrp="1"/>
          </p:cNvSpPr>
          <p:nvPr/>
        </p:nvSpPr>
        <p:spPr>
          <a:xfrm>
            <a:off x="9715500" y="4000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3" name="Conector recto de flecha 42"/>
          <p:cNvCxnSpPr>
            <a:stCxn id="12" idx="3"/>
            <a:endCxn id="13" idx="1"/>
          </p:cNvCxnSpPr>
          <p:nvPr/>
        </p:nvCxnSpPr>
        <p:spPr>
          <a:xfrm>
            <a:off x="2486025" y="4005263"/>
            <a:ext cx="7229475" cy="0"/>
          </a:xfrm>
          <a:prstGeom prst="straightConnector1">
            <a:avLst/>
          </a:prstGeom>
          <a:ln w="47625">
            <a:solidFill>
              <a:srgbClr val="4D1434"/>
            </a:solidFill>
            <a:prstDash val="solid"/>
          </a:ln>
        </p:spPr>
      </p:cxnSp>
      <p:sp>
        <p:nvSpPr>
          <p:cNvPr id="15" name="reissner-label">
            <a:extLst>
              <a:ext uri="{FF2B5EF4-FFF2-40B4-BE49-F238E27FC236}">
                <a16:creationId xmlns:a16="http://schemas.microsoft.com/office/drawing/2014/main" id="{38D60331-DB14-45EE-9783-7313A8E4C9CF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membrana de Reissner</a:t>
            </a:r>
          </a:p>
        </p:txBody>
      </p:sp>
      <p:sp>
        <p:nvSpPr>
          <p:cNvPr id="16" name="basilar-label">
            <a:extLst>
              <a:ext uri="{FF2B5EF4-FFF2-40B4-BE49-F238E27FC236}">
                <a16:creationId xmlns:a16="http://schemas.microsoft.com/office/drawing/2014/main" id="{43F8D565-B6F8-4EF7-BEE0-7EC197F299EB}"/>
              </a:ext>
            </a:extLst>
          </p:cNvPr>
          <p:cNvSpPr>
            <a:spLocks noGrp="1"/>
          </p:cNvSpPr>
          <p:nvPr/>
        </p:nvSpPr>
        <p:spPr>
          <a:xfrm>
            <a:off x="8239125" y="4095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membrana basilar</a:t>
            </a:r>
          </a:p>
        </p:txBody>
      </p:sp>
      <p:sp>
        <p:nvSpPr>
          <p:cNvPr id="17" name="tectorial-membrane">
            <a:extLst>
              <a:ext uri="{FF2B5EF4-FFF2-40B4-BE49-F238E27FC236}">
                <a16:creationId xmlns:a16="http://schemas.microsoft.com/office/drawing/2014/main" id="{3DB6CD3D-F015-489E-A91D-683CCC0B6BC4}"/>
              </a:ext>
            </a:extLst>
          </p:cNvPr>
          <p:cNvSpPr>
            <a:spLocks noGrp="1"/>
          </p:cNvSpPr>
          <p:nvPr/>
        </p:nvSpPr>
        <p:spPr>
          <a:xfrm>
            <a:off x="4191000" y="3209925"/>
            <a:ext cx="3429000" cy="400050"/>
          </a:xfrm>
          <a:prstGeom prst="ellipse">
            <a:avLst/>
          </a:prstGeom>
          <a:solidFill>
            <a:srgbClr val="F4E9EF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18" name="ihc">
            <a:extLst>
              <a:ext uri="{FF2B5EF4-FFF2-40B4-BE49-F238E27FC236}">
                <a16:creationId xmlns:a16="http://schemas.microsoft.com/office/drawing/2014/main" id="{9B516E1F-9219-4174-89EE-DE47E6F1FD37}"/>
              </a:ext>
            </a:extLst>
          </p:cNvPr>
          <p:cNvSpPr>
            <a:spLocks noGrp="1"/>
          </p:cNvSpPr>
          <p:nvPr/>
        </p:nvSpPr>
        <p:spPr>
          <a:xfrm>
            <a:off x="4619625" y="3571875"/>
            <a:ext cx="514350" cy="400050"/>
          </a:xfrm>
          <a:prstGeom prst="roundRect">
            <a:avLst>
              <a:gd name="adj" fmla="val 23810"/>
            </a:avLst>
          </a:prstGeom>
          <a:solidFill>
            <a:srgbClr val="9F541A"/>
          </a:solidFill>
          <a:ln w="9525">
            <a:solidFill>
              <a:srgbClr val="9F541A"/>
            </a:solidFill>
            <a:prstDash val="solid"/>
          </a:ln>
        </p:spPr>
      </p:sp>
      <p:sp>
        <p:nvSpPr>
          <p:cNvPr id="19" name="ohc-1">
            <a:extLst>
              <a:ext uri="{FF2B5EF4-FFF2-40B4-BE49-F238E27FC236}">
                <a16:creationId xmlns:a16="http://schemas.microsoft.com/office/drawing/2014/main" id="{A38373B1-3BBD-4DB3-AEF1-A62E1566DCD0}"/>
              </a:ext>
            </a:extLst>
          </p:cNvPr>
          <p:cNvSpPr>
            <a:spLocks noGrp="1"/>
          </p:cNvSpPr>
          <p:nvPr/>
        </p:nvSpPr>
        <p:spPr>
          <a:xfrm>
            <a:off x="619125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0" name="ohc-2">
            <a:extLst>
              <a:ext uri="{FF2B5EF4-FFF2-40B4-BE49-F238E27FC236}">
                <a16:creationId xmlns:a16="http://schemas.microsoft.com/office/drawing/2014/main" id="{1D9ABF0F-69B4-4639-AD55-03C6F19F9490}"/>
              </a:ext>
            </a:extLst>
          </p:cNvPr>
          <p:cNvSpPr>
            <a:spLocks noGrp="1"/>
          </p:cNvSpPr>
          <p:nvPr/>
        </p:nvSpPr>
        <p:spPr>
          <a:xfrm>
            <a:off x="678180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1" name="ohc-3">
            <a:extLst>
              <a:ext uri="{FF2B5EF4-FFF2-40B4-BE49-F238E27FC236}">
                <a16:creationId xmlns:a16="http://schemas.microsoft.com/office/drawing/2014/main" id="{84568B02-C607-4A37-83EE-4F78557C4941}"/>
              </a:ext>
            </a:extLst>
          </p:cNvPr>
          <p:cNvSpPr>
            <a:spLocks noGrp="1"/>
          </p:cNvSpPr>
          <p:nvPr/>
        </p:nvSpPr>
        <p:spPr>
          <a:xfrm>
            <a:off x="737235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2" name="ihc-label">
            <a:extLst>
              <a:ext uri="{FF2B5EF4-FFF2-40B4-BE49-F238E27FC236}">
                <a16:creationId xmlns:a16="http://schemas.microsoft.com/office/drawing/2014/main" id="{BDCE8863-8C58-45B6-B2C0-4C59C3379F0B}"/>
              </a:ext>
            </a:extLst>
          </p:cNvPr>
          <p:cNvSpPr>
            <a:spLocks noGrp="1"/>
          </p:cNvSpPr>
          <p:nvPr/>
        </p:nvSpPr>
        <p:spPr>
          <a:xfrm>
            <a:off x="4638675" y="36385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CCI</a:t>
            </a:r>
          </a:p>
        </p:txBody>
      </p:sp>
      <p:sp>
        <p:nvSpPr>
          <p:cNvPr id="23" name="ohc-label">
            <a:extLst>
              <a:ext uri="{FF2B5EF4-FFF2-40B4-BE49-F238E27FC236}">
                <a16:creationId xmlns:a16="http://schemas.microsoft.com/office/drawing/2014/main" id="{D7CE9BB2-B7D3-4F39-A5BA-C16EFABB9BC1}"/>
              </a:ext>
            </a:extLst>
          </p:cNvPr>
          <p:cNvSpPr>
            <a:spLocks noGrp="1"/>
          </p:cNvSpPr>
          <p:nvPr/>
        </p:nvSpPr>
        <p:spPr>
          <a:xfrm>
            <a:off x="6191250" y="3638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4" name="tectorial-label">
            <a:extLst>
              <a:ext uri="{FF2B5EF4-FFF2-40B4-BE49-F238E27FC236}">
                <a16:creationId xmlns:a16="http://schemas.microsoft.com/office/drawing/2014/main" id="{8AB720C7-5A18-4D55-A48F-7F53E2005E3F}"/>
              </a:ext>
            </a:extLst>
          </p:cNvPr>
          <p:cNvSpPr>
            <a:spLocks noGrp="1"/>
          </p:cNvSpPr>
          <p:nvPr/>
        </p:nvSpPr>
        <p:spPr>
          <a:xfrm>
            <a:off x="4143375" y="29051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0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membrana tectorial</a:t>
            </a:r>
          </a:p>
        </p:txBody>
      </p:sp>
      <p:sp>
        <p:nvSpPr>
          <p:cNvPr id="25" name="organ-label">
            <a:extLst>
              <a:ext uri="{FF2B5EF4-FFF2-40B4-BE49-F238E27FC236}">
                <a16:creationId xmlns:a16="http://schemas.microsoft.com/office/drawing/2014/main" id="{92783EE8-DFCE-4BDB-94EC-9A9ABADC40CE}"/>
              </a:ext>
            </a:extLst>
          </p:cNvPr>
          <p:cNvSpPr>
            <a:spLocks noGrp="1"/>
          </p:cNvSpPr>
          <p:nvPr/>
        </p:nvSpPr>
        <p:spPr>
          <a:xfrm>
            <a:off x="4524375" y="40957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órgano de Corti</a:t>
            </a:r>
          </a:p>
        </p:txBody>
      </p:sp>
      <p:sp>
        <p:nvSpPr>
          <p:cNvPr id="26" name="top-rail-1">
            <a:extLst>
              <a:ext uri="{FF2B5EF4-FFF2-40B4-BE49-F238E27FC236}">
                <a16:creationId xmlns:a16="http://schemas.microsoft.com/office/drawing/2014/main" id="{84C2EFB2-3580-4CEC-B7F2-6802B0A18F9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7" name="top-rail-2">
            <a:extLst>
              <a:ext uri="{FF2B5EF4-FFF2-40B4-BE49-F238E27FC236}">
                <a16:creationId xmlns:a16="http://schemas.microsoft.com/office/drawing/2014/main" id="{02C4BCA5-DE03-4337-A60E-1536613B853F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8" name="top-rail-3">
            <a:extLst>
              <a:ext uri="{FF2B5EF4-FFF2-40B4-BE49-F238E27FC236}">
                <a16:creationId xmlns:a16="http://schemas.microsoft.com/office/drawing/2014/main" id="{F25416D3-8CA5-4792-9C8D-0EB533708BF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9" name="eyebrow">
            <a:extLst>
              <a:ext uri="{FF2B5EF4-FFF2-40B4-BE49-F238E27FC236}">
                <a16:creationId xmlns:a16="http://schemas.microsoft.com/office/drawing/2014/main" id="{57B5BC02-C3CF-4882-AFE2-F48440A4761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1" name="auto-slide-number">
            <a:extLst>
              <a:ext uri="{FF2B5EF4-FFF2-40B4-BE49-F238E27FC236}">
                <a16:creationId xmlns:a16="http://schemas.microsoft.com/office/drawing/2014/main" id="{11441291-10BC-3A0A-35A5-B5C1BEE2133B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AC2D252-ABA3-42EF-8B23-A36FD297CC19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026EF659-B109-46F6-AD56-E7BB4B1CF88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Túnel de Corti: límites anatómicos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C9DE779-A850-445C-A5F0-820643DB99ED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Es un espacio triangular delimitado por los pilares interno y externo sobre la membrana basilar.</a:t>
            </a:r>
          </a:p>
        </p:txBody>
      </p:sp>
      <p:sp>
        <p:nvSpPr>
          <p:cNvPr id="3" name="tunnel-basilar-a-11">
            <a:extLst>
              <a:ext uri="{FF2B5EF4-FFF2-40B4-BE49-F238E27FC236}">
                <a16:creationId xmlns:a16="http://schemas.microsoft.com/office/drawing/2014/main" id="{9071BBFA-4A32-4CC8-9ED2-C06693D38D33}"/>
              </a:ext>
            </a:extLst>
          </p:cNvPr>
          <p:cNvSpPr>
            <a:spLocks noGrp="1"/>
          </p:cNvSpPr>
          <p:nvPr/>
        </p:nvSpPr>
        <p:spPr>
          <a:xfrm>
            <a:off x="2000250" y="5000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tunnel-basilar-b-11">
            <a:extLst>
              <a:ext uri="{FF2B5EF4-FFF2-40B4-BE49-F238E27FC236}">
                <a16:creationId xmlns:a16="http://schemas.microsoft.com/office/drawing/2014/main" id="{16104141-0370-47E5-8E38-21F448124FB4}"/>
              </a:ext>
            </a:extLst>
          </p:cNvPr>
          <p:cNvSpPr>
            <a:spLocks noGrp="1"/>
          </p:cNvSpPr>
          <p:nvPr/>
        </p:nvSpPr>
        <p:spPr>
          <a:xfrm>
            <a:off x="10191750" y="5000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" name="Conector recto de flecha 25"/>
          <p:cNvCxnSpPr>
            <a:stCxn id="3" idx="3"/>
            <a:endCxn id="4" idx="1"/>
          </p:cNvCxnSpPr>
          <p:nvPr/>
        </p:nvCxnSpPr>
        <p:spPr>
          <a:xfrm>
            <a:off x="2009775" y="5005388"/>
            <a:ext cx="8181975" cy="0"/>
          </a:xfrm>
          <a:prstGeom prst="straightConnector1">
            <a:avLst/>
          </a:prstGeom>
          <a:ln w="57150">
            <a:solidFill>
              <a:srgbClr val="4D1434"/>
            </a:solidFill>
            <a:prstDash val="solid"/>
          </a:ln>
        </p:spPr>
      </p:cxnSp>
      <p:sp>
        <p:nvSpPr>
          <p:cNvPr id="6" name="inner-pillar-a-12">
            <a:extLst>
              <a:ext uri="{FF2B5EF4-FFF2-40B4-BE49-F238E27FC236}">
                <a16:creationId xmlns:a16="http://schemas.microsoft.com/office/drawing/2014/main" id="{0881BA9B-6B9F-4DB5-93F2-62793A501DF5}"/>
              </a:ext>
            </a:extLst>
          </p:cNvPr>
          <p:cNvSpPr>
            <a:spLocks noGrp="1"/>
          </p:cNvSpPr>
          <p:nvPr/>
        </p:nvSpPr>
        <p:spPr>
          <a:xfrm>
            <a:off x="3810000" y="49053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inner-pillar-b-12">
            <a:extLst>
              <a:ext uri="{FF2B5EF4-FFF2-40B4-BE49-F238E27FC236}">
                <a16:creationId xmlns:a16="http://schemas.microsoft.com/office/drawing/2014/main" id="{1BA39B5D-FA92-4222-B570-0AFCF314539B}"/>
              </a:ext>
            </a:extLst>
          </p:cNvPr>
          <p:cNvSpPr>
            <a:spLocks noGrp="1"/>
          </p:cNvSpPr>
          <p:nvPr/>
        </p:nvSpPr>
        <p:spPr>
          <a:xfrm>
            <a:off x="5334000" y="2333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9" name="Conector recto de flecha 28"/>
          <p:cNvCxnSpPr>
            <a:stCxn id="6" idx="3"/>
            <a:endCxn id="7" idx="1"/>
          </p:cNvCxnSpPr>
          <p:nvPr/>
        </p:nvCxnSpPr>
        <p:spPr>
          <a:xfrm flipV="1">
            <a:off x="3819525" y="2338388"/>
            <a:ext cx="1514475" cy="2571750"/>
          </a:xfrm>
          <a:prstGeom prst="straightConnector1">
            <a:avLst/>
          </a:prstGeom>
          <a:ln w="85725">
            <a:solidFill>
              <a:srgbClr val="2F7E83"/>
            </a:solidFill>
            <a:prstDash val="solid"/>
          </a:ln>
        </p:spPr>
      </p:cxnSp>
      <p:sp>
        <p:nvSpPr>
          <p:cNvPr id="9" name="outer-pillar-a-13">
            <a:extLst>
              <a:ext uri="{FF2B5EF4-FFF2-40B4-BE49-F238E27FC236}">
                <a16:creationId xmlns:a16="http://schemas.microsoft.com/office/drawing/2014/main" id="{B7CD7423-C855-4A2C-99F7-EA2B035B1439}"/>
              </a:ext>
            </a:extLst>
          </p:cNvPr>
          <p:cNvSpPr>
            <a:spLocks noGrp="1"/>
          </p:cNvSpPr>
          <p:nvPr/>
        </p:nvSpPr>
        <p:spPr>
          <a:xfrm>
            <a:off x="5334000" y="2333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" name="outer-pillar-b-13">
            <a:extLst>
              <a:ext uri="{FF2B5EF4-FFF2-40B4-BE49-F238E27FC236}">
                <a16:creationId xmlns:a16="http://schemas.microsoft.com/office/drawing/2014/main" id="{19BF09B1-8A98-49C8-B428-708DC0D3C70D}"/>
              </a:ext>
            </a:extLst>
          </p:cNvPr>
          <p:cNvSpPr>
            <a:spLocks noGrp="1"/>
          </p:cNvSpPr>
          <p:nvPr/>
        </p:nvSpPr>
        <p:spPr>
          <a:xfrm>
            <a:off x="7858125" y="49053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2" name="Conector recto de flecha 31"/>
          <p:cNvCxnSpPr>
            <a:stCxn id="9" idx="3"/>
            <a:endCxn id="10" idx="1"/>
          </p:cNvCxnSpPr>
          <p:nvPr/>
        </p:nvCxnSpPr>
        <p:spPr>
          <a:xfrm>
            <a:off x="5343525" y="2338388"/>
            <a:ext cx="2514600" cy="2571750"/>
          </a:xfrm>
          <a:prstGeom prst="straightConnector1">
            <a:avLst/>
          </a:prstGeom>
          <a:ln w="85725">
            <a:solidFill>
              <a:srgbClr val="9F541A"/>
            </a:solidFill>
            <a:prstDash val="solid"/>
          </a:ln>
        </p:spPr>
      </p:cxnSp>
      <p:sp>
        <p:nvSpPr>
          <p:cNvPr id="12" name="inner-pillar-label">
            <a:extLst>
              <a:ext uri="{FF2B5EF4-FFF2-40B4-BE49-F238E27FC236}">
                <a16:creationId xmlns:a16="http://schemas.microsoft.com/office/drawing/2014/main" id="{C0BDD7C1-808A-41E1-A501-A4A7AB5CB22A}"/>
              </a:ext>
            </a:extLst>
          </p:cNvPr>
          <p:cNvSpPr>
            <a:spLocks noGrp="1"/>
          </p:cNvSpPr>
          <p:nvPr/>
        </p:nvSpPr>
        <p:spPr>
          <a:xfrm>
            <a:off x="2238375" y="319087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pilar interno</a:t>
            </a:r>
          </a:p>
        </p:txBody>
      </p:sp>
      <p:sp>
        <p:nvSpPr>
          <p:cNvPr id="13" name="outer-pillar-label">
            <a:extLst>
              <a:ext uri="{FF2B5EF4-FFF2-40B4-BE49-F238E27FC236}">
                <a16:creationId xmlns:a16="http://schemas.microsoft.com/office/drawing/2014/main" id="{2CC1A1E3-4136-40B7-B98B-7F6E125F36E3}"/>
              </a:ext>
            </a:extLst>
          </p:cNvPr>
          <p:cNvSpPr>
            <a:spLocks noGrp="1"/>
          </p:cNvSpPr>
          <p:nvPr/>
        </p:nvSpPr>
        <p:spPr>
          <a:xfrm>
            <a:off x="8334375" y="33337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pilar externo</a:t>
            </a:r>
          </a:p>
        </p:txBody>
      </p:sp>
      <p:sp>
        <p:nvSpPr>
          <p:cNvPr id="14" name="tunnel-space-title">
            <a:extLst>
              <a:ext uri="{FF2B5EF4-FFF2-40B4-BE49-F238E27FC236}">
                <a16:creationId xmlns:a16="http://schemas.microsoft.com/office/drawing/2014/main" id="{765DB6E3-3B17-4267-83CA-7CF66B97F3AF}"/>
              </a:ext>
            </a:extLst>
          </p:cNvPr>
          <p:cNvSpPr>
            <a:spLocks noGrp="1"/>
          </p:cNvSpPr>
          <p:nvPr/>
        </p:nvSpPr>
        <p:spPr>
          <a:xfrm>
            <a:off x="4619625" y="3429000"/>
            <a:ext cx="1857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TÚNEL DE CORTI</a:t>
            </a:r>
          </a:p>
        </p:txBody>
      </p:sp>
      <p:sp>
        <p:nvSpPr>
          <p:cNvPr id="15" name="tunnel-space-body">
            <a:extLst>
              <a:ext uri="{FF2B5EF4-FFF2-40B4-BE49-F238E27FC236}">
                <a16:creationId xmlns:a16="http://schemas.microsoft.com/office/drawing/2014/main" id="{CC9D4E9E-BE3A-40AA-9580-061083A77A24}"/>
              </a:ext>
            </a:extLst>
          </p:cNvPr>
          <p:cNvSpPr>
            <a:spLocks noGrp="1"/>
          </p:cNvSpPr>
          <p:nvPr/>
        </p:nvSpPr>
        <p:spPr>
          <a:xfrm>
            <a:off x="4476750" y="41910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espacio triangular</a:t>
            </a:r>
          </a:p>
        </p:txBody>
      </p:sp>
      <p:sp>
        <p:nvSpPr>
          <p:cNvPr id="16" name="tunnel-base-label">
            <a:extLst>
              <a:ext uri="{FF2B5EF4-FFF2-40B4-BE49-F238E27FC236}">
                <a16:creationId xmlns:a16="http://schemas.microsoft.com/office/drawing/2014/main" id="{3B084715-EE6B-4723-ADB9-1649A66EBF9F}"/>
              </a:ext>
            </a:extLst>
          </p:cNvPr>
          <p:cNvSpPr>
            <a:spLocks noGrp="1"/>
          </p:cNvSpPr>
          <p:nvPr/>
        </p:nvSpPr>
        <p:spPr>
          <a:xfrm>
            <a:off x="3476625" y="5095875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725" b="0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zona arcuata de la membrana basilar</a:t>
            </a:r>
          </a:p>
        </p:txBody>
      </p:sp>
      <p:sp>
        <p:nvSpPr>
          <p:cNvPr id="17" name="tunnel-note">
            <a:extLst>
              <a:ext uri="{FF2B5EF4-FFF2-40B4-BE49-F238E27FC236}">
                <a16:creationId xmlns:a16="http://schemas.microsoft.com/office/drawing/2014/main" id="{ECF7E906-DDBA-441B-995D-5721FC53CC70}"/>
              </a:ext>
            </a:extLst>
          </p:cNvPr>
          <p:cNvSpPr>
            <a:spLocks noGrp="1"/>
          </p:cNvSpPr>
          <p:nvPr/>
        </p:nvSpPr>
        <p:spPr>
          <a:xfrm>
            <a:off x="2000250" y="561975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Referencia anatómica dentro del órgano de Corti; no es una célula ni una vía de propagación.</a:t>
            </a:r>
          </a:p>
        </p:txBody>
      </p:sp>
      <p:sp>
        <p:nvSpPr>
          <p:cNvPr id="18" name="top-rail-1">
            <a:extLst>
              <a:ext uri="{FF2B5EF4-FFF2-40B4-BE49-F238E27FC236}">
                <a16:creationId xmlns:a16="http://schemas.microsoft.com/office/drawing/2014/main" id="{F757B773-1763-45C7-81D6-2557C36ECE71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9" name="top-rail-2">
            <a:extLst>
              <a:ext uri="{FF2B5EF4-FFF2-40B4-BE49-F238E27FC236}">
                <a16:creationId xmlns:a16="http://schemas.microsoft.com/office/drawing/2014/main" id="{72BE8E2E-0F47-4ACE-8FEE-603A9FB5DAAD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0" name="top-rail-3">
            <a:extLst>
              <a:ext uri="{FF2B5EF4-FFF2-40B4-BE49-F238E27FC236}">
                <a16:creationId xmlns:a16="http://schemas.microsoft.com/office/drawing/2014/main" id="{1C908A3A-06EE-4557-A392-04FECA933006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1" name="eyebrow">
            <a:extLst>
              <a:ext uri="{FF2B5EF4-FFF2-40B4-BE49-F238E27FC236}">
                <a16:creationId xmlns:a16="http://schemas.microsoft.com/office/drawing/2014/main" id="{1DFE44A2-5973-4544-89EA-B9F4E3DFF7D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5856A3D3-04AA-AE04-F430-C4819D8B5081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9F2BA124-9C3E-4A60-89CC-3142BBF0146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364731C8-1F13-480A-80E8-D29F6EC0506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cambia entre la vista longitudinal y el corte?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3C192FB-9470-4E45-B3E6-23A44426FC01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Cada vista responde una pregunta distinta y ambas son necesarias.</a:t>
            </a:r>
          </a:p>
        </p:txBody>
      </p:sp>
      <p:sp>
        <p:nvSpPr>
          <p:cNvPr id="3" name="U06-DG-031-stage_1-anchor">
            <a:extLst>
              <a:ext uri="{FF2B5EF4-FFF2-40B4-BE49-F238E27FC236}">
                <a16:creationId xmlns:a16="http://schemas.microsoft.com/office/drawing/2014/main" id="{9100891E-931B-4F4B-BBDE-0BDB446264E1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31-stage_2-anchor">
            <a:extLst>
              <a:ext uri="{FF2B5EF4-FFF2-40B4-BE49-F238E27FC236}">
                <a16:creationId xmlns:a16="http://schemas.microsoft.com/office/drawing/2014/main" id="{3B50FBAD-0A00-4046-A15E-18AC9AD61DDC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1-stage_3-anchor">
            <a:extLst>
              <a:ext uri="{FF2B5EF4-FFF2-40B4-BE49-F238E27FC236}">
                <a16:creationId xmlns:a16="http://schemas.microsoft.com/office/drawing/2014/main" id="{C389D962-8CB5-445D-BFAE-555C9F772EDD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1-stage_4-anchor">
            <a:extLst>
              <a:ext uri="{FF2B5EF4-FFF2-40B4-BE49-F238E27FC236}">
                <a16:creationId xmlns:a16="http://schemas.microsoft.com/office/drawing/2014/main" id="{67842ECA-293C-4217-AF9E-E864ACAC9ABE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31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31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31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31-stage_1-box" descr="Diagrama sobre «¿Qué cambia entre la vista longitudinal y el corte?»; organiza emparejar estructuras visibles en una vista, en ambas o solo en el corte." title="Texto alternativo U06-058">
            <a:extLst>
              <a:ext uri="{FF2B5EF4-FFF2-40B4-BE49-F238E27FC236}">
                <a16:creationId xmlns:a16="http://schemas.microsoft.com/office/drawing/2014/main" id="{2F3EDDB3-23AB-4182-948C-A65EBB1EAB73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31-stage_1-title">
            <a:extLst>
              <a:ext uri="{FF2B5EF4-FFF2-40B4-BE49-F238E27FC236}">
                <a16:creationId xmlns:a16="http://schemas.microsoft.com/office/drawing/2014/main" id="{800656AA-CF5D-4BCE-884B-87BDCC3365E6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Base</a:t>
            </a:r>
          </a:p>
        </p:txBody>
      </p:sp>
      <p:sp>
        <p:nvSpPr>
          <p:cNvPr id="12" name="U06-DG-031-stage_1-body">
            <a:extLst>
              <a:ext uri="{FF2B5EF4-FFF2-40B4-BE49-F238E27FC236}">
                <a16:creationId xmlns:a16="http://schemas.microsoft.com/office/drawing/2014/main" id="{C278227C-DE2F-4F93-A52F-E36AFD5434CE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ventanas</a:t>
            </a:r>
          </a:p>
        </p:txBody>
      </p:sp>
      <p:sp>
        <p:nvSpPr>
          <p:cNvPr id="13" name="U06-DG-031-stage_2-box">
            <a:extLst>
              <a:ext uri="{FF2B5EF4-FFF2-40B4-BE49-F238E27FC236}">
                <a16:creationId xmlns:a16="http://schemas.microsoft.com/office/drawing/2014/main" id="{B2BC06F2-34EB-4F37-BA9E-38650C85A476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31-stage_2-title">
            <a:extLst>
              <a:ext uri="{FF2B5EF4-FFF2-40B4-BE49-F238E27FC236}">
                <a16:creationId xmlns:a16="http://schemas.microsoft.com/office/drawing/2014/main" id="{918885E1-637E-43F7-98BB-B21A1CDB5BA9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vuelta</a:t>
            </a:r>
          </a:p>
        </p:txBody>
      </p:sp>
      <p:sp>
        <p:nvSpPr>
          <p:cNvPr id="15" name="U06-DG-031-stage_2-body">
            <a:extLst>
              <a:ext uri="{FF2B5EF4-FFF2-40B4-BE49-F238E27FC236}">
                <a16:creationId xmlns:a16="http://schemas.microsoft.com/office/drawing/2014/main" id="{75442145-3EB6-43EC-A85E-93430B42F5C6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6" name="U06-DG-031-stage_3-box">
            <a:extLst>
              <a:ext uri="{FF2B5EF4-FFF2-40B4-BE49-F238E27FC236}">
                <a16:creationId xmlns:a16="http://schemas.microsoft.com/office/drawing/2014/main" id="{FCB355AE-08A2-4155-A222-F2DE45524D86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7" name="U06-DG-031-stage_3-title">
            <a:extLst>
              <a:ext uri="{FF2B5EF4-FFF2-40B4-BE49-F238E27FC236}">
                <a16:creationId xmlns:a16="http://schemas.microsoft.com/office/drawing/2014/main" id="{F40BE518-D4DF-4581-8FC2-3D02AB6F3324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Vueltas apicales</a:t>
            </a:r>
          </a:p>
        </p:txBody>
      </p:sp>
      <p:sp>
        <p:nvSpPr>
          <p:cNvPr id="18" name="U06-DG-031-stage_3-body">
            <a:extLst>
              <a:ext uri="{FF2B5EF4-FFF2-40B4-BE49-F238E27FC236}">
                <a16:creationId xmlns:a16="http://schemas.microsoft.com/office/drawing/2014/main" id="{D3DD7F12-FE03-4CF2-9EA3-3FE1737D74D3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continúan</a:t>
            </a:r>
          </a:p>
        </p:txBody>
      </p:sp>
      <p:sp>
        <p:nvSpPr>
          <p:cNvPr id="19" name="U06-DG-031-stage_4-box">
            <a:extLst>
              <a:ext uri="{FF2B5EF4-FFF2-40B4-BE49-F238E27FC236}">
                <a16:creationId xmlns:a16="http://schemas.microsoft.com/office/drawing/2014/main" id="{50C985C2-EAAD-49C9-9F5E-E4016258873C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31-stage_4-title">
            <a:extLst>
              <a:ext uri="{FF2B5EF4-FFF2-40B4-BE49-F238E27FC236}">
                <a16:creationId xmlns:a16="http://schemas.microsoft.com/office/drawing/2014/main" id="{793EAC6F-58A0-4CF8-BD70-B7BC20928CE6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Ápex</a:t>
            </a:r>
          </a:p>
        </p:txBody>
      </p:sp>
      <p:sp>
        <p:nvSpPr>
          <p:cNvPr id="21" name="U06-DG-031-stage_4-body">
            <a:extLst>
              <a:ext uri="{FF2B5EF4-FFF2-40B4-BE49-F238E27FC236}">
                <a16:creationId xmlns:a16="http://schemas.microsoft.com/office/drawing/2014/main" id="{E827ACFE-00EB-4502-B7A1-41705EAA57D6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helicotrema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9D65DC55-4177-466E-9193-2FAC8D7A3C2B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A61F6659-DDC2-4E9E-9B42-D3F258C0ED45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698AF547-0990-43CD-B69D-86E916A67530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C94BE413-F207-479C-8F61-FACA7453C3F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DC04AE40-55D9-1741-0D9F-EBB53E63DD29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E3422CF-A1EC-4C72-B7D8-0CF814CAD937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58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48776611-A8F0-4901-B3BC-A4083219A06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frontera móvil altera toda la cadena hidromecánica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4E3C1D2-6BD7-44DE-A284-C20ADD4903C9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estructura aislada no explica por sí sola la respuesta registrada.</a:t>
            </a:r>
          </a:p>
        </p:txBody>
      </p:sp>
      <p:sp>
        <p:nvSpPr>
          <p:cNvPr id="3" name="U06-DG-030-stage_1-anchor">
            <a:extLst>
              <a:ext uri="{FF2B5EF4-FFF2-40B4-BE49-F238E27FC236}">
                <a16:creationId xmlns:a16="http://schemas.microsoft.com/office/drawing/2014/main" id="{DB4B1307-ACB6-40F4-812D-16F068D16469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30-stage_2-anchor">
            <a:extLst>
              <a:ext uri="{FF2B5EF4-FFF2-40B4-BE49-F238E27FC236}">
                <a16:creationId xmlns:a16="http://schemas.microsoft.com/office/drawing/2014/main" id="{9F6E0848-C703-4B59-A5AD-9FE159E0A79C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0-stage_3-anchor">
            <a:extLst>
              <a:ext uri="{FF2B5EF4-FFF2-40B4-BE49-F238E27FC236}">
                <a16:creationId xmlns:a16="http://schemas.microsoft.com/office/drawing/2014/main" id="{227BE7D7-BC62-418B-85E0-ADCBEA6E76E8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0-stage_4-anchor">
            <a:extLst>
              <a:ext uri="{FF2B5EF4-FFF2-40B4-BE49-F238E27FC236}">
                <a16:creationId xmlns:a16="http://schemas.microsoft.com/office/drawing/2014/main" id="{8753661C-8ED7-4744-B131-2807AAE7C8F7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30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30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30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30-stage_1-box" descr="Diagrama sobre «Una frontera móvil altera toda la cadena hidromecánica»; organiza caso conceptual: movilidad de ventana/partición y consecuencias posibles." title="Texto alternativo U06-059">
            <a:extLst>
              <a:ext uri="{FF2B5EF4-FFF2-40B4-BE49-F238E27FC236}">
                <a16:creationId xmlns:a16="http://schemas.microsoft.com/office/drawing/2014/main" id="{CA8C522E-A2AD-4C4B-B291-424D1E91EE4D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30-stage_1-title">
            <a:extLst>
              <a:ext uri="{FF2B5EF4-FFF2-40B4-BE49-F238E27FC236}">
                <a16:creationId xmlns:a16="http://schemas.microsoft.com/office/drawing/2014/main" id="{75D832BF-8DFA-4726-905F-CB9FBA14B144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Estribo</a:t>
            </a:r>
          </a:p>
        </p:txBody>
      </p:sp>
      <p:sp>
        <p:nvSpPr>
          <p:cNvPr id="12" name="U06-DG-030-stage_1-body">
            <a:extLst>
              <a:ext uri="{FF2B5EF4-FFF2-40B4-BE49-F238E27FC236}">
                <a16:creationId xmlns:a16="http://schemas.microsoft.com/office/drawing/2014/main" id="{391694C4-73C6-45B4-A4D5-65200C5F8B14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empuja ventana oval</a:t>
            </a:r>
          </a:p>
        </p:txBody>
      </p:sp>
      <p:sp>
        <p:nvSpPr>
          <p:cNvPr id="13" name="U06-DG-030-stage_2-box">
            <a:extLst>
              <a:ext uri="{FF2B5EF4-FFF2-40B4-BE49-F238E27FC236}">
                <a16:creationId xmlns:a16="http://schemas.microsoft.com/office/drawing/2014/main" id="{1B5210EE-31C3-4D9F-87E2-764A87395B91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30-stage_2-title">
            <a:extLst>
              <a:ext uri="{FF2B5EF4-FFF2-40B4-BE49-F238E27FC236}">
                <a16:creationId xmlns:a16="http://schemas.microsoft.com/office/drawing/2014/main" id="{B4C9565B-E1E4-4275-88D6-96336DDD4D9E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Fluido coclear</a:t>
            </a:r>
          </a:p>
        </p:txBody>
      </p:sp>
      <p:sp>
        <p:nvSpPr>
          <p:cNvPr id="15" name="U06-DG-030-stage_2-body">
            <a:extLst>
              <a:ext uri="{FF2B5EF4-FFF2-40B4-BE49-F238E27FC236}">
                <a16:creationId xmlns:a16="http://schemas.microsoft.com/office/drawing/2014/main" id="{9FAA6B11-AB16-4991-BB7F-78793C1B8914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desplaza</a:t>
            </a:r>
          </a:p>
        </p:txBody>
      </p:sp>
      <p:sp>
        <p:nvSpPr>
          <p:cNvPr id="16" name="U06-DG-030-stage_3-box">
            <a:extLst>
              <a:ext uri="{FF2B5EF4-FFF2-40B4-BE49-F238E27FC236}">
                <a16:creationId xmlns:a16="http://schemas.microsoft.com/office/drawing/2014/main" id="{1DF0B19A-9D64-46A4-9811-67891EB3DAD4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30-stage_3-title">
            <a:extLst>
              <a:ext uri="{FF2B5EF4-FFF2-40B4-BE49-F238E27FC236}">
                <a16:creationId xmlns:a16="http://schemas.microsoft.com/office/drawing/2014/main" id="{EC7A4CA8-9EAB-470D-90F1-7301066F82F3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8" name="U06-DG-030-stage_3-body">
            <a:extLst>
              <a:ext uri="{FF2B5EF4-FFF2-40B4-BE49-F238E27FC236}">
                <a16:creationId xmlns:a16="http://schemas.microsoft.com/office/drawing/2014/main" id="{5DBE273A-9783-43CC-BE5A-94AD84DBE41E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redonda · opuesta</a:t>
            </a:r>
          </a:p>
        </p:txBody>
      </p:sp>
      <p:sp>
        <p:nvSpPr>
          <p:cNvPr id="19" name="U06-DG-030-stage_4-box">
            <a:extLst>
              <a:ext uri="{FF2B5EF4-FFF2-40B4-BE49-F238E27FC236}">
                <a16:creationId xmlns:a16="http://schemas.microsoft.com/office/drawing/2014/main" id="{2EDAADF7-9B4E-4D12-BC62-85F7E6C7BC8B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0" name="U06-DG-030-stage_4-title">
            <a:extLst>
              <a:ext uri="{FF2B5EF4-FFF2-40B4-BE49-F238E27FC236}">
                <a16:creationId xmlns:a16="http://schemas.microsoft.com/office/drawing/2014/main" id="{020E3D87-2E1F-4FCE-8807-FC779CE9C11A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Frontera</a:t>
            </a:r>
          </a:p>
        </p:txBody>
      </p:sp>
      <p:sp>
        <p:nvSpPr>
          <p:cNvPr id="21" name="U06-DG-030-stage_4-body">
            <a:extLst>
              <a:ext uri="{FF2B5EF4-FFF2-40B4-BE49-F238E27FC236}">
                <a16:creationId xmlns:a16="http://schemas.microsoft.com/office/drawing/2014/main" id="{414FC89B-EF87-4E7C-9967-9949AE39CC3B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 la respuesta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53FFB493-B391-4D69-AB18-897D1019DE1D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FB878DFD-4A5C-472A-A1B1-1B7BE9D96544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C5BA533B-6A46-4A83-82A2-7957962D34A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D8DA71E4-BF96-4679-92CF-49FE7AB26DB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F1A5E1F6-002E-1C1F-3943-82C989AB09C8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6A8D843-DE6B-45FA-9C95-AFAC82E530F8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59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BA27E4F3-B8EA-4451-BB38-50FD6C6215A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ventanas, compartimentos, fluidos y membranas</a:t>
            </a:r>
          </a:p>
        </p:txBody>
      </p:sp>
      <p:sp>
        <p:nvSpPr>
          <p:cNvPr id="2" name="U06-DG-037-panel_left-anchor">
            <a:extLst>
              <a:ext uri="{FF2B5EF4-FFF2-40B4-BE49-F238E27FC236}">
                <a16:creationId xmlns:a16="http://schemas.microsoft.com/office/drawing/2014/main" id="{478C7A1E-4CE4-4637-8E61-CDC664D01353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37-panel_right-anchor">
            <a:extLst>
              <a:ext uri="{FF2B5EF4-FFF2-40B4-BE49-F238E27FC236}">
                <a16:creationId xmlns:a16="http://schemas.microsoft.com/office/drawing/2014/main" id="{0CCC48D0-2F4C-4FE8-9695-789FACB92A94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37-panel_left-box" descr="Diagrama sobre «Hasta acá: ventanas, compartimentos, fluidos y membranas»; organiza recorrido longitudinal + corte reducido + pregunta “¿dónde se moverá más cada frecuencia?”." title="Texto alternativo U06-060">
            <a:extLst>
              <a:ext uri="{FF2B5EF4-FFF2-40B4-BE49-F238E27FC236}">
                <a16:creationId xmlns:a16="http://schemas.microsoft.com/office/drawing/2014/main" id="{E86D5859-6E6D-4B5E-B74B-945EABE1EA3A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5" name="U06-DG-037-panel_left-title">
            <a:extLst>
              <a:ext uri="{FF2B5EF4-FFF2-40B4-BE49-F238E27FC236}">
                <a16:creationId xmlns:a16="http://schemas.microsoft.com/office/drawing/2014/main" id="{3A5B8197-BBEC-4468-82CB-61F794C426F1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Vista longitudinal</a:t>
            </a:r>
          </a:p>
        </p:txBody>
      </p:sp>
      <p:sp>
        <p:nvSpPr>
          <p:cNvPr id="6" name="U06-DG-037-panel_left-body">
            <a:extLst>
              <a:ext uri="{FF2B5EF4-FFF2-40B4-BE49-F238E27FC236}">
                <a16:creationId xmlns:a16="http://schemas.microsoft.com/office/drawing/2014/main" id="{5CBF16A5-572C-4536-92D8-318E67B94EB8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base → ápex lugar característico</a:t>
            </a:r>
          </a:p>
        </p:txBody>
      </p:sp>
      <p:sp>
        <p:nvSpPr>
          <p:cNvPr id="7" name="U06-DG-037-panel_right-box">
            <a:extLst>
              <a:ext uri="{FF2B5EF4-FFF2-40B4-BE49-F238E27FC236}">
                <a16:creationId xmlns:a16="http://schemas.microsoft.com/office/drawing/2014/main" id="{C8CCF38B-BDBA-4621-90D1-A51F58082766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8" name="U06-DG-037-panel_right-title">
            <a:extLst>
              <a:ext uri="{FF2B5EF4-FFF2-40B4-BE49-F238E27FC236}">
                <a16:creationId xmlns:a16="http://schemas.microsoft.com/office/drawing/2014/main" id="{C57176C0-F21D-43DB-91D3-1AEDE0FF1B73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Corte transversal</a:t>
            </a:r>
          </a:p>
        </p:txBody>
      </p:sp>
      <p:sp>
        <p:nvSpPr>
          <p:cNvPr id="9" name="U06-DG-037-panel_right-body">
            <a:extLst>
              <a:ext uri="{FF2B5EF4-FFF2-40B4-BE49-F238E27FC236}">
                <a16:creationId xmlns:a16="http://schemas.microsoft.com/office/drawing/2014/main" id="{96D0CF43-B09E-495E-B588-94FE43FBE9B1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tres compartimentos órgano de Corti</a:t>
            </a:r>
          </a:p>
        </p:txBody>
      </p:sp>
      <p:sp>
        <p:nvSpPr>
          <p:cNvPr id="10" name="top-rail-1">
            <a:extLst>
              <a:ext uri="{FF2B5EF4-FFF2-40B4-BE49-F238E27FC236}">
                <a16:creationId xmlns:a16="http://schemas.microsoft.com/office/drawing/2014/main" id="{E883383D-2E22-48DB-820B-C99C4132BDE7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>
              <a:ext uri="{FF2B5EF4-FFF2-40B4-BE49-F238E27FC236}">
                <a16:creationId xmlns:a16="http://schemas.microsoft.com/office/drawing/2014/main" id="{9D78E479-D8D8-433C-AA83-91955F94C9CC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>
              <a:ext uri="{FF2B5EF4-FFF2-40B4-BE49-F238E27FC236}">
                <a16:creationId xmlns:a16="http://schemas.microsoft.com/office/drawing/2014/main" id="{1839B0E3-4CAA-41F1-8B4D-95E15F9FC129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>
              <a:ext uri="{FF2B5EF4-FFF2-40B4-BE49-F238E27FC236}">
                <a16:creationId xmlns:a16="http://schemas.microsoft.com/office/drawing/2014/main" id="{B8F53D34-D211-4C47-B3D5-2FF7B93708C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7EEC1569-38A7-30C0-AC41-A8B64B11A97E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5E94840-F978-4461-A953-395F2CA68D88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C7254A3D-1EB9-48AD-8CBA-140A6D388276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29FE1F96-4B20-44A3-A66F-F228549C39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respuesta coclear se distribuye a lo largo de la partición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1494B14F-5FEA-4C83-9527-4C654E4A0A0A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dependen de la frecuencia y del nivel el lugar y la extensión de la respuesta coclear?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445762BD-C559-24AD-A22D-5B66AC974819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9C954B42-806F-4FDA-8DFC-509861D7417A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61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A780C8FC-D1CD-49CE-B27E-70795718FDB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Los fluidos oscilan; no circulan una vez alrededor de la cóclea</a:t>
            </a:r>
          </a:p>
        </p:txBody>
      </p:sp>
      <p:sp>
        <p:nvSpPr>
          <p:cNvPr id="2" name="U06-DG-038-frame_1-anchor">
            <a:extLst>
              <a:ext uri="{FF2B5EF4-FFF2-40B4-BE49-F238E27FC236}">
                <a16:creationId xmlns:a16="http://schemas.microsoft.com/office/drawing/2014/main" id="{E4EF359D-DD87-493E-8FDD-FE3B797C8DA7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478881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38-frame_2-anchor">
            <a:extLst>
              <a:ext uri="{FF2B5EF4-FFF2-40B4-BE49-F238E27FC236}">
                <a16:creationId xmlns:a16="http://schemas.microsoft.com/office/drawing/2014/main" id="{0DA99DC6-616D-4FAE-BE6C-36FC0BBECE6D}"/>
              </a:ext>
            </a:extLst>
          </p:cNvPr>
          <p:cNvSpPr>
            <a:spLocks noGrp="1"/>
          </p:cNvSpPr>
          <p:nvPr/>
        </p:nvSpPr>
        <p:spPr>
          <a:xfrm>
            <a:off x="3498056" y="2095500"/>
            <a:ext cx="2478881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38-frame_3-anchor">
            <a:extLst>
              <a:ext uri="{FF2B5EF4-FFF2-40B4-BE49-F238E27FC236}">
                <a16:creationId xmlns:a16="http://schemas.microsoft.com/office/drawing/2014/main" id="{14226D64-4B17-47A4-994D-E72316F5E81F}"/>
              </a:ext>
            </a:extLst>
          </p:cNvPr>
          <p:cNvSpPr>
            <a:spLocks noGrp="1"/>
          </p:cNvSpPr>
          <p:nvPr/>
        </p:nvSpPr>
        <p:spPr>
          <a:xfrm>
            <a:off x="6215063" y="2095500"/>
            <a:ext cx="2478881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8-frame_4-anchor">
            <a:extLst>
              <a:ext uri="{FF2B5EF4-FFF2-40B4-BE49-F238E27FC236}">
                <a16:creationId xmlns:a16="http://schemas.microsoft.com/office/drawing/2014/main" id="{1C00F5AC-DDE1-4173-9E41-3FAF97C0D3BE}"/>
              </a:ext>
            </a:extLst>
          </p:cNvPr>
          <p:cNvSpPr>
            <a:spLocks noGrp="1"/>
          </p:cNvSpPr>
          <p:nvPr/>
        </p:nvSpPr>
        <p:spPr>
          <a:xfrm>
            <a:off x="8932069" y="2095500"/>
            <a:ext cx="2478881" cy="2476500"/>
          </a:xfrm>
          <a:prstGeom prst="roundRect">
            <a:avLst>
              <a:gd name="adj" fmla="val 3846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38-time_1"/>
          <p:cNvCxnSpPr>
            <a:stCxn id="2" idx="3"/>
            <a:endCxn id="3" idx="1"/>
          </p:cNvCxnSpPr>
          <p:nvPr/>
        </p:nvCxnSpPr>
        <p:spPr>
          <a:xfrm>
            <a:off x="3259931" y="3333750"/>
            <a:ext cx="238125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38-time_2"/>
          <p:cNvCxnSpPr>
            <a:stCxn id="3" idx="3"/>
            <a:endCxn id="4" idx="1"/>
          </p:cNvCxnSpPr>
          <p:nvPr/>
        </p:nvCxnSpPr>
        <p:spPr>
          <a:xfrm>
            <a:off x="5976937" y="3333750"/>
            <a:ext cx="238126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38-time_3"/>
          <p:cNvCxnSpPr>
            <a:stCxn id="4" idx="3"/>
            <a:endCxn id="5" idx="1"/>
          </p:cNvCxnSpPr>
          <p:nvPr/>
        </p:nvCxnSpPr>
        <p:spPr>
          <a:xfrm>
            <a:off x="8693944" y="3333750"/>
            <a:ext cx="238125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9" name="U06-DG-038-frame_1-box" descr="Diagrama sobre «Los fluidos oscilan; no circulan una vez alrededor de la cóclea»; organiza oscilación local frente a avance de la envolvente." title="Texto alternativo U06-062">
            <a:extLst>
              <a:ext uri="{FF2B5EF4-FFF2-40B4-BE49-F238E27FC236}">
                <a16:creationId xmlns:a16="http://schemas.microsoft.com/office/drawing/2014/main" id="{C3358637-686C-4F59-8388-FCECABE367B3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478881" cy="2476500"/>
          </a:xfrm>
          <a:prstGeom prst="roundRect">
            <a:avLst>
              <a:gd name="adj" fmla="val 3846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U06-DG-038-frame_1-title">
            <a:extLst>
              <a:ext uri="{FF2B5EF4-FFF2-40B4-BE49-F238E27FC236}">
                <a16:creationId xmlns:a16="http://schemas.microsoft.com/office/drawing/2014/main" id="{CD31D3C7-EF80-445A-AEE9-6D7C6C773806}"/>
              </a:ext>
            </a:extLst>
          </p:cNvPr>
          <p:cNvSpPr>
            <a:spLocks noGrp="1"/>
          </p:cNvSpPr>
          <p:nvPr/>
        </p:nvSpPr>
        <p:spPr>
          <a:xfrm>
            <a:off x="971550" y="2238375"/>
            <a:ext cx="209788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t₁</a:t>
            </a:r>
          </a:p>
        </p:txBody>
      </p:sp>
      <p:sp>
        <p:nvSpPr>
          <p:cNvPr id="11" name="U06-DG-038-frame_1-body">
            <a:extLst>
              <a:ext uri="{FF2B5EF4-FFF2-40B4-BE49-F238E27FC236}">
                <a16:creationId xmlns:a16="http://schemas.microsoft.com/office/drawing/2014/main" id="{94AD72A6-2F17-4DB9-A534-7F9C85981F43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097881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inicio en base</a:t>
            </a:r>
          </a:p>
        </p:txBody>
      </p:sp>
      <p:sp>
        <p:nvSpPr>
          <p:cNvPr id="12" name="U06-DG-038-frame_2-box">
            <a:extLst>
              <a:ext uri="{FF2B5EF4-FFF2-40B4-BE49-F238E27FC236}">
                <a16:creationId xmlns:a16="http://schemas.microsoft.com/office/drawing/2014/main" id="{8CF95FF1-C2E4-467D-BF78-59A1E51BAC6D}"/>
              </a:ext>
            </a:extLst>
          </p:cNvPr>
          <p:cNvSpPr>
            <a:spLocks noGrp="1"/>
          </p:cNvSpPr>
          <p:nvPr/>
        </p:nvSpPr>
        <p:spPr>
          <a:xfrm>
            <a:off x="3498056" y="2095500"/>
            <a:ext cx="2478881" cy="2476500"/>
          </a:xfrm>
          <a:prstGeom prst="roundRect">
            <a:avLst>
              <a:gd name="adj" fmla="val 384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3" name="U06-DG-038-frame_2-title">
            <a:extLst>
              <a:ext uri="{FF2B5EF4-FFF2-40B4-BE49-F238E27FC236}">
                <a16:creationId xmlns:a16="http://schemas.microsoft.com/office/drawing/2014/main" id="{C54FCE7F-5E2C-4A3B-B6DA-8530F4336BE8}"/>
              </a:ext>
            </a:extLst>
          </p:cNvPr>
          <p:cNvSpPr>
            <a:spLocks noGrp="1"/>
          </p:cNvSpPr>
          <p:nvPr/>
        </p:nvSpPr>
        <p:spPr>
          <a:xfrm>
            <a:off x="3688556" y="2238375"/>
            <a:ext cx="209788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t₂</a:t>
            </a:r>
          </a:p>
        </p:txBody>
      </p:sp>
      <p:sp>
        <p:nvSpPr>
          <p:cNvPr id="14" name="U06-DG-038-frame_2-body">
            <a:extLst>
              <a:ext uri="{FF2B5EF4-FFF2-40B4-BE49-F238E27FC236}">
                <a16:creationId xmlns:a16="http://schemas.microsoft.com/office/drawing/2014/main" id="{57F313A4-B724-4910-8FD0-5AC0CCA20F27}"/>
              </a:ext>
            </a:extLst>
          </p:cNvPr>
          <p:cNvSpPr>
            <a:spLocks noGrp="1"/>
          </p:cNvSpPr>
          <p:nvPr/>
        </p:nvSpPr>
        <p:spPr>
          <a:xfrm>
            <a:off x="3688556" y="2686050"/>
            <a:ext cx="2097881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envolvente crece</a:t>
            </a:r>
          </a:p>
        </p:txBody>
      </p:sp>
      <p:sp>
        <p:nvSpPr>
          <p:cNvPr id="15" name="U06-DG-038-frame_3-box">
            <a:extLst>
              <a:ext uri="{FF2B5EF4-FFF2-40B4-BE49-F238E27FC236}">
                <a16:creationId xmlns:a16="http://schemas.microsoft.com/office/drawing/2014/main" id="{96B91153-D703-4AE5-8ECB-5C1BB4236006}"/>
              </a:ext>
            </a:extLst>
          </p:cNvPr>
          <p:cNvSpPr>
            <a:spLocks noGrp="1"/>
          </p:cNvSpPr>
          <p:nvPr/>
        </p:nvSpPr>
        <p:spPr>
          <a:xfrm>
            <a:off x="6215063" y="2095500"/>
            <a:ext cx="2478881" cy="2476500"/>
          </a:xfrm>
          <a:prstGeom prst="roundRect">
            <a:avLst>
              <a:gd name="adj" fmla="val 3846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6" name="U06-DG-038-frame_3-title">
            <a:extLst>
              <a:ext uri="{FF2B5EF4-FFF2-40B4-BE49-F238E27FC236}">
                <a16:creationId xmlns:a16="http://schemas.microsoft.com/office/drawing/2014/main" id="{65217AA1-3A61-4050-B146-D43A7CAA521D}"/>
              </a:ext>
            </a:extLst>
          </p:cNvPr>
          <p:cNvSpPr>
            <a:spLocks noGrp="1"/>
          </p:cNvSpPr>
          <p:nvPr/>
        </p:nvSpPr>
        <p:spPr>
          <a:xfrm>
            <a:off x="6405563" y="2238375"/>
            <a:ext cx="209788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t₃</a:t>
            </a:r>
          </a:p>
        </p:txBody>
      </p:sp>
      <p:sp>
        <p:nvSpPr>
          <p:cNvPr id="17" name="U06-DG-038-frame_3-body">
            <a:extLst>
              <a:ext uri="{FF2B5EF4-FFF2-40B4-BE49-F238E27FC236}">
                <a16:creationId xmlns:a16="http://schemas.microsoft.com/office/drawing/2014/main" id="{5B7BAEE4-B3B1-43A8-BB86-7ECE7F2027DE}"/>
              </a:ext>
            </a:extLst>
          </p:cNvPr>
          <p:cNvSpPr>
            <a:spLocks noGrp="1"/>
          </p:cNvSpPr>
          <p:nvPr/>
        </p:nvSpPr>
        <p:spPr>
          <a:xfrm>
            <a:off x="6405563" y="2686050"/>
            <a:ext cx="2097881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máximo se desplaza</a:t>
            </a:r>
          </a:p>
        </p:txBody>
      </p:sp>
      <p:sp>
        <p:nvSpPr>
          <p:cNvPr id="18" name="U06-DG-038-frame_4-box">
            <a:extLst>
              <a:ext uri="{FF2B5EF4-FFF2-40B4-BE49-F238E27FC236}">
                <a16:creationId xmlns:a16="http://schemas.microsoft.com/office/drawing/2014/main" id="{F140EF8E-109D-44AB-8461-BBD55288AB84}"/>
              </a:ext>
            </a:extLst>
          </p:cNvPr>
          <p:cNvSpPr>
            <a:spLocks noGrp="1"/>
          </p:cNvSpPr>
          <p:nvPr/>
        </p:nvSpPr>
        <p:spPr>
          <a:xfrm>
            <a:off x="8932069" y="2095500"/>
            <a:ext cx="2478881" cy="2476500"/>
          </a:xfrm>
          <a:prstGeom prst="roundRect">
            <a:avLst>
              <a:gd name="adj" fmla="val 3846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9" name="U06-DG-038-frame_4-title">
            <a:extLst>
              <a:ext uri="{FF2B5EF4-FFF2-40B4-BE49-F238E27FC236}">
                <a16:creationId xmlns:a16="http://schemas.microsoft.com/office/drawing/2014/main" id="{EF5EC931-923D-44A8-8948-F43166EDC278}"/>
              </a:ext>
            </a:extLst>
          </p:cNvPr>
          <p:cNvSpPr>
            <a:spLocks noGrp="1"/>
          </p:cNvSpPr>
          <p:nvPr/>
        </p:nvSpPr>
        <p:spPr>
          <a:xfrm>
            <a:off x="9122569" y="2238375"/>
            <a:ext cx="209788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t₄</a:t>
            </a:r>
          </a:p>
        </p:txBody>
      </p:sp>
      <p:sp>
        <p:nvSpPr>
          <p:cNvPr id="20" name="U06-DG-038-frame_4-body">
            <a:extLst>
              <a:ext uri="{FF2B5EF4-FFF2-40B4-BE49-F238E27FC236}">
                <a16:creationId xmlns:a16="http://schemas.microsoft.com/office/drawing/2014/main" id="{589107AE-D6C5-4163-AE7C-618D543FD8F5}"/>
              </a:ext>
            </a:extLst>
          </p:cNvPr>
          <p:cNvSpPr>
            <a:spLocks noGrp="1"/>
          </p:cNvSpPr>
          <p:nvPr/>
        </p:nvSpPr>
        <p:spPr>
          <a:xfrm>
            <a:off x="9122569" y="2686050"/>
            <a:ext cx="2097881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decae hacia ápex</a:t>
            </a:r>
          </a:p>
        </p:txBody>
      </p:sp>
      <p:sp>
        <p:nvSpPr>
          <p:cNvPr id="21" name="top-rail-1">
            <a:extLst>
              <a:ext uri="{FF2B5EF4-FFF2-40B4-BE49-F238E27FC236}">
                <a16:creationId xmlns:a16="http://schemas.microsoft.com/office/drawing/2014/main" id="{3A146703-7A05-4A89-8108-E57D811B7695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>
              <a:ext uri="{FF2B5EF4-FFF2-40B4-BE49-F238E27FC236}">
                <a16:creationId xmlns:a16="http://schemas.microsoft.com/office/drawing/2014/main" id="{026A36D4-4CAD-4D2D-8761-13675D15F131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>
              <a:ext uri="{FF2B5EF4-FFF2-40B4-BE49-F238E27FC236}">
                <a16:creationId xmlns:a16="http://schemas.microsoft.com/office/drawing/2014/main" id="{8CABCD1F-26F6-4627-BC64-5FF696CCE1D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B0F17F5B-6504-4DD5-ACBE-D1BC7034DE3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45093F9B-2DD5-C24E-9715-25D27AFD21E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E6AB44FD-86C8-4FB2-A70D-179661AC5E08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9A034596-8539-4DF7-9CC0-A3101CE4047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onda crece, alcanza un máximo y decae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CAE03E5-E10F-41BE-B418-C258D1BDB563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máximo no aparece instantáneamente en un punto aislado.</a:t>
            </a:r>
          </a:p>
        </p:txBody>
      </p:sp>
      <p:sp>
        <p:nvSpPr>
          <p:cNvPr id="3" name="U06-DG-039-stage_1-anchor">
            <a:extLst>
              <a:ext uri="{FF2B5EF4-FFF2-40B4-BE49-F238E27FC236}">
                <a16:creationId xmlns:a16="http://schemas.microsoft.com/office/drawing/2014/main" id="{BD056D88-416A-4466-BD56-54848441BA72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39-stage_2-anchor">
            <a:extLst>
              <a:ext uri="{FF2B5EF4-FFF2-40B4-BE49-F238E27FC236}">
                <a16:creationId xmlns:a16="http://schemas.microsoft.com/office/drawing/2014/main" id="{1F53B461-29B9-47DA-B26E-E83672223E15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39-stage_3-anchor">
            <a:extLst>
              <a:ext uri="{FF2B5EF4-FFF2-40B4-BE49-F238E27FC236}">
                <a16:creationId xmlns:a16="http://schemas.microsoft.com/office/drawing/2014/main" id="{CDDFBFC1-43D3-4095-9D4E-CEC81212D292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39-stage_4-anchor">
            <a:extLst>
              <a:ext uri="{FF2B5EF4-FFF2-40B4-BE49-F238E27FC236}">
                <a16:creationId xmlns:a16="http://schemas.microsoft.com/office/drawing/2014/main" id="{EFDF165A-CFBC-49F6-AEA7-E965079BA76A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39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39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39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39-stage_1-box" descr="Diagrama sobre «La onda crece, alcanza un máximo y decae»; organiza inicio basal → crecimiento → máximo → decaimiento." title="Texto alternativo U06-063">
            <a:extLst>
              <a:ext uri="{FF2B5EF4-FFF2-40B4-BE49-F238E27FC236}">
                <a16:creationId xmlns:a16="http://schemas.microsoft.com/office/drawing/2014/main" id="{8D7B9E24-6EAB-4A60-8073-93A8CC01B947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39-stage_1-title">
            <a:extLst>
              <a:ext uri="{FF2B5EF4-FFF2-40B4-BE49-F238E27FC236}">
                <a16:creationId xmlns:a16="http://schemas.microsoft.com/office/drawing/2014/main" id="{CE40B365-6A30-464C-8844-00FB1D42718F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Base</a:t>
            </a:r>
          </a:p>
        </p:txBody>
      </p:sp>
      <p:sp>
        <p:nvSpPr>
          <p:cNvPr id="12" name="U06-DG-039-stage_1-body">
            <a:extLst>
              <a:ext uri="{FF2B5EF4-FFF2-40B4-BE49-F238E27FC236}">
                <a16:creationId xmlns:a16="http://schemas.microsoft.com/office/drawing/2014/main" id="{3043A70C-2EE5-4A0D-9FC6-E3744A217EB4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inicia</a:t>
            </a:r>
          </a:p>
        </p:txBody>
      </p:sp>
      <p:sp>
        <p:nvSpPr>
          <p:cNvPr id="13" name="U06-DG-039-stage_2-box">
            <a:extLst>
              <a:ext uri="{FF2B5EF4-FFF2-40B4-BE49-F238E27FC236}">
                <a16:creationId xmlns:a16="http://schemas.microsoft.com/office/drawing/2014/main" id="{DF6D03D9-9120-443D-91EF-FB7643700CCE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39-stage_2-title">
            <a:extLst>
              <a:ext uri="{FF2B5EF4-FFF2-40B4-BE49-F238E27FC236}">
                <a16:creationId xmlns:a16="http://schemas.microsoft.com/office/drawing/2014/main" id="{1C2F65B5-3B63-4266-A5CE-01F738D04F56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Crecimiento</a:t>
            </a:r>
          </a:p>
        </p:txBody>
      </p:sp>
      <p:sp>
        <p:nvSpPr>
          <p:cNvPr id="15" name="U06-DG-039-stage_2-body">
            <a:extLst>
              <a:ext uri="{FF2B5EF4-FFF2-40B4-BE49-F238E27FC236}">
                <a16:creationId xmlns:a16="http://schemas.microsoft.com/office/drawing/2014/main" id="{63240729-291D-4AD6-99FC-0DDF4CA5649E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amplitud aumenta</a:t>
            </a:r>
          </a:p>
        </p:txBody>
      </p:sp>
      <p:sp>
        <p:nvSpPr>
          <p:cNvPr id="16" name="U06-DG-039-stage_3-box">
            <a:extLst>
              <a:ext uri="{FF2B5EF4-FFF2-40B4-BE49-F238E27FC236}">
                <a16:creationId xmlns:a16="http://schemas.microsoft.com/office/drawing/2014/main" id="{119F3436-3079-4130-9F56-A72B04B8DB23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39-stage_3-title">
            <a:extLst>
              <a:ext uri="{FF2B5EF4-FFF2-40B4-BE49-F238E27FC236}">
                <a16:creationId xmlns:a16="http://schemas.microsoft.com/office/drawing/2014/main" id="{53810A59-1043-4790-AED9-7559CB7E4BBA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Máximo</a:t>
            </a:r>
          </a:p>
        </p:txBody>
      </p:sp>
      <p:sp>
        <p:nvSpPr>
          <p:cNvPr id="18" name="U06-DG-039-stage_3-body">
            <a:extLst>
              <a:ext uri="{FF2B5EF4-FFF2-40B4-BE49-F238E27FC236}">
                <a16:creationId xmlns:a16="http://schemas.microsoft.com/office/drawing/2014/main" id="{2A1AD3EF-09A3-4889-BF81-69D566050E4B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lugar característico</a:t>
            </a:r>
          </a:p>
        </p:txBody>
      </p:sp>
      <p:sp>
        <p:nvSpPr>
          <p:cNvPr id="19" name="U06-DG-039-stage_4-box">
            <a:extLst>
              <a:ext uri="{FF2B5EF4-FFF2-40B4-BE49-F238E27FC236}">
                <a16:creationId xmlns:a16="http://schemas.microsoft.com/office/drawing/2014/main" id="{41F9BDFC-37AF-432C-AA85-9E4D50501256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39-stage_4-title">
            <a:extLst>
              <a:ext uri="{FF2B5EF4-FFF2-40B4-BE49-F238E27FC236}">
                <a16:creationId xmlns:a16="http://schemas.microsoft.com/office/drawing/2014/main" id="{0567FBA7-63D9-44D3-BE20-3145A6DB913D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Decaimiento</a:t>
            </a:r>
          </a:p>
        </p:txBody>
      </p:sp>
      <p:sp>
        <p:nvSpPr>
          <p:cNvPr id="21" name="U06-DG-039-stage_4-body">
            <a:extLst>
              <a:ext uri="{FF2B5EF4-FFF2-40B4-BE49-F238E27FC236}">
                <a16:creationId xmlns:a16="http://schemas.microsoft.com/office/drawing/2014/main" id="{BC9B94DB-706D-4570-BAFA-1B89AA14742A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hacia el ápex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D0C6277C-D2C0-4DBF-95DF-3B5B49AEAA6C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79DD6275-C2D0-423A-9713-D56F66BDEBF7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3798FDF9-A877-451D-B2C8-1D7CE27EF9D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87744381-DD6D-4B4B-8FD9-3A4D4D4E52A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153E404C-6A89-0CBC-469F-8BE4FD388339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12F0AA2-B992-4A9F-920A-8CC8FD7086E6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F82A22D5-9E9C-4B38-B252-EEC8A73F7FC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Frecuencias altas y bajas alcanzan máximos en regiones distintas</a:t>
            </a:r>
          </a:p>
        </p:txBody>
      </p:sp>
      <p:pic>
        <p:nvPicPr>
          <p:cNvPr id="9" name="U06-064-U06-CH-001" descr="Gráfico que muestra altas: base; bajas: ápex; las curvas tienen ancho y solapamiento. Ejes, escala y normalización se describen en el propio recurso." title="Texto alternativo U06-0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3" name="caption">
            <a:extLst>
              <a:ext uri="{FF2B5EF4-FFF2-40B4-BE49-F238E27FC236}">
                <a16:creationId xmlns:a16="http://schemas.microsoft.com/office/drawing/2014/main" id="{13982B96-9481-44B6-BD4D-0808CFAE76AA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: Altas: base; bajas: ápex; las curvas tienen ancho y solapamiento. Las curvas no son datos clínicos.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C7E09793-0D93-43B9-A498-0E498C21CA1D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DDF3F2EF-03AF-43E4-8979-9D0E720774E1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B11850F2-409E-482D-AE5E-EF3606C4571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F3A2C10F-B5F0-4204-8EFE-93A54302559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2" name="auto-slide-number">
            <a:extLst>
              <a:ext uri="{FF2B5EF4-FFF2-40B4-BE49-F238E27FC236}">
                <a16:creationId xmlns:a16="http://schemas.microsoft.com/office/drawing/2014/main" id="{A2CD60C9-2E9D-7AEF-1483-131CF77AA164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79C9957-4353-4E90-9A05-61A283E04867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6C6FA97-24C6-4A96-AF7A-DDACE742F1A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Lugar característico y tonotopía describen relaciones distintas</a:t>
            </a:r>
          </a:p>
        </p:txBody>
      </p:sp>
      <p:sp>
        <p:nvSpPr>
          <p:cNvPr id="2" name="U06-DG-040-panel_left-anchor">
            <a:extLst>
              <a:ext uri="{FF2B5EF4-FFF2-40B4-BE49-F238E27FC236}">
                <a16:creationId xmlns:a16="http://schemas.microsoft.com/office/drawing/2014/main" id="{E08B7290-2A2F-41FA-8A04-C4F6331F963E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40-panel_right-anchor">
            <a:extLst>
              <a:ext uri="{FF2B5EF4-FFF2-40B4-BE49-F238E27FC236}">
                <a16:creationId xmlns:a16="http://schemas.microsoft.com/office/drawing/2014/main" id="{634A142A-FB02-4012-A7FB-A7EF8D1036D3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40-panel_left-box" descr="Diagrama sobre «Lugar característico y tonotopía describen relaciones distintas»; organiza dos definiciones y ejemplo base/ápex." title="Texto alternativo U06-065">
            <a:extLst>
              <a:ext uri="{FF2B5EF4-FFF2-40B4-BE49-F238E27FC236}">
                <a16:creationId xmlns:a16="http://schemas.microsoft.com/office/drawing/2014/main" id="{9A649EF6-120E-4315-9C85-C23C0EA53210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5" name="U06-DG-040-panel_left-title">
            <a:extLst>
              <a:ext uri="{FF2B5EF4-FFF2-40B4-BE49-F238E27FC236}">
                <a16:creationId xmlns:a16="http://schemas.microsoft.com/office/drawing/2014/main" id="{C3411745-1297-4FE9-B67E-135D56545A2B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Lugar característico</a:t>
            </a:r>
          </a:p>
        </p:txBody>
      </p:sp>
      <p:sp>
        <p:nvSpPr>
          <p:cNvPr id="6" name="U06-DG-040-panel_left-body">
            <a:extLst>
              <a:ext uri="{FF2B5EF4-FFF2-40B4-BE49-F238E27FC236}">
                <a16:creationId xmlns:a16="http://schemas.microsoft.com/office/drawing/2014/main" id="{F24134FF-AF2D-4CE6-AB14-1F62D3F9F93E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máxima respuesta para una condición</a:t>
            </a:r>
          </a:p>
        </p:txBody>
      </p:sp>
      <p:sp>
        <p:nvSpPr>
          <p:cNvPr id="7" name="U06-DG-040-panel_right-box">
            <a:extLst>
              <a:ext uri="{FF2B5EF4-FFF2-40B4-BE49-F238E27FC236}">
                <a16:creationId xmlns:a16="http://schemas.microsoft.com/office/drawing/2014/main" id="{167B470C-B4B0-4733-A536-A6DC7E4D0BBF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U06-DG-040-panel_right-title">
            <a:extLst>
              <a:ext uri="{FF2B5EF4-FFF2-40B4-BE49-F238E27FC236}">
                <a16:creationId xmlns:a16="http://schemas.microsoft.com/office/drawing/2014/main" id="{9EB6E9A8-EEF4-4E98-9997-88797C19420C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Tonotopía</a:t>
            </a:r>
          </a:p>
        </p:txBody>
      </p:sp>
      <p:sp>
        <p:nvSpPr>
          <p:cNvPr id="9" name="U06-DG-040-panel_right-body">
            <a:extLst>
              <a:ext uri="{FF2B5EF4-FFF2-40B4-BE49-F238E27FC236}">
                <a16:creationId xmlns:a16="http://schemas.microsoft.com/office/drawing/2014/main" id="{F37455E7-48AB-4D59-A1F4-4769459DA940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muchos lugares ordenados continuo espacial</a:t>
            </a:r>
          </a:p>
        </p:txBody>
      </p:sp>
      <p:sp>
        <p:nvSpPr>
          <p:cNvPr id="10" name="top-rail-1">
            <a:extLst>
              <a:ext uri="{FF2B5EF4-FFF2-40B4-BE49-F238E27FC236}">
                <a16:creationId xmlns:a16="http://schemas.microsoft.com/office/drawing/2014/main" id="{6B1F0FB1-8C47-4750-8523-CD35392E6F14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>
              <a:ext uri="{FF2B5EF4-FFF2-40B4-BE49-F238E27FC236}">
                <a16:creationId xmlns:a16="http://schemas.microsoft.com/office/drawing/2014/main" id="{B58B01BC-9985-4EDD-A15A-FFD67E798BD5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>
              <a:ext uri="{FF2B5EF4-FFF2-40B4-BE49-F238E27FC236}">
                <a16:creationId xmlns:a16="http://schemas.microsoft.com/office/drawing/2014/main" id="{1C79D682-9E8E-4ED2-A708-D8EDB9A38C92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>
              <a:ext uri="{FF2B5EF4-FFF2-40B4-BE49-F238E27FC236}">
                <a16:creationId xmlns:a16="http://schemas.microsoft.com/office/drawing/2014/main" id="{5AA22EE3-222C-43E9-B4FB-9A0FDB81E933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7A505D6F-933B-C315-6F11-FF60D8B0B758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AF0B37D-035B-4622-8B3C-1B6C842501B9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9D595F9E-B6B9-4EB8-ABDD-8194D81F96A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¿Dónde esperás el máximo de un tono más agudo?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B14ABA6-4D42-4D5E-873D-D740D9BF0435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respuesta debe justificarse desde el mapa tonotópico.</a:t>
            </a:r>
          </a:p>
        </p:txBody>
      </p:sp>
      <p:pic>
        <p:nvPicPr>
          <p:cNvPr id="11" name="U06-066-U06-CH-001" descr="Gráfico que muestra la respuesta debe justificarse desde el mapa tonotópico. Ejes, escala y normalización se describen en el propio recurso." title="Texto alternativo U06-0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B764A191-3F06-4ECD-B1AC-4CA13417E91D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: La respuesta debe justificarse desde el mapa tonotópico. Las curvas no son datos clínicos.</a:t>
            </a:r>
          </a:p>
        </p:txBody>
      </p:sp>
      <p:sp>
        <p:nvSpPr>
          <p:cNvPr id="5" name="top-rail-1">
            <a:extLst>
              <a:ext uri="{FF2B5EF4-FFF2-40B4-BE49-F238E27FC236}">
                <a16:creationId xmlns:a16="http://schemas.microsoft.com/office/drawing/2014/main" id="{745A201B-A96C-49EC-864A-9D5DA798B3AD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>
              <a:ext uri="{FF2B5EF4-FFF2-40B4-BE49-F238E27FC236}">
                <a16:creationId xmlns:a16="http://schemas.microsoft.com/office/drawing/2014/main" id="{BE9C20D6-B5F5-4B54-81E9-F80628B82016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>
              <a:ext uri="{FF2B5EF4-FFF2-40B4-BE49-F238E27FC236}">
                <a16:creationId xmlns:a16="http://schemas.microsoft.com/office/drawing/2014/main" id="{554F3D0C-411D-4D12-A0BD-96B510A1AD1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B747B077-5A36-44DC-B6D2-2031DFBF62A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3" name="auto-slide-number">
            <a:extLst>
              <a:ext uri="{FF2B5EF4-FFF2-40B4-BE49-F238E27FC236}">
                <a16:creationId xmlns:a16="http://schemas.microsoft.com/office/drawing/2014/main" id="{97DD6C74-58F7-F7A2-1F58-6ECDC6000778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2044718-E925-4304-8C73-9DFCB839418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2D09A490-1D2A-4EF1-BF18-B50C66E2737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Cada frecuencia no ocupa una celda coclear fija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00F5A2C-86FB-4514-AEC7-BBD6ACE6BC2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excitación posee extensión, solapamiento y dependencia del nivel.</a:t>
            </a:r>
          </a:p>
        </p:txBody>
      </p:sp>
      <p:pic>
        <p:nvPicPr>
          <p:cNvPr id="11" name="U06-067-U06-CH-001" descr="Gráfico que muestra la excitación posee extensión, solapamiento y dependencia del nivel. Ejes, escala y normalización se describen en el propio recurso." title="Texto alternativo U06-0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BF5ABC51-CE31-45F7-BACC-C8952F869F83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: La excitación posee extensión, solapamiento y dependencia del nivel. Las curvas no son datos clínicos.</a:t>
            </a:r>
          </a:p>
        </p:txBody>
      </p:sp>
      <p:sp>
        <p:nvSpPr>
          <p:cNvPr id="5" name="top-rail-1">
            <a:extLst>
              <a:ext uri="{FF2B5EF4-FFF2-40B4-BE49-F238E27FC236}">
                <a16:creationId xmlns:a16="http://schemas.microsoft.com/office/drawing/2014/main" id="{CE7E14A6-0D4F-4C8D-9A9B-C5299AD8F65A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>
              <a:ext uri="{FF2B5EF4-FFF2-40B4-BE49-F238E27FC236}">
                <a16:creationId xmlns:a16="http://schemas.microsoft.com/office/drawing/2014/main" id="{5EE7B029-A528-424F-9702-0A60E22FC42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>
              <a:ext uri="{FF2B5EF4-FFF2-40B4-BE49-F238E27FC236}">
                <a16:creationId xmlns:a16="http://schemas.microsoft.com/office/drawing/2014/main" id="{AA2453D0-B459-437F-99C7-611B8587D22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85DFE1D1-3BCC-4F9F-A8F8-C2C155C1333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3" name="auto-slide-number">
            <a:extLst>
              <a:ext uri="{FF2B5EF4-FFF2-40B4-BE49-F238E27FC236}">
                <a16:creationId xmlns:a16="http://schemas.microsoft.com/office/drawing/2014/main" id="{C89661F6-2B72-EDFF-A4C0-DDE609CD860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2E00E6C-3F4F-4664-B455-07F85071FCFC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354AC6FE-FC3D-4F54-B05F-C7682AD2740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débil produce una respuesta más selectiva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E39B9C7-6316-4F51-B199-E55FC85E9A6A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contribución de CCE aumenta sensibilidad y agudiza el máximo.</a:t>
            </a:r>
          </a:p>
        </p:txBody>
      </p:sp>
      <p:pic>
        <p:nvPicPr>
          <p:cNvPr id="11" name="U06-068-U06-CH-002A" descr="Gráfico que muestra la contribución de cce aumenta sensibilidad y agudiza el máximo. Ejes, escala y normalización se describen en el propio recurso." title="Texto alternativo U06-0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6225413D-7133-4690-B8A8-F48A40684B96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: La contribución de CCE aumenta sensibilidad y agudiza el máximo. Las curvas no son datos clínicos.</a:t>
            </a:r>
          </a:p>
        </p:txBody>
      </p:sp>
      <p:sp>
        <p:nvSpPr>
          <p:cNvPr id="5" name="top-rail-1">
            <a:extLst>
              <a:ext uri="{FF2B5EF4-FFF2-40B4-BE49-F238E27FC236}">
                <a16:creationId xmlns:a16="http://schemas.microsoft.com/office/drawing/2014/main" id="{7E154D8B-B633-4D38-B043-B1123760CE3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>
              <a:ext uri="{FF2B5EF4-FFF2-40B4-BE49-F238E27FC236}">
                <a16:creationId xmlns:a16="http://schemas.microsoft.com/office/drawing/2014/main" id="{8800489B-E7D2-4A41-9245-8031A8EADEC3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>
              <a:ext uri="{FF2B5EF4-FFF2-40B4-BE49-F238E27FC236}">
                <a16:creationId xmlns:a16="http://schemas.microsoft.com/office/drawing/2014/main" id="{91A0DF9B-D119-4E36-B666-20ABD2FC1D18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EDDCEE74-92AA-4106-9535-BF7CD96BC29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3" name="auto-slide-number">
            <a:extLst>
              <a:ext uri="{FF2B5EF4-FFF2-40B4-BE49-F238E27FC236}">
                <a16:creationId xmlns:a16="http://schemas.microsoft.com/office/drawing/2014/main" id="{0740E86A-A949-12B1-0619-EA8EE410CC6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8C247E0-E743-4F4B-86F8-EEE8364315D9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68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0E6EB26C-1F4E-4701-84AE-4D6EE3BF94D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intensa extiende la región excitada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1F04513-06AF-4493-9C63-E307FCFBFC52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respuesta crece de forma compresiva y se ensancha.</a:t>
            </a:r>
          </a:p>
        </p:txBody>
      </p:sp>
      <p:pic>
        <p:nvPicPr>
          <p:cNvPr id="11" name="U06-069-U06-CH-002B" descr="Gráfico que muestra la respuesta crece de forma compresiva y se ensancha. Ejes, escala y normalización se describen en el propio recurso." title="Texto alternativo U06-06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B7AA7F46-82ED-46AB-8CE8-AE49095A368A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: La respuesta crece de forma compresiva y se ensancha. Las curvas no son datos clínicos.</a:t>
            </a:r>
          </a:p>
        </p:txBody>
      </p:sp>
      <p:sp>
        <p:nvSpPr>
          <p:cNvPr id="5" name="top-rail-1">
            <a:extLst>
              <a:ext uri="{FF2B5EF4-FFF2-40B4-BE49-F238E27FC236}">
                <a16:creationId xmlns:a16="http://schemas.microsoft.com/office/drawing/2014/main" id="{AAF1F3FE-6026-444E-A7B8-2C23C24246B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>
              <a:ext uri="{FF2B5EF4-FFF2-40B4-BE49-F238E27FC236}">
                <a16:creationId xmlns:a16="http://schemas.microsoft.com/office/drawing/2014/main" id="{D1889CB8-F63C-4B82-8782-C6BC6332370B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>
              <a:ext uri="{FF2B5EF4-FFF2-40B4-BE49-F238E27FC236}">
                <a16:creationId xmlns:a16="http://schemas.microsoft.com/office/drawing/2014/main" id="{AF5FB8C1-991A-4837-8CFF-E7352058333D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5AE3A2F9-935E-44D0-8A49-5614CA1A9695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3" name="auto-slide-number">
            <a:extLst>
              <a:ext uri="{FF2B5EF4-FFF2-40B4-BE49-F238E27FC236}">
                <a16:creationId xmlns:a16="http://schemas.microsoft.com/office/drawing/2014/main" id="{0A13649C-013C-E705-13D0-F9EAEB4E5A9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27A7724B-4893-4836-B467-05FDD5E91F67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69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B165DA44-8548-406C-B629-94B8A6A8B6A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proceso activo coclear es compresivo, no una ganancia fija</a:t>
            </a:r>
          </a:p>
        </p:txBody>
      </p:sp>
      <p:pic>
        <p:nvPicPr>
          <p:cNvPr id="9" name="U06-070-U06-CH-003" descr="Diagrama sobre «El proceso activo coclear es compresivo, no una ganancia fija»; organiza entrada física → respuesta pasiva/activa → compresión; sin modelo electrónico literal." title="Texto alternativo U06-0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3" name="caption">
            <a:extLst>
              <a:ext uri="{FF2B5EF4-FFF2-40B4-BE49-F238E27FC236}">
                <a16:creationId xmlns:a16="http://schemas.microsoft.com/office/drawing/2014/main" id="{1EEB266F-E4E9-48A7-A24E-9EB09318C1BE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“Amplificador coclear” nombra un proceso dependiente de frecuencia y nivel.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E61F22F9-C224-4B4B-A48B-558B41D48268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D3F583AD-0ACF-47A6-A6C6-5D88A3233E8C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0E2472B6-E5D6-4FFD-965D-91EF1F6BFA07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8765F011-7E8E-4CCE-9B65-15B5C098AF75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2" name="auto-slide-number">
            <a:extLst>
              <a:ext uri="{FF2B5EF4-FFF2-40B4-BE49-F238E27FC236}">
                <a16:creationId xmlns:a16="http://schemas.microsoft.com/office/drawing/2014/main" id="{B84CE606-9E6C-5D4E-6637-B7DEA4BC8870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89E80F27-5C30-4D18-B6DE-729C458AC77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D084726B-64F3-49D3-8785-4CCE126E477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frecuencia cambia el lugar; nivel cambia la extensión</a:t>
            </a:r>
          </a:p>
        </p:txBody>
      </p:sp>
      <p:pic>
        <p:nvPicPr>
          <p:cNvPr id="9" name="U06-071-U06-CH-001" descr="Diagrama sobre «Hasta acá: frecuencia cambia el lugar; nivel cambia la extensión»; organiza tres ideas + pregunta sobre tono de 2 khz a dos niveles." title="Texto alternativo U06-0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3" name="caption">
            <a:extLst>
              <a:ext uri="{FF2B5EF4-FFF2-40B4-BE49-F238E27FC236}">
                <a16:creationId xmlns:a16="http://schemas.microsoft.com/office/drawing/2014/main" id="{BAC86ACE-F12C-4E66-AC93-71E777E8F5D3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Tonotopía y compresión son respuestas periféricas; pitch y sonoridad vendrán después.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FFD6F0CB-BC7C-4195-A52D-B57B584810D8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FB9818FE-ED7E-454A-8660-9E1B34503972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B569C11F-7650-4CE8-9EEC-C85A42F8CA1F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BC914E1C-59A6-4D01-8A27-687C0B19241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2 · RUTA CENTRAL</a:t>
            </a:r>
          </a:p>
        </p:txBody>
      </p:sp>
      <p:sp>
        <p:nvSpPr>
          <p:cNvPr id="2" name="auto-slide-number">
            <a:extLst>
              <a:ext uri="{FF2B5EF4-FFF2-40B4-BE49-F238E27FC236}">
                <a16:creationId xmlns:a16="http://schemas.microsoft.com/office/drawing/2014/main" id="{6BA1B46E-9B39-FD8A-3024-13D91CA7B9F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6B44FAD-EE89-46F8-A624-A479C40BA367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5F1C54F2-E79F-4A19-BF83-9F3F959A0798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5EDE4C69-B36E-4948-A010-960DA1A6C924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estímulo celular nace del movimiento relativo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6F5B7F3E-D118-40A0-829B-E9A485D01AA3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¿Qué movimiento relativo estimula las células ciliadas?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8834AFC0-6428-C89E-D9C5-05A0448DC69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787D89A-1549-4AA3-ADE1-0419FEA492EF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72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7FE61B6E-5A4A-42C6-B8BA-434370E287C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Órgano de Corti sobre la membrana basilar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F8D47AC-ADFF-4AE9-96A8-1923FCB83141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organización espacial permite convertir movimiento en deflexión de haces.</a:t>
            </a:r>
          </a:p>
        </p:txBody>
      </p:sp>
      <p:sp>
        <p:nvSpPr>
          <p:cNvPr id="3" name="cross-frame">
            <a:extLst>
              <a:ext uri="{FF2B5EF4-FFF2-40B4-BE49-F238E27FC236}">
                <a16:creationId xmlns:a16="http://schemas.microsoft.com/office/drawing/2014/main" id="{47915077-4B93-4B7B-9054-58DF2C5E9A77}"/>
              </a:ext>
            </a:extLst>
          </p:cNvPr>
          <p:cNvSpPr>
            <a:spLocks noGrp="1"/>
          </p:cNvSpPr>
          <p:nvPr/>
        </p:nvSpPr>
        <p:spPr>
          <a:xfrm>
            <a:off x="1952625" y="1476375"/>
            <a:ext cx="8286750" cy="409575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3D3D3D"/>
            </a:solidFill>
            <a:prstDash val="solid"/>
          </a:ln>
        </p:spPr>
      </p:sp>
      <p:sp>
        <p:nvSpPr>
          <p:cNvPr id="4" name="scala-vestibuli">
            <a:extLst>
              <a:ext uri="{FF2B5EF4-FFF2-40B4-BE49-F238E27FC236}">
                <a16:creationId xmlns:a16="http://schemas.microsoft.com/office/drawing/2014/main" id="{C8A37E8D-44B9-4FD7-B487-C11DA86F71B9}"/>
              </a:ext>
            </a:extLst>
          </p:cNvPr>
          <p:cNvSpPr>
            <a:spLocks noGrp="1"/>
          </p:cNvSpPr>
          <p:nvPr/>
        </p:nvSpPr>
        <p:spPr>
          <a:xfrm>
            <a:off x="1990725" y="1524000"/>
            <a:ext cx="8210550" cy="1162050"/>
          </a:xfrm>
          <a:prstGeom prst="rect">
            <a:avLst/>
          </a:prstGeom>
          <a:solidFill>
            <a:srgbClr val="E7F1F1"/>
          </a:solidFill>
          <a:ln w="0">
            <a:noFill/>
            <a:prstDash val="solid"/>
          </a:ln>
        </p:spPr>
      </p:sp>
      <p:sp>
        <p:nvSpPr>
          <p:cNvPr id="5" name="scala-media">
            <a:extLst>
              <a:ext uri="{FF2B5EF4-FFF2-40B4-BE49-F238E27FC236}">
                <a16:creationId xmlns:a16="http://schemas.microsoft.com/office/drawing/2014/main" id="{9925661B-5BF7-460A-9B8C-0971EE86DAB1}"/>
              </a:ext>
            </a:extLst>
          </p:cNvPr>
          <p:cNvSpPr>
            <a:spLocks noGrp="1"/>
          </p:cNvSpPr>
          <p:nvPr/>
        </p:nvSpPr>
        <p:spPr>
          <a:xfrm>
            <a:off x="1990725" y="2714625"/>
            <a:ext cx="8210550" cy="1285875"/>
          </a:xfrm>
          <a:prstGeom prst="rect">
            <a:avLst/>
          </a:prstGeom>
          <a:solidFill>
            <a:srgbClr val="F8EDE2"/>
          </a:solidFill>
          <a:ln w="0">
            <a:noFill/>
            <a:prstDash val="solid"/>
          </a:ln>
        </p:spPr>
      </p:sp>
      <p:sp>
        <p:nvSpPr>
          <p:cNvPr id="6" name="scala-tympani">
            <a:extLst>
              <a:ext uri="{FF2B5EF4-FFF2-40B4-BE49-F238E27FC236}">
                <a16:creationId xmlns:a16="http://schemas.microsoft.com/office/drawing/2014/main" id="{275A40A2-16B9-40EE-BCCB-972ACEC30959}"/>
              </a:ext>
            </a:extLst>
          </p:cNvPr>
          <p:cNvSpPr>
            <a:spLocks noGrp="1"/>
          </p:cNvSpPr>
          <p:nvPr/>
        </p:nvSpPr>
        <p:spPr>
          <a:xfrm>
            <a:off x="1990725" y="4029075"/>
            <a:ext cx="8210550" cy="1495425"/>
          </a:xfrm>
          <a:prstGeom prst="rect">
            <a:avLst/>
          </a:prstGeom>
          <a:solidFill>
            <a:srgbClr val="F7F6F2"/>
          </a:solidFill>
          <a:ln w="0">
            <a:noFill/>
            <a:prstDash val="solid"/>
          </a:ln>
        </p:spPr>
      </p:sp>
      <p:sp>
        <p:nvSpPr>
          <p:cNvPr id="7" name="cross-vestibular">
            <a:extLst>
              <a:ext uri="{FF2B5EF4-FFF2-40B4-BE49-F238E27FC236}">
                <a16:creationId xmlns:a16="http://schemas.microsoft.com/office/drawing/2014/main" id="{8FAB1337-CB7A-4F42-9F07-E82B43E791EC}"/>
              </a:ext>
            </a:extLst>
          </p:cNvPr>
          <p:cNvSpPr>
            <a:spLocks noGrp="1"/>
          </p:cNvSpPr>
          <p:nvPr/>
        </p:nvSpPr>
        <p:spPr>
          <a:xfrm>
            <a:off x="3095625" y="185737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Rampa vestibular · perilinfa</a:t>
            </a:r>
          </a:p>
        </p:txBody>
      </p:sp>
      <p:sp>
        <p:nvSpPr>
          <p:cNvPr id="8" name="cross-media">
            <a:extLst>
              <a:ext uri="{FF2B5EF4-FFF2-40B4-BE49-F238E27FC236}">
                <a16:creationId xmlns:a16="http://schemas.microsoft.com/office/drawing/2014/main" id="{1E1AC7FB-8600-40F8-A3E4-B164DAA3E685}"/>
              </a:ext>
            </a:extLst>
          </p:cNvPr>
          <p:cNvSpPr>
            <a:spLocks noGrp="1"/>
          </p:cNvSpPr>
          <p:nvPr/>
        </p:nvSpPr>
        <p:spPr>
          <a:xfrm>
            <a:off x="2143125" y="3000375"/>
            <a:ext cx="1952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 coclear endolinfa</a:t>
            </a:r>
          </a:p>
        </p:txBody>
      </p:sp>
      <p:sp>
        <p:nvSpPr>
          <p:cNvPr id="9" name="cross-tympanic">
            <a:extLst>
              <a:ext uri="{FF2B5EF4-FFF2-40B4-BE49-F238E27FC236}">
                <a16:creationId xmlns:a16="http://schemas.microsoft.com/office/drawing/2014/main" id="{E0F004ED-4D7C-4CBE-930D-CB5950299C87}"/>
              </a:ext>
            </a:extLst>
          </p:cNvPr>
          <p:cNvSpPr>
            <a:spLocks noGrp="1"/>
          </p:cNvSpPr>
          <p:nvPr/>
        </p:nvSpPr>
        <p:spPr>
          <a:xfrm>
            <a:off x="3095625" y="4810125"/>
            <a:ext cx="600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Rampa timpánica · perilinfa</a:t>
            </a:r>
          </a:p>
        </p:txBody>
      </p:sp>
      <p:sp>
        <p:nvSpPr>
          <p:cNvPr id="10" name="reissner-a-14">
            <a:extLst>
              <a:ext uri="{FF2B5EF4-FFF2-40B4-BE49-F238E27FC236}">
                <a16:creationId xmlns:a16="http://schemas.microsoft.com/office/drawing/2014/main" id="{CF3BD9CD-FE95-479F-9D1B-4CA88F76B24F}"/>
              </a:ext>
            </a:extLst>
          </p:cNvPr>
          <p:cNvSpPr>
            <a:spLocks noGrp="1"/>
          </p:cNvSpPr>
          <p:nvPr/>
        </p:nvSpPr>
        <p:spPr>
          <a:xfrm>
            <a:off x="2571750" y="26670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" name="reissner-b-14">
            <a:extLst>
              <a:ext uri="{FF2B5EF4-FFF2-40B4-BE49-F238E27FC236}">
                <a16:creationId xmlns:a16="http://schemas.microsoft.com/office/drawing/2014/main" id="{CFBEF038-2DA1-49AD-AC7D-094C4593978C}"/>
              </a:ext>
            </a:extLst>
          </p:cNvPr>
          <p:cNvSpPr>
            <a:spLocks noGrp="1"/>
          </p:cNvSpPr>
          <p:nvPr/>
        </p:nvSpPr>
        <p:spPr>
          <a:xfrm>
            <a:off x="9477375" y="2857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2" name="Conector recto de flecha 41"/>
          <p:cNvCxnSpPr>
            <a:stCxn id="10" idx="3"/>
            <a:endCxn id="11" idx="1"/>
          </p:cNvCxnSpPr>
          <p:nvPr/>
        </p:nvCxnSpPr>
        <p:spPr>
          <a:xfrm>
            <a:off x="2581275" y="2671763"/>
            <a:ext cx="6896100" cy="190500"/>
          </a:xfrm>
          <a:prstGeom prst="straightConnector1">
            <a:avLst/>
          </a:prstGeom>
          <a:ln w="38100">
            <a:solidFill>
              <a:srgbClr val="2F7E83"/>
            </a:solidFill>
            <a:prstDash val="solid"/>
          </a:ln>
        </p:spPr>
      </p:cxnSp>
      <p:sp>
        <p:nvSpPr>
          <p:cNvPr id="13" name="basilar-a-15">
            <a:extLst>
              <a:ext uri="{FF2B5EF4-FFF2-40B4-BE49-F238E27FC236}">
                <a16:creationId xmlns:a16="http://schemas.microsoft.com/office/drawing/2014/main" id="{60670600-E3FD-4E97-B2D0-752BC83EC1BA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basilar-b-15">
            <a:extLst>
              <a:ext uri="{FF2B5EF4-FFF2-40B4-BE49-F238E27FC236}">
                <a16:creationId xmlns:a16="http://schemas.microsoft.com/office/drawing/2014/main" id="{CDB4937D-BDA1-48DD-93EF-F92F6B61D0E9}"/>
              </a:ext>
            </a:extLst>
          </p:cNvPr>
          <p:cNvSpPr>
            <a:spLocks noGrp="1"/>
          </p:cNvSpPr>
          <p:nvPr/>
        </p:nvSpPr>
        <p:spPr>
          <a:xfrm>
            <a:off x="9715500" y="4000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5" name="Conector recto de flecha 44"/>
          <p:cNvCxnSpPr>
            <a:stCxn id="13" idx="3"/>
            <a:endCxn id="14" idx="1"/>
          </p:cNvCxnSpPr>
          <p:nvPr/>
        </p:nvCxnSpPr>
        <p:spPr>
          <a:xfrm>
            <a:off x="2486025" y="4005263"/>
            <a:ext cx="7229475" cy="0"/>
          </a:xfrm>
          <a:prstGeom prst="straightConnector1">
            <a:avLst/>
          </a:prstGeom>
          <a:ln w="47625">
            <a:solidFill>
              <a:srgbClr val="4D1434"/>
            </a:solidFill>
            <a:prstDash val="solid"/>
          </a:ln>
        </p:spPr>
      </p:cxnSp>
      <p:sp>
        <p:nvSpPr>
          <p:cNvPr id="16" name="reissner-label">
            <a:extLst>
              <a:ext uri="{FF2B5EF4-FFF2-40B4-BE49-F238E27FC236}">
                <a16:creationId xmlns:a16="http://schemas.microsoft.com/office/drawing/2014/main" id="{BB1AF60C-1AA5-4B17-8A40-78B13CB9C468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membrana de Reissner</a:t>
            </a:r>
          </a:p>
        </p:txBody>
      </p:sp>
      <p:sp>
        <p:nvSpPr>
          <p:cNvPr id="17" name="basilar-label">
            <a:extLst>
              <a:ext uri="{FF2B5EF4-FFF2-40B4-BE49-F238E27FC236}">
                <a16:creationId xmlns:a16="http://schemas.microsoft.com/office/drawing/2014/main" id="{6373CCDF-E89D-4B74-8E0D-5BD836BA9E2B}"/>
              </a:ext>
            </a:extLst>
          </p:cNvPr>
          <p:cNvSpPr>
            <a:spLocks noGrp="1"/>
          </p:cNvSpPr>
          <p:nvPr/>
        </p:nvSpPr>
        <p:spPr>
          <a:xfrm>
            <a:off x="8239125" y="4095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membrana basilar</a:t>
            </a:r>
          </a:p>
        </p:txBody>
      </p:sp>
      <p:sp>
        <p:nvSpPr>
          <p:cNvPr id="18" name="tectorial-membrane">
            <a:extLst>
              <a:ext uri="{FF2B5EF4-FFF2-40B4-BE49-F238E27FC236}">
                <a16:creationId xmlns:a16="http://schemas.microsoft.com/office/drawing/2014/main" id="{0B7E984A-6821-46BA-B106-E698EBC898BC}"/>
              </a:ext>
            </a:extLst>
          </p:cNvPr>
          <p:cNvSpPr>
            <a:spLocks noGrp="1"/>
          </p:cNvSpPr>
          <p:nvPr/>
        </p:nvSpPr>
        <p:spPr>
          <a:xfrm>
            <a:off x="4191000" y="3209925"/>
            <a:ext cx="3429000" cy="400050"/>
          </a:xfrm>
          <a:prstGeom prst="ellipse">
            <a:avLst/>
          </a:prstGeom>
          <a:solidFill>
            <a:srgbClr val="F4E9EF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19" name="ihc">
            <a:extLst>
              <a:ext uri="{FF2B5EF4-FFF2-40B4-BE49-F238E27FC236}">
                <a16:creationId xmlns:a16="http://schemas.microsoft.com/office/drawing/2014/main" id="{7836556E-7658-4F73-A09B-1ED9FD160E85}"/>
              </a:ext>
            </a:extLst>
          </p:cNvPr>
          <p:cNvSpPr>
            <a:spLocks noGrp="1"/>
          </p:cNvSpPr>
          <p:nvPr/>
        </p:nvSpPr>
        <p:spPr>
          <a:xfrm>
            <a:off x="4619625" y="3571875"/>
            <a:ext cx="514350" cy="400050"/>
          </a:xfrm>
          <a:prstGeom prst="roundRect">
            <a:avLst>
              <a:gd name="adj" fmla="val 23810"/>
            </a:avLst>
          </a:prstGeom>
          <a:solidFill>
            <a:srgbClr val="9F541A"/>
          </a:solidFill>
          <a:ln w="9525">
            <a:solidFill>
              <a:srgbClr val="9F541A"/>
            </a:solidFill>
            <a:prstDash val="solid"/>
          </a:ln>
        </p:spPr>
      </p:sp>
      <p:sp>
        <p:nvSpPr>
          <p:cNvPr id="20" name="ohc-1">
            <a:extLst>
              <a:ext uri="{FF2B5EF4-FFF2-40B4-BE49-F238E27FC236}">
                <a16:creationId xmlns:a16="http://schemas.microsoft.com/office/drawing/2014/main" id="{6052F3B1-7A5E-4361-90A8-28602BB20E1A}"/>
              </a:ext>
            </a:extLst>
          </p:cNvPr>
          <p:cNvSpPr>
            <a:spLocks noGrp="1"/>
          </p:cNvSpPr>
          <p:nvPr/>
        </p:nvSpPr>
        <p:spPr>
          <a:xfrm>
            <a:off x="619125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1" name="ohc-2">
            <a:extLst>
              <a:ext uri="{FF2B5EF4-FFF2-40B4-BE49-F238E27FC236}">
                <a16:creationId xmlns:a16="http://schemas.microsoft.com/office/drawing/2014/main" id="{38EE2A46-8F9C-4FD9-9791-C33540C481DE}"/>
              </a:ext>
            </a:extLst>
          </p:cNvPr>
          <p:cNvSpPr>
            <a:spLocks noGrp="1"/>
          </p:cNvSpPr>
          <p:nvPr/>
        </p:nvSpPr>
        <p:spPr>
          <a:xfrm>
            <a:off x="678180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2" name="ohc-3">
            <a:extLst>
              <a:ext uri="{FF2B5EF4-FFF2-40B4-BE49-F238E27FC236}">
                <a16:creationId xmlns:a16="http://schemas.microsoft.com/office/drawing/2014/main" id="{E892BF4F-5E3E-47C6-B508-FB3CB82123CA}"/>
              </a:ext>
            </a:extLst>
          </p:cNvPr>
          <p:cNvSpPr>
            <a:spLocks noGrp="1"/>
          </p:cNvSpPr>
          <p:nvPr/>
        </p:nvSpPr>
        <p:spPr>
          <a:xfrm>
            <a:off x="7372350" y="3571875"/>
            <a:ext cx="419100" cy="400050"/>
          </a:xfrm>
          <a:prstGeom prst="roundRect">
            <a:avLst>
              <a:gd name="adj" fmla="val 23810"/>
            </a:avLst>
          </a:prstGeom>
          <a:solidFill>
            <a:srgbClr val="2F7E83"/>
          </a:solidFill>
          <a:ln w="9525">
            <a:solidFill>
              <a:srgbClr val="2F7E83"/>
            </a:solidFill>
            <a:prstDash val="solid"/>
          </a:ln>
        </p:spPr>
      </p:sp>
      <p:sp>
        <p:nvSpPr>
          <p:cNvPr id="23" name="ihc-label">
            <a:extLst>
              <a:ext uri="{FF2B5EF4-FFF2-40B4-BE49-F238E27FC236}">
                <a16:creationId xmlns:a16="http://schemas.microsoft.com/office/drawing/2014/main" id="{AA1C2777-5309-4AE2-9BD9-263E9C6E0DD6}"/>
              </a:ext>
            </a:extLst>
          </p:cNvPr>
          <p:cNvSpPr>
            <a:spLocks noGrp="1"/>
          </p:cNvSpPr>
          <p:nvPr/>
        </p:nvSpPr>
        <p:spPr>
          <a:xfrm>
            <a:off x="4638675" y="36385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CCI</a:t>
            </a:r>
          </a:p>
        </p:txBody>
      </p:sp>
      <p:sp>
        <p:nvSpPr>
          <p:cNvPr id="24" name="ohc-label">
            <a:extLst>
              <a:ext uri="{FF2B5EF4-FFF2-40B4-BE49-F238E27FC236}">
                <a16:creationId xmlns:a16="http://schemas.microsoft.com/office/drawing/2014/main" id="{3E80BFD7-5772-4A4A-92E1-0A66E988E010}"/>
              </a:ext>
            </a:extLst>
          </p:cNvPr>
          <p:cNvSpPr>
            <a:spLocks noGrp="1"/>
          </p:cNvSpPr>
          <p:nvPr/>
        </p:nvSpPr>
        <p:spPr>
          <a:xfrm>
            <a:off x="6191250" y="3638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5" name="tectorial-label">
            <a:extLst>
              <a:ext uri="{FF2B5EF4-FFF2-40B4-BE49-F238E27FC236}">
                <a16:creationId xmlns:a16="http://schemas.microsoft.com/office/drawing/2014/main" id="{B5512FEF-258B-43B0-9305-B1CAC562F218}"/>
              </a:ext>
            </a:extLst>
          </p:cNvPr>
          <p:cNvSpPr>
            <a:spLocks noGrp="1"/>
          </p:cNvSpPr>
          <p:nvPr/>
        </p:nvSpPr>
        <p:spPr>
          <a:xfrm>
            <a:off x="4143375" y="29051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00" b="0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membrana tectorial</a:t>
            </a:r>
          </a:p>
        </p:txBody>
      </p:sp>
      <p:sp>
        <p:nvSpPr>
          <p:cNvPr id="26" name="organ-label">
            <a:extLst>
              <a:ext uri="{FF2B5EF4-FFF2-40B4-BE49-F238E27FC236}">
                <a16:creationId xmlns:a16="http://schemas.microsoft.com/office/drawing/2014/main" id="{E30C395E-68AD-4302-98A1-51689155478E}"/>
              </a:ext>
            </a:extLst>
          </p:cNvPr>
          <p:cNvSpPr>
            <a:spLocks noGrp="1"/>
          </p:cNvSpPr>
          <p:nvPr/>
        </p:nvSpPr>
        <p:spPr>
          <a:xfrm>
            <a:off x="4524375" y="40957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órgano de Corti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F3AEB77C-EF00-49D0-8C2F-80571CFED19E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C112BEAA-308C-41E7-B76D-15EB16EE46F1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B1695853-4216-46EE-8CD2-50A0BA5FDDE6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36306498-C0B0-48A0-A4C8-D5C66099562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12" name="auto-slide-number">
            <a:extLst>
              <a:ext uri="{FF2B5EF4-FFF2-40B4-BE49-F238E27FC236}">
                <a16:creationId xmlns:a16="http://schemas.microsoft.com/office/drawing/2014/main" id="{2A27DD54-E0E0-2101-2DB6-19F8BE0A126C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8865D778-EEDF-49F1-8DDB-D381B96CB9E5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-title">
            <a:extLst>
              <a:ext uri="{FF2B5EF4-FFF2-40B4-BE49-F238E27FC236}">
                <a16:creationId xmlns:a16="http://schemas.microsoft.com/office/drawing/2014/main" id="{692692B9-1332-4D06-9CF9-F3B2FF0F9AF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Basilar, tectorial y partición se mueven de manera relativa</a:t>
            </a:r>
          </a:p>
        </p:txBody>
      </p:sp>
      <p:sp>
        <p:nvSpPr>
          <p:cNvPr id="2" name="state-a-title">
            <a:extLst>
              <a:ext uri="{FF2B5EF4-FFF2-40B4-BE49-F238E27FC236}">
                <a16:creationId xmlns:a16="http://schemas.microsoft.com/office/drawing/2014/main" id="{6F0B7BF7-87F5-4466-AD99-9EDF29CF99EC}"/>
              </a:ext>
            </a:extLst>
          </p:cNvPr>
          <p:cNvSpPr>
            <a:spLocks noGrp="1"/>
          </p:cNvSpPr>
          <p:nvPr/>
        </p:nvSpPr>
        <p:spPr>
          <a:xfrm>
            <a:off x="1238250" y="16192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Estado A</a:t>
            </a:r>
          </a:p>
        </p:txBody>
      </p:sp>
      <p:sp>
        <p:nvSpPr>
          <p:cNvPr id="3" name="state-b-title">
            <a:extLst>
              <a:ext uri="{FF2B5EF4-FFF2-40B4-BE49-F238E27FC236}">
                <a16:creationId xmlns:a16="http://schemas.microsoft.com/office/drawing/2014/main" id="{CD36527D-A46C-4B2F-AD23-0B703C4599CC}"/>
              </a:ext>
            </a:extLst>
          </p:cNvPr>
          <p:cNvSpPr>
            <a:spLocks noGrp="1"/>
          </p:cNvSpPr>
          <p:nvPr/>
        </p:nvSpPr>
        <p:spPr>
          <a:xfrm>
            <a:off x="6858000" y="16192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Estado B</a:t>
            </a:r>
          </a:p>
        </p:txBody>
      </p:sp>
      <p:sp>
        <p:nvSpPr>
          <p:cNvPr id="4" name="state-divider-a-16">
            <a:extLst>
              <a:ext uri="{FF2B5EF4-FFF2-40B4-BE49-F238E27FC236}">
                <a16:creationId xmlns:a16="http://schemas.microsoft.com/office/drawing/2014/main" id="{98E41D35-E9F4-4785-810C-515E1E7309DC}"/>
              </a:ext>
            </a:extLst>
          </p:cNvPr>
          <p:cNvSpPr>
            <a:spLocks noGrp="1"/>
          </p:cNvSpPr>
          <p:nvPr/>
        </p:nvSpPr>
        <p:spPr>
          <a:xfrm>
            <a:off x="6096000" y="14763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" name="state-divider-b-16">
            <a:extLst>
              <a:ext uri="{FF2B5EF4-FFF2-40B4-BE49-F238E27FC236}">
                <a16:creationId xmlns:a16="http://schemas.microsoft.com/office/drawing/2014/main" id="{B5262300-AD5F-4FAA-8F26-A5E56F0F48B8}"/>
              </a:ext>
            </a:extLst>
          </p:cNvPr>
          <p:cNvSpPr>
            <a:spLocks noGrp="1"/>
          </p:cNvSpPr>
          <p:nvPr/>
        </p:nvSpPr>
        <p:spPr>
          <a:xfrm>
            <a:off x="6096000" y="5381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9" name="Conector recto de flecha 48"/>
          <p:cNvCxnSpPr>
            <a:stCxn id="4" idx="3"/>
            <a:endCxn id="5" idx="1"/>
          </p:cNvCxnSpPr>
          <p:nvPr/>
        </p:nvCxnSpPr>
        <p:spPr>
          <a:xfrm flipH="1">
            <a:off x="6096000" y="1481138"/>
            <a:ext cx="9525" cy="3905250"/>
          </a:xfrm>
          <a:prstGeom prst="straightConnector1">
            <a:avLst/>
          </a:prstGeom>
          <a:ln w="19050">
            <a:solidFill>
              <a:srgbClr val="D9DCE0"/>
            </a:solidFill>
            <a:prstDash val="solid"/>
          </a:ln>
        </p:spPr>
      </p:cxnSp>
      <p:sp>
        <p:nvSpPr>
          <p:cNvPr id="7" name="state-basilar-0-a-17">
            <a:extLst>
              <a:ext uri="{FF2B5EF4-FFF2-40B4-BE49-F238E27FC236}">
                <a16:creationId xmlns:a16="http://schemas.microsoft.com/office/drawing/2014/main" id="{DD038E77-7DC7-4D2D-AE53-1DAD737F2E1D}"/>
              </a:ext>
            </a:extLst>
          </p:cNvPr>
          <p:cNvSpPr>
            <a:spLocks noGrp="1"/>
          </p:cNvSpPr>
          <p:nvPr/>
        </p:nvSpPr>
        <p:spPr>
          <a:xfrm>
            <a:off x="1238250" y="27622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" name="state-basilar-0-b-17">
            <a:extLst>
              <a:ext uri="{FF2B5EF4-FFF2-40B4-BE49-F238E27FC236}">
                <a16:creationId xmlns:a16="http://schemas.microsoft.com/office/drawing/2014/main" id="{F28BE288-A5EF-4F82-AF08-795CB39A5FF1}"/>
              </a:ext>
            </a:extLst>
          </p:cNvPr>
          <p:cNvSpPr>
            <a:spLocks noGrp="1"/>
          </p:cNvSpPr>
          <p:nvPr/>
        </p:nvSpPr>
        <p:spPr>
          <a:xfrm>
            <a:off x="5334000" y="27622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2" name="Conector recto de flecha 51"/>
          <p:cNvCxnSpPr>
            <a:stCxn id="7" idx="3"/>
            <a:endCxn id="8" idx="1"/>
          </p:cNvCxnSpPr>
          <p:nvPr/>
        </p:nvCxnSpPr>
        <p:spPr>
          <a:xfrm>
            <a:off x="1247775" y="2767013"/>
            <a:ext cx="4086225" cy="0"/>
          </a:xfrm>
          <a:prstGeom prst="straightConnector1">
            <a:avLst/>
          </a:prstGeom>
          <a:ln w="57150">
            <a:solidFill>
              <a:srgbClr val="4D1434"/>
            </a:solidFill>
            <a:prstDash val="solid"/>
          </a:ln>
        </p:spPr>
      </p:cxnSp>
      <p:sp>
        <p:nvSpPr>
          <p:cNvPr id="10" name="state-tectorial-0-a-18">
            <a:extLst>
              <a:ext uri="{FF2B5EF4-FFF2-40B4-BE49-F238E27FC236}">
                <a16:creationId xmlns:a16="http://schemas.microsoft.com/office/drawing/2014/main" id="{2E06646E-BA91-4B1D-96A7-03713F90EA74}"/>
              </a:ext>
            </a:extLst>
          </p:cNvPr>
          <p:cNvSpPr>
            <a:spLocks noGrp="1"/>
          </p:cNvSpPr>
          <p:nvPr/>
        </p:nvSpPr>
        <p:spPr>
          <a:xfrm>
            <a:off x="1666875" y="31432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" name="state-tectorial-0-b-18">
            <a:extLst>
              <a:ext uri="{FF2B5EF4-FFF2-40B4-BE49-F238E27FC236}">
                <a16:creationId xmlns:a16="http://schemas.microsoft.com/office/drawing/2014/main" id="{E3C889D6-07BB-4E11-BE38-D77B5EFC3300}"/>
              </a:ext>
            </a:extLst>
          </p:cNvPr>
          <p:cNvSpPr>
            <a:spLocks noGrp="1"/>
          </p:cNvSpPr>
          <p:nvPr/>
        </p:nvSpPr>
        <p:spPr>
          <a:xfrm>
            <a:off x="4905375" y="31432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5" name="Conector recto de flecha 54"/>
          <p:cNvCxnSpPr>
            <a:stCxn id="10" idx="3"/>
            <a:endCxn id="11" idx="1"/>
          </p:cNvCxnSpPr>
          <p:nvPr/>
        </p:nvCxnSpPr>
        <p:spPr>
          <a:xfrm>
            <a:off x="1676400" y="3148013"/>
            <a:ext cx="3228975" cy="0"/>
          </a:xfrm>
          <a:prstGeom prst="straightConnector1">
            <a:avLst/>
          </a:prstGeom>
          <a:ln w="57150">
            <a:solidFill>
              <a:srgbClr val="2F7E83"/>
            </a:solidFill>
            <a:prstDash val="solid"/>
          </a:ln>
        </p:spPr>
      </p:cxnSp>
      <p:sp>
        <p:nvSpPr>
          <p:cNvPr id="13" name="stereo-0-0">
            <a:extLst>
              <a:ext uri="{FF2B5EF4-FFF2-40B4-BE49-F238E27FC236}">
                <a16:creationId xmlns:a16="http://schemas.microsoft.com/office/drawing/2014/main" id="{E9FA5565-F8B3-4F8C-A386-3C6D08BC2987}"/>
              </a:ext>
            </a:extLst>
          </p:cNvPr>
          <p:cNvSpPr>
            <a:spLocks noGrp="1"/>
          </p:cNvSpPr>
          <p:nvPr/>
        </p:nvSpPr>
        <p:spPr>
          <a:xfrm>
            <a:off x="2619375" y="2933700"/>
            <a:ext cx="76200" cy="571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4" name="stereo-0-1">
            <a:extLst>
              <a:ext uri="{FF2B5EF4-FFF2-40B4-BE49-F238E27FC236}">
                <a16:creationId xmlns:a16="http://schemas.microsoft.com/office/drawing/2014/main" id="{6D473D2C-260B-428C-A8EF-D91983E765A7}"/>
              </a:ext>
            </a:extLst>
          </p:cNvPr>
          <p:cNvSpPr>
            <a:spLocks noGrp="1"/>
          </p:cNvSpPr>
          <p:nvPr/>
        </p:nvSpPr>
        <p:spPr>
          <a:xfrm>
            <a:off x="2905125" y="2933700"/>
            <a:ext cx="76200" cy="571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5" name="stereo-0-2">
            <a:extLst>
              <a:ext uri="{FF2B5EF4-FFF2-40B4-BE49-F238E27FC236}">
                <a16:creationId xmlns:a16="http://schemas.microsoft.com/office/drawing/2014/main" id="{3F3300B2-E36E-49CC-A166-09BEDA2361B5}"/>
              </a:ext>
            </a:extLst>
          </p:cNvPr>
          <p:cNvSpPr>
            <a:spLocks noGrp="1"/>
          </p:cNvSpPr>
          <p:nvPr/>
        </p:nvSpPr>
        <p:spPr>
          <a:xfrm>
            <a:off x="3190875" y="2933700"/>
            <a:ext cx="76200" cy="571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6" name="stereo-0-3">
            <a:extLst>
              <a:ext uri="{FF2B5EF4-FFF2-40B4-BE49-F238E27FC236}">
                <a16:creationId xmlns:a16="http://schemas.microsoft.com/office/drawing/2014/main" id="{DB155681-E339-467D-960C-87DDC6C89278}"/>
              </a:ext>
            </a:extLst>
          </p:cNvPr>
          <p:cNvSpPr>
            <a:spLocks noGrp="1"/>
          </p:cNvSpPr>
          <p:nvPr/>
        </p:nvSpPr>
        <p:spPr>
          <a:xfrm>
            <a:off x="3476625" y="2933700"/>
            <a:ext cx="76200" cy="571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7" name="basilar-arrow-0-a-19">
            <a:extLst>
              <a:ext uri="{FF2B5EF4-FFF2-40B4-BE49-F238E27FC236}">
                <a16:creationId xmlns:a16="http://schemas.microsoft.com/office/drawing/2014/main" id="{28FBF154-1920-46FC-8C4D-33CF27EE5942}"/>
              </a:ext>
            </a:extLst>
          </p:cNvPr>
          <p:cNvSpPr>
            <a:spLocks noGrp="1"/>
          </p:cNvSpPr>
          <p:nvPr/>
        </p:nvSpPr>
        <p:spPr>
          <a:xfrm>
            <a:off x="3333750" y="20955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8" name="basilar-arrow-0-b-19">
            <a:extLst>
              <a:ext uri="{FF2B5EF4-FFF2-40B4-BE49-F238E27FC236}">
                <a16:creationId xmlns:a16="http://schemas.microsoft.com/office/drawing/2014/main" id="{28481856-137B-442C-97D9-643C684D73EF}"/>
              </a:ext>
            </a:extLst>
          </p:cNvPr>
          <p:cNvSpPr>
            <a:spLocks noGrp="1"/>
          </p:cNvSpPr>
          <p:nvPr/>
        </p:nvSpPr>
        <p:spPr>
          <a:xfrm>
            <a:off x="3333750" y="27622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62" name="Conector recto de flecha 61"/>
          <p:cNvCxnSpPr>
            <a:stCxn id="17" idx="3"/>
            <a:endCxn id="18" idx="1"/>
          </p:cNvCxnSpPr>
          <p:nvPr/>
        </p:nvCxnSpPr>
        <p:spPr>
          <a:xfrm flipH="1">
            <a:off x="3333750" y="2100263"/>
            <a:ext cx="9525" cy="666750"/>
          </a:xfrm>
          <a:prstGeom prst="straightConnector1">
            <a:avLst/>
          </a:prstGeom>
          <a:ln w="38100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20" name="shear-arrow-0-a-20">
            <a:extLst>
              <a:ext uri="{FF2B5EF4-FFF2-40B4-BE49-F238E27FC236}">
                <a16:creationId xmlns:a16="http://schemas.microsoft.com/office/drawing/2014/main" id="{2371A2B3-B36E-4AD0-B422-1462D7986AC0}"/>
              </a:ext>
            </a:extLst>
          </p:cNvPr>
          <p:cNvSpPr>
            <a:spLocks noGrp="1"/>
          </p:cNvSpPr>
          <p:nvPr/>
        </p:nvSpPr>
        <p:spPr>
          <a:xfrm>
            <a:off x="4000500" y="31432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1" name="shear-arrow-0-b-20">
            <a:extLst>
              <a:ext uri="{FF2B5EF4-FFF2-40B4-BE49-F238E27FC236}">
                <a16:creationId xmlns:a16="http://schemas.microsoft.com/office/drawing/2014/main" id="{165D6449-E784-4239-B01E-46E869E13466}"/>
              </a:ext>
            </a:extLst>
          </p:cNvPr>
          <p:cNvSpPr>
            <a:spLocks noGrp="1"/>
          </p:cNvSpPr>
          <p:nvPr/>
        </p:nvSpPr>
        <p:spPr>
          <a:xfrm>
            <a:off x="4524375" y="31432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65" name="Conector recto de flecha 64"/>
          <p:cNvCxnSpPr>
            <a:stCxn id="20" idx="3"/>
            <a:endCxn id="21" idx="1"/>
          </p:cNvCxnSpPr>
          <p:nvPr/>
        </p:nvCxnSpPr>
        <p:spPr>
          <a:xfrm>
            <a:off x="4010025" y="3148013"/>
            <a:ext cx="514350" cy="0"/>
          </a:xfrm>
          <a:prstGeom prst="straightConnector1">
            <a:avLst/>
          </a:prstGeom>
          <a:ln w="38100">
            <a:solidFill>
              <a:srgbClr val="2F7E83"/>
            </a:solidFill>
            <a:prstDash val="solid"/>
            <a:tailEnd type="arrow" w="med" len="med"/>
          </a:ln>
        </p:spPr>
      </p:cxnSp>
      <p:sp>
        <p:nvSpPr>
          <p:cNvPr id="23" name="state-basilar-1-a-21">
            <a:extLst>
              <a:ext uri="{FF2B5EF4-FFF2-40B4-BE49-F238E27FC236}">
                <a16:creationId xmlns:a16="http://schemas.microsoft.com/office/drawing/2014/main" id="{6FAB01DF-519A-4807-A001-126A90B77F6A}"/>
              </a:ext>
            </a:extLst>
          </p:cNvPr>
          <p:cNvSpPr>
            <a:spLocks noGrp="1"/>
          </p:cNvSpPr>
          <p:nvPr/>
        </p:nvSpPr>
        <p:spPr>
          <a:xfrm>
            <a:off x="6858000" y="34290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4" name="state-basilar-1-b-21">
            <a:extLst>
              <a:ext uri="{FF2B5EF4-FFF2-40B4-BE49-F238E27FC236}">
                <a16:creationId xmlns:a16="http://schemas.microsoft.com/office/drawing/2014/main" id="{FA825D22-50EF-441D-A459-CFFA7A653D5A}"/>
              </a:ext>
            </a:extLst>
          </p:cNvPr>
          <p:cNvSpPr>
            <a:spLocks noGrp="1"/>
          </p:cNvSpPr>
          <p:nvPr/>
        </p:nvSpPr>
        <p:spPr>
          <a:xfrm>
            <a:off x="10953750" y="34290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68" name="Conector recto de flecha 67"/>
          <p:cNvCxnSpPr>
            <a:stCxn id="23" idx="3"/>
            <a:endCxn id="24" idx="1"/>
          </p:cNvCxnSpPr>
          <p:nvPr/>
        </p:nvCxnSpPr>
        <p:spPr>
          <a:xfrm>
            <a:off x="6867525" y="3433763"/>
            <a:ext cx="4086225" cy="0"/>
          </a:xfrm>
          <a:prstGeom prst="straightConnector1">
            <a:avLst/>
          </a:prstGeom>
          <a:ln w="57150">
            <a:solidFill>
              <a:srgbClr val="4D1434"/>
            </a:solidFill>
            <a:prstDash val="solid"/>
          </a:ln>
        </p:spPr>
      </p:cxnSp>
      <p:sp>
        <p:nvSpPr>
          <p:cNvPr id="26" name="state-tectorial-1-a-22">
            <a:extLst>
              <a:ext uri="{FF2B5EF4-FFF2-40B4-BE49-F238E27FC236}">
                <a16:creationId xmlns:a16="http://schemas.microsoft.com/office/drawing/2014/main" id="{7AFE2BD0-6041-4015-8329-3D747592E85F}"/>
              </a:ext>
            </a:extLst>
          </p:cNvPr>
          <p:cNvSpPr>
            <a:spLocks noGrp="1"/>
          </p:cNvSpPr>
          <p:nvPr/>
        </p:nvSpPr>
        <p:spPr>
          <a:xfrm>
            <a:off x="7286625" y="28098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7" name="state-tectorial-1-b-22">
            <a:extLst>
              <a:ext uri="{FF2B5EF4-FFF2-40B4-BE49-F238E27FC236}">
                <a16:creationId xmlns:a16="http://schemas.microsoft.com/office/drawing/2014/main" id="{91FAA626-1BE7-4BB5-91AF-C3F740827173}"/>
              </a:ext>
            </a:extLst>
          </p:cNvPr>
          <p:cNvSpPr>
            <a:spLocks noGrp="1"/>
          </p:cNvSpPr>
          <p:nvPr/>
        </p:nvSpPr>
        <p:spPr>
          <a:xfrm>
            <a:off x="10525125" y="28098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71" name="Conector recto de flecha 70"/>
          <p:cNvCxnSpPr>
            <a:stCxn id="26" idx="3"/>
            <a:endCxn id="27" idx="1"/>
          </p:cNvCxnSpPr>
          <p:nvPr/>
        </p:nvCxnSpPr>
        <p:spPr>
          <a:xfrm>
            <a:off x="7296150" y="2814638"/>
            <a:ext cx="3228975" cy="0"/>
          </a:xfrm>
          <a:prstGeom prst="straightConnector1">
            <a:avLst/>
          </a:prstGeom>
          <a:ln w="57150">
            <a:solidFill>
              <a:srgbClr val="2F7E83"/>
            </a:solidFill>
            <a:prstDash val="solid"/>
          </a:ln>
        </p:spPr>
      </p:cxnSp>
      <p:sp>
        <p:nvSpPr>
          <p:cNvPr id="29" name="stereo-1-0">
            <a:extLst>
              <a:ext uri="{FF2B5EF4-FFF2-40B4-BE49-F238E27FC236}">
                <a16:creationId xmlns:a16="http://schemas.microsoft.com/office/drawing/2014/main" id="{BABEFCCE-BDE1-4165-BD9C-6980487CB956}"/>
              </a:ext>
            </a:extLst>
          </p:cNvPr>
          <p:cNvSpPr>
            <a:spLocks noGrp="1"/>
          </p:cNvSpPr>
          <p:nvPr/>
        </p:nvSpPr>
        <p:spPr>
          <a:xfrm>
            <a:off x="8239125" y="2981325"/>
            <a:ext cx="76200" cy="295275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30" name="stereo-1-1">
            <a:extLst>
              <a:ext uri="{FF2B5EF4-FFF2-40B4-BE49-F238E27FC236}">
                <a16:creationId xmlns:a16="http://schemas.microsoft.com/office/drawing/2014/main" id="{322FC0DE-1B1E-4142-BA58-4E2891E40355}"/>
              </a:ext>
            </a:extLst>
          </p:cNvPr>
          <p:cNvSpPr>
            <a:spLocks noGrp="1"/>
          </p:cNvSpPr>
          <p:nvPr/>
        </p:nvSpPr>
        <p:spPr>
          <a:xfrm>
            <a:off x="8620125" y="2981325"/>
            <a:ext cx="76200" cy="295275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31" name="stereo-1-2">
            <a:extLst>
              <a:ext uri="{FF2B5EF4-FFF2-40B4-BE49-F238E27FC236}">
                <a16:creationId xmlns:a16="http://schemas.microsoft.com/office/drawing/2014/main" id="{F24D972D-AA35-429A-AFDB-B8E0ACEF748E}"/>
              </a:ext>
            </a:extLst>
          </p:cNvPr>
          <p:cNvSpPr>
            <a:spLocks noGrp="1"/>
          </p:cNvSpPr>
          <p:nvPr/>
        </p:nvSpPr>
        <p:spPr>
          <a:xfrm>
            <a:off x="9001125" y="2981325"/>
            <a:ext cx="76200" cy="295275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32" name="stereo-1-3">
            <a:extLst>
              <a:ext uri="{FF2B5EF4-FFF2-40B4-BE49-F238E27FC236}">
                <a16:creationId xmlns:a16="http://schemas.microsoft.com/office/drawing/2014/main" id="{610A6AD2-74B5-4858-9EB1-D809BD483A01}"/>
              </a:ext>
            </a:extLst>
          </p:cNvPr>
          <p:cNvSpPr>
            <a:spLocks noGrp="1"/>
          </p:cNvSpPr>
          <p:nvPr/>
        </p:nvSpPr>
        <p:spPr>
          <a:xfrm>
            <a:off x="9382125" y="2981325"/>
            <a:ext cx="76200" cy="295275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33" name="basilar-arrow-1-a-23">
            <a:extLst>
              <a:ext uri="{FF2B5EF4-FFF2-40B4-BE49-F238E27FC236}">
                <a16:creationId xmlns:a16="http://schemas.microsoft.com/office/drawing/2014/main" id="{45FAF943-BE07-493D-B193-664F1367E594}"/>
              </a:ext>
            </a:extLst>
          </p:cNvPr>
          <p:cNvSpPr>
            <a:spLocks noGrp="1"/>
          </p:cNvSpPr>
          <p:nvPr/>
        </p:nvSpPr>
        <p:spPr>
          <a:xfrm>
            <a:off x="8953500" y="40957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4" name="basilar-arrow-1-b-23">
            <a:extLst>
              <a:ext uri="{FF2B5EF4-FFF2-40B4-BE49-F238E27FC236}">
                <a16:creationId xmlns:a16="http://schemas.microsoft.com/office/drawing/2014/main" id="{C9D3609F-B154-4D7A-B21D-3747346CE2B0}"/>
              </a:ext>
            </a:extLst>
          </p:cNvPr>
          <p:cNvSpPr>
            <a:spLocks noGrp="1"/>
          </p:cNvSpPr>
          <p:nvPr/>
        </p:nvSpPr>
        <p:spPr>
          <a:xfrm>
            <a:off x="8953500" y="34290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78" name="Conector recto de flecha 77"/>
          <p:cNvCxnSpPr>
            <a:stCxn id="33" idx="3"/>
            <a:endCxn id="34" idx="1"/>
          </p:cNvCxnSpPr>
          <p:nvPr/>
        </p:nvCxnSpPr>
        <p:spPr>
          <a:xfrm flipH="1" flipV="1">
            <a:off x="8953500" y="3433763"/>
            <a:ext cx="9525" cy="666750"/>
          </a:xfrm>
          <a:prstGeom prst="straightConnector1">
            <a:avLst/>
          </a:prstGeom>
          <a:ln w="38100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36" name="shear-arrow-1-a-24">
            <a:extLst>
              <a:ext uri="{FF2B5EF4-FFF2-40B4-BE49-F238E27FC236}">
                <a16:creationId xmlns:a16="http://schemas.microsoft.com/office/drawing/2014/main" id="{2CDBEBE7-F374-4C1F-A3AE-A7975BF27A0B}"/>
              </a:ext>
            </a:extLst>
          </p:cNvPr>
          <p:cNvSpPr>
            <a:spLocks noGrp="1"/>
          </p:cNvSpPr>
          <p:nvPr/>
        </p:nvSpPr>
        <p:spPr>
          <a:xfrm>
            <a:off x="9620250" y="28098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7" name="shear-arrow-1-b-24">
            <a:extLst>
              <a:ext uri="{FF2B5EF4-FFF2-40B4-BE49-F238E27FC236}">
                <a16:creationId xmlns:a16="http://schemas.microsoft.com/office/drawing/2014/main" id="{19C7EED7-0062-45E9-946B-F36C4AAF3DCB}"/>
              </a:ext>
            </a:extLst>
          </p:cNvPr>
          <p:cNvSpPr>
            <a:spLocks noGrp="1"/>
          </p:cNvSpPr>
          <p:nvPr/>
        </p:nvSpPr>
        <p:spPr>
          <a:xfrm>
            <a:off x="10144125" y="28098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81" name="Conector recto de flecha 80"/>
          <p:cNvCxnSpPr>
            <a:stCxn id="36" idx="3"/>
            <a:endCxn id="37" idx="1"/>
          </p:cNvCxnSpPr>
          <p:nvPr/>
        </p:nvCxnSpPr>
        <p:spPr>
          <a:xfrm>
            <a:off x="9629775" y="2814638"/>
            <a:ext cx="514350" cy="0"/>
          </a:xfrm>
          <a:prstGeom prst="straightConnector1">
            <a:avLst/>
          </a:prstGeom>
          <a:ln w="38100">
            <a:solidFill>
              <a:srgbClr val="2F7E83"/>
            </a:solidFill>
            <a:prstDash val="solid"/>
            <a:tailEnd type="arrow" w="med" len="med"/>
          </a:ln>
        </p:spPr>
      </p:cxnSp>
      <p:sp>
        <p:nvSpPr>
          <p:cNvPr id="39" name="movement-note">
            <a:extLst>
              <a:ext uri="{FF2B5EF4-FFF2-40B4-BE49-F238E27FC236}">
                <a16:creationId xmlns:a16="http://schemas.microsoft.com/office/drawing/2014/main" id="{5E500231-3BA0-4143-9E98-EF4FF1C5C233}"/>
              </a:ext>
            </a:extLst>
          </p:cNvPr>
          <p:cNvSpPr>
            <a:spLocks noGrp="1"/>
          </p:cNvSpPr>
          <p:nvPr/>
        </p:nvSpPr>
        <p:spPr>
          <a:xfrm>
            <a:off x="1524000" y="528637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movimiento relativo cambia de sentido y deflecta los haces; las amplitudes están exageradas para leer la dirección.</a:t>
            </a:r>
          </a:p>
        </p:txBody>
      </p:sp>
      <p:sp>
        <p:nvSpPr>
          <p:cNvPr id="40" name="top-rail-1">
            <a:extLst>
              <a:ext uri="{FF2B5EF4-FFF2-40B4-BE49-F238E27FC236}">
                <a16:creationId xmlns:a16="http://schemas.microsoft.com/office/drawing/2014/main" id="{8BD10B98-FC00-4D47-B172-16B07DACE118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41" name="top-rail-2">
            <a:extLst>
              <a:ext uri="{FF2B5EF4-FFF2-40B4-BE49-F238E27FC236}">
                <a16:creationId xmlns:a16="http://schemas.microsoft.com/office/drawing/2014/main" id="{EB18635E-6334-4BF6-835E-0A7CE4B84346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42" name="top-rail-3">
            <a:extLst>
              <a:ext uri="{FF2B5EF4-FFF2-40B4-BE49-F238E27FC236}">
                <a16:creationId xmlns:a16="http://schemas.microsoft.com/office/drawing/2014/main" id="{D2D990D4-7A39-44F9-8380-DD6A6347E527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43" name="eyebrow">
            <a:extLst>
              <a:ext uri="{FF2B5EF4-FFF2-40B4-BE49-F238E27FC236}">
                <a16:creationId xmlns:a16="http://schemas.microsoft.com/office/drawing/2014/main" id="{CAF255A8-484A-4AE8-8948-7C5FFAFA257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4AFC7868-3B1D-4569-03EA-0551420B1BFD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096C82CE-CA65-4E9F-B5DE-381CC11BA6F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-title">
            <a:extLst>
              <a:ext uri="{FF2B5EF4-FFF2-40B4-BE49-F238E27FC236}">
                <a16:creationId xmlns:a16="http://schemas.microsoft.com/office/drawing/2014/main" id="{99F6AB77-37EA-4692-BCEF-122D7C4EAB8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deflexión del haz cambia la respuesta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C472DB8-7EC6-4A50-BE0F-1236AE7828CD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respuesta no depende solo de “cuánto”, sino también de hacia dónde se deflecta.</a:t>
            </a:r>
          </a:p>
        </p:txBody>
      </p:sp>
      <p:sp>
        <p:nvSpPr>
          <p:cNvPr id="3" name="bundle-title-0">
            <a:extLst>
              <a:ext uri="{FF2B5EF4-FFF2-40B4-BE49-F238E27FC236}">
                <a16:creationId xmlns:a16="http://schemas.microsoft.com/office/drawing/2014/main" id="{CE7397B3-47EA-4A16-854B-E222374E5F10}"/>
              </a:ext>
            </a:extLst>
          </p:cNvPr>
          <p:cNvSpPr>
            <a:spLocks noGrp="1"/>
          </p:cNvSpPr>
          <p:nvPr/>
        </p:nvSpPr>
        <p:spPr>
          <a:xfrm>
            <a:off x="1095375" y="1619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Reposo</a:t>
            </a:r>
          </a:p>
        </p:txBody>
      </p:sp>
      <p:sp>
        <p:nvSpPr>
          <p:cNvPr id="4" name="bundle-hair-0-0">
            <a:extLst>
              <a:ext uri="{FF2B5EF4-FFF2-40B4-BE49-F238E27FC236}">
                <a16:creationId xmlns:a16="http://schemas.microsoft.com/office/drawing/2014/main" id="{1D96340D-6889-4DD4-97C2-FB69C511359A}"/>
              </a:ext>
            </a:extLst>
          </p:cNvPr>
          <p:cNvSpPr>
            <a:spLocks noGrp="1"/>
          </p:cNvSpPr>
          <p:nvPr/>
        </p:nvSpPr>
        <p:spPr>
          <a:xfrm>
            <a:off x="1952625" y="2667000"/>
            <a:ext cx="95250" cy="18097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5" name="bundle-hair-0-1">
            <a:extLst>
              <a:ext uri="{FF2B5EF4-FFF2-40B4-BE49-F238E27FC236}">
                <a16:creationId xmlns:a16="http://schemas.microsoft.com/office/drawing/2014/main" id="{0C984476-458F-4750-9937-18E823AE6EC7}"/>
              </a:ext>
            </a:extLst>
          </p:cNvPr>
          <p:cNvSpPr>
            <a:spLocks noGrp="1"/>
          </p:cNvSpPr>
          <p:nvPr/>
        </p:nvSpPr>
        <p:spPr>
          <a:xfrm>
            <a:off x="2238375" y="2514600"/>
            <a:ext cx="95250" cy="19621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6" name="bundle-hair-0-2">
            <a:extLst>
              <a:ext uri="{FF2B5EF4-FFF2-40B4-BE49-F238E27FC236}">
                <a16:creationId xmlns:a16="http://schemas.microsoft.com/office/drawing/2014/main" id="{93623AE2-C551-4AA1-8086-D11997E126C6}"/>
              </a:ext>
            </a:extLst>
          </p:cNvPr>
          <p:cNvSpPr>
            <a:spLocks noGrp="1"/>
          </p:cNvSpPr>
          <p:nvPr/>
        </p:nvSpPr>
        <p:spPr>
          <a:xfrm>
            <a:off x="2524125" y="2362200"/>
            <a:ext cx="95250" cy="21145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7" name="bundle-hair-0-3">
            <a:extLst>
              <a:ext uri="{FF2B5EF4-FFF2-40B4-BE49-F238E27FC236}">
                <a16:creationId xmlns:a16="http://schemas.microsoft.com/office/drawing/2014/main" id="{7673932E-73FF-4C30-92B6-9C34984B8B7C}"/>
              </a:ext>
            </a:extLst>
          </p:cNvPr>
          <p:cNvSpPr>
            <a:spLocks noGrp="1"/>
          </p:cNvSpPr>
          <p:nvPr/>
        </p:nvSpPr>
        <p:spPr>
          <a:xfrm>
            <a:off x="2809875" y="2209800"/>
            <a:ext cx="95250" cy="22669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8" name="bundle-hair-0-4">
            <a:extLst>
              <a:ext uri="{FF2B5EF4-FFF2-40B4-BE49-F238E27FC236}">
                <a16:creationId xmlns:a16="http://schemas.microsoft.com/office/drawing/2014/main" id="{1C2CC813-A47E-4169-8D3A-7D1B560D7E05}"/>
              </a:ext>
            </a:extLst>
          </p:cNvPr>
          <p:cNvSpPr>
            <a:spLocks noGrp="1"/>
          </p:cNvSpPr>
          <p:nvPr/>
        </p:nvSpPr>
        <p:spPr>
          <a:xfrm>
            <a:off x="3095625" y="2057400"/>
            <a:ext cx="95250" cy="24193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9" name="bundle-body-0">
            <a:extLst>
              <a:ext uri="{FF2B5EF4-FFF2-40B4-BE49-F238E27FC236}">
                <a16:creationId xmlns:a16="http://schemas.microsoft.com/office/drawing/2014/main" id="{301FDDD5-9C8F-4F1B-9BAC-FFF7B1BE453E}"/>
              </a:ext>
            </a:extLst>
          </p:cNvPr>
          <p:cNvSpPr>
            <a:spLocks noGrp="1"/>
          </p:cNvSpPr>
          <p:nvPr/>
        </p:nvSpPr>
        <p:spPr>
          <a:xfrm>
            <a:off x="1095375" y="48101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basal</a:t>
            </a:r>
          </a:p>
        </p:txBody>
      </p:sp>
      <p:sp>
        <p:nvSpPr>
          <p:cNvPr id="10" name="bundle-title-1">
            <a:extLst>
              <a:ext uri="{FF2B5EF4-FFF2-40B4-BE49-F238E27FC236}">
                <a16:creationId xmlns:a16="http://schemas.microsoft.com/office/drawing/2014/main" id="{1D93D643-3839-42AB-A7C6-1D47791386E7}"/>
              </a:ext>
            </a:extLst>
          </p:cNvPr>
          <p:cNvSpPr>
            <a:spLocks noGrp="1"/>
          </p:cNvSpPr>
          <p:nvPr/>
        </p:nvSpPr>
        <p:spPr>
          <a:xfrm>
            <a:off x="4857750" y="1619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Deflexión excitatoria</a:t>
            </a:r>
          </a:p>
        </p:txBody>
      </p:sp>
      <p:sp>
        <p:nvSpPr>
          <p:cNvPr id="11" name="bundle-hair-1-0">
            <a:extLst>
              <a:ext uri="{FF2B5EF4-FFF2-40B4-BE49-F238E27FC236}">
                <a16:creationId xmlns:a16="http://schemas.microsoft.com/office/drawing/2014/main" id="{0B511353-36F5-4F7F-A1DF-ACBFA3BD93DC}"/>
              </a:ext>
            </a:extLst>
          </p:cNvPr>
          <p:cNvSpPr>
            <a:spLocks noGrp="1"/>
          </p:cNvSpPr>
          <p:nvPr/>
        </p:nvSpPr>
        <p:spPr>
          <a:xfrm>
            <a:off x="5715000" y="2667000"/>
            <a:ext cx="95250" cy="18097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2" name="bundle-hair-1-1">
            <a:extLst>
              <a:ext uri="{FF2B5EF4-FFF2-40B4-BE49-F238E27FC236}">
                <a16:creationId xmlns:a16="http://schemas.microsoft.com/office/drawing/2014/main" id="{754CAF07-1409-401B-98BB-4AE449316C85}"/>
              </a:ext>
            </a:extLst>
          </p:cNvPr>
          <p:cNvSpPr>
            <a:spLocks noGrp="1"/>
          </p:cNvSpPr>
          <p:nvPr/>
        </p:nvSpPr>
        <p:spPr>
          <a:xfrm>
            <a:off x="6067425" y="2514600"/>
            <a:ext cx="95250" cy="19621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3" name="bundle-hair-1-2">
            <a:extLst>
              <a:ext uri="{FF2B5EF4-FFF2-40B4-BE49-F238E27FC236}">
                <a16:creationId xmlns:a16="http://schemas.microsoft.com/office/drawing/2014/main" id="{6F996C2F-1CC3-4A22-864F-980B79C90E8F}"/>
              </a:ext>
            </a:extLst>
          </p:cNvPr>
          <p:cNvSpPr>
            <a:spLocks noGrp="1"/>
          </p:cNvSpPr>
          <p:nvPr/>
        </p:nvSpPr>
        <p:spPr>
          <a:xfrm>
            <a:off x="6419850" y="2362200"/>
            <a:ext cx="95250" cy="21145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4" name="bundle-hair-1-3">
            <a:extLst>
              <a:ext uri="{FF2B5EF4-FFF2-40B4-BE49-F238E27FC236}">
                <a16:creationId xmlns:a16="http://schemas.microsoft.com/office/drawing/2014/main" id="{83680C10-8205-49E5-997F-344965BCA442}"/>
              </a:ext>
            </a:extLst>
          </p:cNvPr>
          <p:cNvSpPr>
            <a:spLocks noGrp="1"/>
          </p:cNvSpPr>
          <p:nvPr/>
        </p:nvSpPr>
        <p:spPr>
          <a:xfrm>
            <a:off x="6772275" y="2209800"/>
            <a:ext cx="95250" cy="22669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5" name="bundle-hair-1-4">
            <a:extLst>
              <a:ext uri="{FF2B5EF4-FFF2-40B4-BE49-F238E27FC236}">
                <a16:creationId xmlns:a16="http://schemas.microsoft.com/office/drawing/2014/main" id="{83AC8033-F501-4314-B614-FF68893E5DE6}"/>
              </a:ext>
            </a:extLst>
          </p:cNvPr>
          <p:cNvSpPr>
            <a:spLocks noGrp="1"/>
          </p:cNvSpPr>
          <p:nvPr/>
        </p:nvSpPr>
        <p:spPr>
          <a:xfrm>
            <a:off x="7124700" y="2057400"/>
            <a:ext cx="95250" cy="24193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16" name="bundle-arrow-1-a-25">
            <a:extLst>
              <a:ext uri="{FF2B5EF4-FFF2-40B4-BE49-F238E27FC236}">
                <a16:creationId xmlns:a16="http://schemas.microsoft.com/office/drawing/2014/main" id="{A8FF85DF-840B-4285-B3BF-BDAF0732004F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" name="bundle-arrow-1-b-25">
            <a:extLst>
              <a:ext uri="{FF2B5EF4-FFF2-40B4-BE49-F238E27FC236}">
                <a16:creationId xmlns:a16="http://schemas.microsoft.com/office/drawing/2014/main" id="{4D297A10-791A-485F-9A83-939F7B5B5406}"/>
              </a:ext>
            </a:extLst>
          </p:cNvPr>
          <p:cNvSpPr>
            <a:spLocks noGrp="1"/>
          </p:cNvSpPr>
          <p:nvPr/>
        </p:nvSpPr>
        <p:spPr>
          <a:xfrm>
            <a:off x="7000875" y="2333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1" name="Conector recto de flecha 50"/>
          <p:cNvCxnSpPr>
            <a:stCxn id="16" idx="3"/>
            <a:endCxn id="17" idx="1"/>
          </p:cNvCxnSpPr>
          <p:nvPr/>
        </p:nvCxnSpPr>
        <p:spPr>
          <a:xfrm>
            <a:off x="6105525" y="2338388"/>
            <a:ext cx="895350" cy="0"/>
          </a:xfrm>
          <a:prstGeom prst="straightConnector1">
            <a:avLst/>
          </a:prstGeom>
          <a:ln w="47625">
            <a:solidFill>
              <a:srgbClr val="2F7E83"/>
            </a:solidFill>
            <a:prstDash val="solid"/>
            <a:tailEnd type="arrow" w="med" len="med"/>
          </a:ln>
        </p:spPr>
      </p:cxnSp>
      <p:sp>
        <p:nvSpPr>
          <p:cNvPr id="19" name="bundle-body-1">
            <a:extLst>
              <a:ext uri="{FF2B5EF4-FFF2-40B4-BE49-F238E27FC236}">
                <a16:creationId xmlns:a16="http://schemas.microsoft.com/office/drawing/2014/main" id="{465AFBE4-F693-4B08-A9BA-CB91A1ACCBA5}"/>
              </a:ext>
            </a:extLst>
          </p:cNvPr>
          <p:cNvSpPr>
            <a:spLocks noGrp="1"/>
          </p:cNvSpPr>
          <p:nvPr/>
        </p:nvSpPr>
        <p:spPr>
          <a:xfrm>
            <a:off x="4857750" y="48101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apertura aumenta</a:t>
            </a:r>
          </a:p>
        </p:txBody>
      </p:sp>
      <p:sp>
        <p:nvSpPr>
          <p:cNvPr id="20" name="bundle-title-2">
            <a:extLst>
              <a:ext uri="{FF2B5EF4-FFF2-40B4-BE49-F238E27FC236}">
                <a16:creationId xmlns:a16="http://schemas.microsoft.com/office/drawing/2014/main" id="{A6A7B463-02DD-4D83-A730-FFE0971E875B}"/>
              </a:ext>
            </a:extLst>
          </p:cNvPr>
          <p:cNvSpPr>
            <a:spLocks noGrp="1"/>
          </p:cNvSpPr>
          <p:nvPr/>
        </p:nvSpPr>
        <p:spPr>
          <a:xfrm>
            <a:off x="8620125" y="1619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Dirección opuesta</a:t>
            </a:r>
          </a:p>
        </p:txBody>
      </p:sp>
      <p:sp>
        <p:nvSpPr>
          <p:cNvPr id="21" name="bundle-hair-2-0">
            <a:extLst>
              <a:ext uri="{FF2B5EF4-FFF2-40B4-BE49-F238E27FC236}">
                <a16:creationId xmlns:a16="http://schemas.microsoft.com/office/drawing/2014/main" id="{008C9DFE-C628-471D-9488-751EC371BA0A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95250" cy="18097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22" name="bundle-hair-2-1">
            <a:extLst>
              <a:ext uri="{FF2B5EF4-FFF2-40B4-BE49-F238E27FC236}">
                <a16:creationId xmlns:a16="http://schemas.microsoft.com/office/drawing/2014/main" id="{7B5FEBEE-0059-4535-8F01-D9578E09DF99}"/>
              </a:ext>
            </a:extLst>
          </p:cNvPr>
          <p:cNvSpPr>
            <a:spLocks noGrp="1"/>
          </p:cNvSpPr>
          <p:nvPr/>
        </p:nvSpPr>
        <p:spPr>
          <a:xfrm>
            <a:off x="9696450" y="2514600"/>
            <a:ext cx="95250" cy="19621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23" name="bundle-hair-2-2">
            <a:extLst>
              <a:ext uri="{FF2B5EF4-FFF2-40B4-BE49-F238E27FC236}">
                <a16:creationId xmlns:a16="http://schemas.microsoft.com/office/drawing/2014/main" id="{91D3B4BE-22F0-4AC0-9D92-AE82EFDC38B1}"/>
              </a:ext>
            </a:extLst>
          </p:cNvPr>
          <p:cNvSpPr>
            <a:spLocks noGrp="1"/>
          </p:cNvSpPr>
          <p:nvPr/>
        </p:nvSpPr>
        <p:spPr>
          <a:xfrm>
            <a:off x="9915525" y="2362200"/>
            <a:ext cx="95250" cy="21145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24" name="bundle-hair-2-3">
            <a:extLst>
              <a:ext uri="{FF2B5EF4-FFF2-40B4-BE49-F238E27FC236}">
                <a16:creationId xmlns:a16="http://schemas.microsoft.com/office/drawing/2014/main" id="{B1948B30-1FA2-432D-9E83-F954D56FF892}"/>
              </a:ext>
            </a:extLst>
          </p:cNvPr>
          <p:cNvSpPr>
            <a:spLocks noGrp="1"/>
          </p:cNvSpPr>
          <p:nvPr/>
        </p:nvSpPr>
        <p:spPr>
          <a:xfrm>
            <a:off x="10134600" y="2209800"/>
            <a:ext cx="95250" cy="22669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25" name="bundle-hair-2-4">
            <a:extLst>
              <a:ext uri="{FF2B5EF4-FFF2-40B4-BE49-F238E27FC236}">
                <a16:creationId xmlns:a16="http://schemas.microsoft.com/office/drawing/2014/main" id="{6AB88D5D-D2A9-4E84-81AB-7E0F71A5C6B7}"/>
              </a:ext>
            </a:extLst>
          </p:cNvPr>
          <p:cNvSpPr>
            <a:spLocks noGrp="1"/>
          </p:cNvSpPr>
          <p:nvPr/>
        </p:nvSpPr>
        <p:spPr>
          <a:xfrm>
            <a:off x="10353675" y="2057400"/>
            <a:ext cx="95250" cy="2419350"/>
          </a:xfrm>
          <a:prstGeom prst="rect">
            <a:avLst/>
          </a:prstGeom>
          <a:solidFill>
            <a:srgbClr val="3D3D3D"/>
          </a:solidFill>
          <a:ln w="9525">
            <a:solidFill>
              <a:srgbClr val="3D3D3D"/>
            </a:solidFill>
            <a:prstDash val="solid"/>
          </a:ln>
        </p:spPr>
      </p:sp>
      <p:sp>
        <p:nvSpPr>
          <p:cNvPr id="26" name="bundle-arrow-2-a-26">
            <a:extLst>
              <a:ext uri="{FF2B5EF4-FFF2-40B4-BE49-F238E27FC236}">
                <a16:creationId xmlns:a16="http://schemas.microsoft.com/office/drawing/2014/main" id="{AD4374EB-E203-407A-9154-F0B216174996}"/>
              </a:ext>
            </a:extLst>
          </p:cNvPr>
          <p:cNvSpPr>
            <a:spLocks noGrp="1"/>
          </p:cNvSpPr>
          <p:nvPr/>
        </p:nvSpPr>
        <p:spPr>
          <a:xfrm>
            <a:off x="9858375" y="2333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7" name="bundle-arrow-2-b-26">
            <a:extLst>
              <a:ext uri="{FF2B5EF4-FFF2-40B4-BE49-F238E27FC236}">
                <a16:creationId xmlns:a16="http://schemas.microsoft.com/office/drawing/2014/main" id="{D72C845E-DF22-4FA2-AA2E-6EB57106E067}"/>
              </a:ext>
            </a:extLst>
          </p:cNvPr>
          <p:cNvSpPr>
            <a:spLocks noGrp="1"/>
          </p:cNvSpPr>
          <p:nvPr/>
        </p:nvSpPr>
        <p:spPr>
          <a:xfrm>
            <a:off x="8953500" y="233362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61" name="Conector recto de flecha 60"/>
          <p:cNvCxnSpPr>
            <a:stCxn id="26" idx="3"/>
            <a:endCxn id="27" idx="1"/>
          </p:cNvCxnSpPr>
          <p:nvPr/>
        </p:nvCxnSpPr>
        <p:spPr>
          <a:xfrm flipH="1">
            <a:off x="8953500" y="2338388"/>
            <a:ext cx="914400" cy="0"/>
          </a:xfrm>
          <a:prstGeom prst="straightConnector1">
            <a:avLst/>
          </a:prstGeom>
          <a:ln w="47625">
            <a:solidFill>
              <a:srgbClr val="9F541A"/>
            </a:solidFill>
            <a:prstDash val="solid"/>
            <a:tailEnd type="arrow" w="med" len="med"/>
          </a:ln>
        </p:spPr>
      </p:cxnSp>
      <p:sp>
        <p:nvSpPr>
          <p:cNvPr id="29" name="bundle-body-2">
            <a:extLst>
              <a:ext uri="{FF2B5EF4-FFF2-40B4-BE49-F238E27FC236}">
                <a16:creationId xmlns:a16="http://schemas.microsoft.com/office/drawing/2014/main" id="{A628283D-76C1-4766-B197-953BDE0E7F86}"/>
              </a:ext>
            </a:extLst>
          </p:cNvPr>
          <p:cNvSpPr>
            <a:spLocks noGrp="1"/>
          </p:cNvSpPr>
          <p:nvPr/>
        </p:nvSpPr>
        <p:spPr>
          <a:xfrm>
            <a:off x="8620125" y="48101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apertura disminuye</a:t>
            </a:r>
          </a:p>
        </p:txBody>
      </p:sp>
      <p:sp>
        <p:nvSpPr>
          <p:cNvPr id="30" name="top-rail-1">
            <a:extLst>
              <a:ext uri="{FF2B5EF4-FFF2-40B4-BE49-F238E27FC236}">
                <a16:creationId xmlns:a16="http://schemas.microsoft.com/office/drawing/2014/main" id="{53FFDC10-9995-42F5-968F-7477D3043A9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1" name="top-rail-2">
            <a:extLst>
              <a:ext uri="{FF2B5EF4-FFF2-40B4-BE49-F238E27FC236}">
                <a16:creationId xmlns:a16="http://schemas.microsoft.com/office/drawing/2014/main" id="{3A052381-17B8-4667-A7EC-040763CAD426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2" name="top-rail-3">
            <a:extLst>
              <a:ext uri="{FF2B5EF4-FFF2-40B4-BE49-F238E27FC236}">
                <a16:creationId xmlns:a16="http://schemas.microsoft.com/office/drawing/2014/main" id="{386DA894-4D83-418A-94B7-1B7436063DF3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3" name="eyebrow">
            <a:extLst>
              <a:ext uri="{FF2B5EF4-FFF2-40B4-BE49-F238E27FC236}">
                <a16:creationId xmlns:a16="http://schemas.microsoft.com/office/drawing/2014/main" id="{D69CA6BF-40DC-405B-A284-23E606E4AFC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18" name="auto-slide-number">
            <a:extLst>
              <a:ext uri="{FF2B5EF4-FFF2-40B4-BE49-F238E27FC236}">
                <a16:creationId xmlns:a16="http://schemas.microsoft.com/office/drawing/2014/main" id="{635E7FA5-E4B4-653B-0806-9E159E9D3F6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605E4F5-26A3-42DB-8FC9-CDC445992974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title">
            <a:extLst>
              <a:ext uri="{FF2B5EF4-FFF2-40B4-BE49-F238E27FC236}">
                <a16:creationId xmlns:a16="http://schemas.microsoft.com/office/drawing/2014/main" id="{AABE40F7-7C70-4F2D-A10B-40FAE003FE2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CCI y CCE comparten transducción, pero no función global</a:t>
            </a:r>
          </a:p>
        </p:txBody>
      </p:sp>
      <p:sp>
        <p:nvSpPr>
          <p:cNvPr id="2" name="U06-DG-044-common_input-anchor">
            <a:extLst>
              <a:ext uri="{FF2B5EF4-FFF2-40B4-BE49-F238E27FC236}">
                <a16:creationId xmlns:a16="http://schemas.microsoft.com/office/drawing/2014/main" id="{09D1C4B3-631F-449F-8FC5-C80FE429013D}"/>
              </a:ext>
            </a:extLst>
          </p:cNvPr>
          <p:cNvSpPr>
            <a:spLocks noGrp="1"/>
          </p:cNvSpPr>
          <p:nvPr/>
        </p:nvSpPr>
        <p:spPr>
          <a:xfrm>
            <a:off x="3714750" y="1190625"/>
            <a:ext cx="476250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44-common_response-anchor">
            <a:extLst>
              <a:ext uri="{FF2B5EF4-FFF2-40B4-BE49-F238E27FC236}">
                <a16:creationId xmlns:a16="http://schemas.microsoft.com/office/drawing/2014/main" id="{BAFDD04C-97EB-4F90-B417-D5EC4FA9B459}"/>
              </a:ext>
            </a:extLst>
          </p:cNvPr>
          <p:cNvSpPr>
            <a:spLocks noGrp="1"/>
          </p:cNvSpPr>
          <p:nvPr/>
        </p:nvSpPr>
        <p:spPr>
          <a:xfrm>
            <a:off x="3714750" y="2476500"/>
            <a:ext cx="476250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44-cci-anchor">
            <a:extLst>
              <a:ext uri="{FF2B5EF4-FFF2-40B4-BE49-F238E27FC236}">
                <a16:creationId xmlns:a16="http://schemas.microsoft.com/office/drawing/2014/main" id="{74925258-E9FE-4E51-857E-A728DD062C28}"/>
              </a:ext>
            </a:extLst>
          </p:cNvPr>
          <p:cNvSpPr>
            <a:spLocks noGrp="1"/>
          </p:cNvSpPr>
          <p:nvPr/>
        </p:nvSpPr>
        <p:spPr>
          <a:xfrm>
            <a:off x="1000125" y="3905250"/>
            <a:ext cx="2857500" cy="857250"/>
          </a:xfrm>
          <a:prstGeom prst="roundRect">
            <a:avLst>
              <a:gd name="adj" fmla="val 11111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4-cci_output-anchor">
            <a:extLst>
              <a:ext uri="{FF2B5EF4-FFF2-40B4-BE49-F238E27FC236}">
                <a16:creationId xmlns:a16="http://schemas.microsoft.com/office/drawing/2014/main" id="{4F7AF7B4-1DC7-470E-9295-E09ED5FBD5C2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285750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4-cce-anchor">
            <a:extLst>
              <a:ext uri="{FF2B5EF4-FFF2-40B4-BE49-F238E27FC236}">
                <a16:creationId xmlns:a16="http://schemas.microsoft.com/office/drawing/2014/main" id="{4EEF9F8C-3342-43C8-B49E-B3785213D8CD}"/>
              </a:ext>
            </a:extLst>
          </p:cNvPr>
          <p:cNvSpPr>
            <a:spLocks noGrp="1"/>
          </p:cNvSpPr>
          <p:nvPr/>
        </p:nvSpPr>
        <p:spPr>
          <a:xfrm>
            <a:off x="8334375" y="3905250"/>
            <a:ext cx="2857500" cy="857250"/>
          </a:xfrm>
          <a:prstGeom prst="roundRect">
            <a:avLst>
              <a:gd name="adj" fmla="val 11111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4-cce_output-anchor">
            <a:extLst>
              <a:ext uri="{FF2B5EF4-FFF2-40B4-BE49-F238E27FC236}">
                <a16:creationId xmlns:a16="http://schemas.microsoft.com/office/drawing/2014/main" id="{56A42FD3-B3CC-4236-8B18-3B862AD8843B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285750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cxnSp>
        <p:nvCxnSpPr>
          <p:cNvPr id="39" name="U06-DG-044-common_1"/>
          <p:cNvCxnSpPr>
            <a:stCxn id="2" idx="2"/>
            <a:endCxn id="3" idx="0"/>
          </p:cNvCxnSpPr>
          <p:nvPr/>
        </p:nvCxnSpPr>
        <p:spPr>
          <a:xfrm>
            <a:off x="6096000" y="2238375"/>
            <a:ext cx="0" cy="23812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44-branch_cci"/>
          <p:cNvCxnSpPr>
            <a:stCxn id="3" idx="1"/>
            <a:endCxn id="4" idx="3"/>
          </p:cNvCxnSpPr>
          <p:nvPr/>
        </p:nvCxnSpPr>
        <p:spPr>
          <a:xfrm>
            <a:off x="3486150" y="3000375"/>
            <a:ext cx="600075" cy="1333500"/>
          </a:xfrm>
          <a:prstGeom prst="bentConnector4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44-branch_cce"/>
          <p:cNvCxnSpPr>
            <a:stCxn id="3" idx="3"/>
            <a:endCxn id="6" idx="1"/>
          </p:cNvCxnSpPr>
          <p:nvPr/>
        </p:nvCxnSpPr>
        <p:spPr>
          <a:xfrm flipH="1">
            <a:off x="8105775" y="3000375"/>
            <a:ext cx="600075" cy="1333500"/>
          </a:xfrm>
          <a:prstGeom prst="bentConnector4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6-DG-044-cci_chain"/>
          <p:cNvCxnSpPr>
            <a:stCxn id="4" idx="2"/>
            <a:endCxn id="5" idx="0"/>
          </p:cNvCxnSpPr>
          <p:nvPr/>
        </p:nvCxnSpPr>
        <p:spPr>
          <a:xfrm>
            <a:off x="2428875" y="4762500"/>
            <a:ext cx="0" cy="190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6-DG-044-cce_chain"/>
          <p:cNvCxnSpPr>
            <a:stCxn id="6" idx="2"/>
            <a:endCxn id="7" idx="0"/>
          </p:cNvCxnSpPr>
          <p:nvPr/>
        </p:nvCxnSpPr>
        <p:spPr>
          <a:xfrm>
            <a:off x="9763125" y="4762500"/>
            <a:ext cx="0" cy="190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06-DG-044-common_input-box" descr="Diagrama sobre «CCI y CCE comparten transducción, pero no función global»; organiza comparación por entrada, salida inmediata, conexión y consecuencia." title="Texto alternativo U06-076">
            <a:extLst>
              <a:ext uri="{FF2B5EF4-FFF2-40B4-BE49-F238E27FC236}">
                <a16:creationId xmlns:a16="http://schemas.microsoft.com/office/drawing/2014/main" id="{C14F5C35-2A54-4694-B3BE-8C0952AF848F}"/>
              </a:ext>
            </a:extLst>
          </p:cNvPr>
          <p:cNvSpPr>
            <a:spLocks noGrp="1"/>
          </p:cNvSpPr>
          <p:nvPr/>
        </p:nvSpPr>
        <p:spPr>
          <a:xfrm>
            <a:off x="3714750" y="1190625"/>
            <a:ext cx="4762500" cy="1047750"/>
          </a:xfrm>
          <a:prstGeom prst="roundRect">
            <a:avLst>
              <a:gd name="adj" fmla="val 9091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4" name="U06-DG-044-common_input-title">
            <a:extLst>
              <a:ext uri="{FF2B5EF4-FFF2-40B4-BE49-F238E27FC236}">
                <a16:creationId xmlns:a16="http://schemas.microsoft.com/office/drawing/2014/main" id="{0DA7CE04-D618-4F10-8833-17886D9EDD18}"/>
              </a:ext>
            </a:extLst>
          </p:cNvPr>
          <p:cNvSpPr>
            <a:spLocks noGrp="1"/>
          </p:cNvSpPr>
          <p:nvPr/>
        </p:nvSpPr>
        <p:spPr>
          <a:xfrm>
            <a:off x="3905250" y="13335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5" name="U06-DG-044-common_input-body">
            <a:extLst>
              <a:ext uri="{FF2B5EF4-FFF2-40B4-BE49-F238E27FC236}">
                <a16:creationId xmlns:a16="http://schemas.microsoft.com/office/drawing/2014/main" id="{B414156D-19FE-4C3C-8897-8717D9CA8055}"/>
              </a:ext>
            </a:extLst>
          </p:cNvPr>
          <p:cNvSpPr>
            <a:spLocks noGrp="1"/>
          </p:cNvSpPr>
          <p:nvPr/>
        </p:nvSpPr>
        <p:spPr>
          <a:xfrm>
            <a:off x="3905250" y="17811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mecánica</a:t>
            </a:r>
          </a:p>
        </p:txBody>
      </p:sp>
      <p:sp>
        <p:nvSpPr>
          <p:cNvPr id="16" name="U06-DG-044-common_response-box">
            <a:extLst>
              <a:ext uri="{FF2B5EF4-FFF2-40B4-BE49-F238E27FC236}">
                <a16:creationId xmlns:a16="http://schemas.microsoft.com/office/drawing/2014/main" id="{1445DDCD-D1A3-43EF-A81D-4E8E8E5F8063}"/>
              </a:ext>
            </a:extLst>
          </p:cNvPr>
          <p:cNvSpPr>
            <a:spLocks noGrp="1"/>
          </p:cNvSpPr>
          <p:nvPr/>
        </p:nvSpPr>
        <p:spPr>
          <a:xfrm>
            <a:off x="3714750" y="2476500"/>
            <a:ext cx="4762500" cy="1047750"/>
          </a:xfrm>
          <a:prstGeom prst="roundRect">
            <a:avLst>
              <a:gd name="adj" fmla="val 909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7" name="U06-DG-044-common_response-title">
            <a:extLst>
              <a:ext uri="{FF2B5EF4-FFF2-40B4-BE49-F238E27FC236}">
                <a16:creationId xmlns:a16="http://schemas.microsoft.com/office/drawing/2014/main" id="{E3FEFDA1-66BD-4EDC-96A6-CFFEE0D87082}"/>
              </a:ext>
            </a:extLst>
          </p:cNvPr>
          <p:cNvSpPr>
            <a:spLocks noGrp="1"/>
          </p:cNvSpPr>
          <p:nvPr/>
        </p:nvSpPr>
        <p:spPr>
          <a:xfrm>
            <a:off x="3905250" y="2619375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18" name="U06-DG-044-common_response-body">
            <a:extLst>
              <a:ext uri="{FF2B5EF4-FFF2-40B4-BE49-F238E27FC236}">
                <a16:creationId xmlns:a16="http://schemas.microsoft.com/office/drawing/2014/main" id="{D1A9B3F6-6D86-4082-BE95-2F91C34952F2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graduada</a:t>
            </a:r>
          </a:p>
        </p:txBody>
      </p:sp>
      <p:sp>
        <p:nvSpPr>
          <p:cNvPr id="19" name="U06-DG-044-cci-box">
            <a:extLst>
              <a:ext uri="{FF2B5EF4-FFF2-40B4-BE49-F238E27FC236}">
                <a16:creationId xmlns:a16="http://schemas.microsoft.com/office/drawing/2014/main" id="{035B9C6B-A75E-4B8D-A9D6-00A85E469A86}"/>
              </a:ext>
            </a:extLst>
          </p:cNvPr>
          <p:cNvSpPr>
            <a:spLocks noGrp="1"/>
          </p:cNvSpPr>
          <p:nvPr/>
        </p:nvSpPr>
        <p:spPr>
          <a:xfrm>
            <a:off x="1000125" y="3905250"/>
            <a:ext cx="2857500" cy="857250"/>
          </a:xfrm>
          <a:prstGeom prst="roundRect">
            <a:avLst>
              <a:gd name="adj" fmla="val 1111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44-cci-title">
            <a:extLst>
              <a:ext uri="{FF2B5EF4-FFF2-40B4-BE49-F238E27FC236}">
                <a16:creationId xmlns:a16="http://schemas.microsoft.com/office/drawing/2014/main" id="{9266CB40-314B-472B-9A8D-C2460D88B24E}"/>
              </a:ext>
            </a:extLst>
          </p:cNvPr>
          <p:cNvSpPr>
            <a:spLocks noGrp="1"/>
          </p:cNvSpPr>
          <p:nvPr/>
        </p:nvSpPr>
        <p:spPr>
          <a:xfrm>
            <a:off x="1190625" y="41529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CCI</a:t>
            </a:r>
          </a:p>
        </p:txBody>
      </p:sp>
      <p:sp>
        <p:nvSpPr>
          <p:cNvPr id="21" name="U06-DG-044-cci_output-box">
            <a:extLst>
              <a:ext uri="{FF2B5EF4-FFF2-40B4-BE49-F238E27FC236}">
                <a16:creationId xmlns:a16="http://schemas.microsoft.com/office/drawing/2014/main" id="{F748F139-7353-40E7-8FFC-3BD277230DA1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2" name="U06-DG-044-cci_output-title">
            <a:extLst>
              <a:ext uri="{FF2B5EF4-FFF2-40B4-BE49-F238E27FC236}">
                <a16:creationId xmlns:a16="http://schemas.microsoft.com/office/drawing/2014/main" id="{0E1477ED-E5C3-40AD-A15F-915E11A2BD6A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Sinapsis</a:t>
            </a:r>
          </a:p>
        </p:txBody>
      </p:sp>
      <p:sp>
        <p:nvSpPr>
          <p:cNvPr id="23" name="U06-DG-044-cci_output-body">
            <a:extLst>
              <a:ext uri="{FF2B5EF4-FFF2-40B4-BE49-F238E27FC236}">
                <a16:creationId xmlns:a16="http://schemas.microsoft.com/office/drawing/2014/main" id="{199C4874-92D7-43E8-9B73-6299343EFCA1}"/>
              </a:ext>
            </a:extLst>
          </p:cNvPr>
          <p:cNvSpPr>
            <a:spLocks noGrp="1"/>
          </p:cNvSpPr>
          <p:nvPr/>
        </p:nvSpPr>
        <p:spPr>
          <a:xfrm>
            <a:off x="1190625" y="55435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24" name="U06-DG-044-cce-box">
            <a:extLst>
              <a:ext uri="{FF2B5EF4-FFF2-40B4-BE49-F238E27FC236}">
                <a16:creationId xmlns:a16="http://schemas.microsoft.com/office/drawing/2014/main" id="{5B147266-79C3-41B4-8266-D7DE6062AF9E}"/>
              </a:ext>
            </a:extLst>
          </p:cNvPr>
          <p:cNvSpPr>
            <a:spLocks noGrp="1"/>
          </p:cNvSpPr>
          <p:nvPr/>
        </p:nvSpPr>
        <p:spPr>
          <a:xfrm>
            <a:off x="8334375" y="3905250"/>
            <a:ext cx="2857500" cy="857250"/>
          </a:xfrm>
          <a:prstGeom prst="roundRect">
            <a:avLst>
              <a:gd name="adj" fmla="val 1111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5" name="U06-DG-044-cce-title">
            <a:extLst>
              <a:ext uri="{FF2B5EF4-FFF2-40B4-BE49-F238E27FC236}">
                <a16:creationId xmlns:a16="http://schemas.microsoft.com/office/drawing/2014/main" id="{B62382A2-5828-459A-9BF2-066F6482C84E}"/>
              </a:ext>
            </a:extLst>
          </p:cNvPr>
          <p:cNvSpPr>
            <a:spLocks noGrp="1"/>
          </p:cNvSpPr>
          <p:nvPr/>
        </p:nvSpPr>
        <p:spPr>
          <a:xfrm>
            <a:off x="8524875" y="41529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6" name="U06-DG-044-cce_output-box">
            <a:extLst>
              <a:ext uri="{FF2B5EF4-FFF2-40B4-BE49-F238E27FC236}">
                <a16:creationId xmlns:a16="http://schemas.microsoft.com/office/drawing/2014/main" id="{EDD365B6-FE89-4AEF-92EF-D46E1FC07283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7" name="U06-DG-044-cce_output-title">
            <a:extLst>
              <a:ext uri="{FF2B5EF4-FFF2-40B4-BE49-F238E27FC236}">
                <a16:creationId xmlns:a16="http://schemas.microsoft.com/office/drawing/2014/main" id="{6546F630-C6FA-4AD8-B631-3DF1EE03E8A8}"/>
              </a:ext>
            </a:extLst>
          </p:cNvPr>
          <p:cNvSpPr>
            <a:spLocks noGrp="1"/>
          </p:cNvSpPr>
          <p:nvPr/>
        </p:nvSpPr>
        <p:spPr>
          <a:xfrm>
            <a:off x="8524875" y="5114925"/>
            <a:ext cx="247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Trabajo mecánico</a:t>
            </a:r>
          </a:p>
        </p:txBody>
      </p:sp>
      <p:sp>
        <p:nvSpPr>
          <p:cNvPr id="28" name="top-rail-1">
            <a:extLst>
              <a:ext uri="{FF2B5EF4-FFF2-40B4-BE49-F238E27FC236}">
                <a16:creationId xmlns:a16="http://schemas.microsoft.com/office/drawing/2014/main" id="{7569166D-235A-4545-80FF-AAD9C9EDDE06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9" name="top-rail-2">
            <a:extLst>
              <a:ext uri="{FF2B5EF4-FFF2-40B4-BE49-F238E27FC236}">
                <a16:creationId xmlns:a16="http://schemas.microsoft.com/office/drawing/2014/main" id="{D725AE71-D7DF-486C-B556-DDA3111CD627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0" name="top-rail-3">
            <a:extLst>
              <a:ext uri="{FF2B5EF4-FFF2-40B4-BE49-F238E27FC236}">
                <a16:creationId xmlns:a16="http://schemas.microsoft.com/office/drawing/2014/main" id="{18118347-F01E-4BF7-B732-6BA998111125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1" name="eyebrow">
            <a:extLst>
              <a:ext uri="{FF2B5EF4-FFF2-40B4-BE49-F238E27FC236}">
                <a16:creationId xmlns:a16="http://schemas.microsoft.com/office/drawing/2014/main" id="{DD326689-BB71-4E1E-8C9D-5CB07B7A18C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52A0F6AD-6649-FAB9-6BC3-C4571EA0850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BEA2D81-CA72-49FB-A442-96F2950EF0FE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49F2C39E-80C2-4BEA-B795-025A372D43E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CCI constituyen la vía aferente principal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D68BBE6-C4BE-4638-AA33-A936E453E046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señal neural principal comienza después de una transmisión sináptica.</a:t>
            </a:r>
          </a:p>
        </p:txBody>
      </p:sp>
      <p:sp>
        <p:nvSpPr>
          <p:cNvPr id="3" name="U06-DG-045-stage_1-anchor">
            <a:extLst>
              <a:ext uri="{FF2B5EF4-FFF2-40B4-BE49-F238E27FC236}">
                <a16:creationId xmlns:a16="http://schemas.microsoft.com/office/drawing/2014/main" id="{3709BB33-6122-4F11-8ED5-0C4B0ACA33E7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45-stage_2-anchor">
            <a:extLst>
              <a:ext uri="{FF2B5EF4-FFF2-40B4-BE49-F238E27FC236}">
                <a16:creationId xmlns:a16="http://schemas.microsoft.com/office/drawing/2014/main" id="{96CC1B74-E1BD-4E36-871E-85CB1CB22318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5-stage_3-anchor">
            <a:extLst>
              <a:ext uri="{FF2B5EF4-FFF2-40B4-BE49-F238E27FC236}">
                <a16:creationId xmlns:a16="http://schemas.microsoft.com/office/drawing/2014/main" id="{3DDE94C6-D05F-4949-8B78-CE70BFE12C34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5-stage_4-anchor">
            <a:extLst>
              <a:ext uri="{FF2B5EF4-FFF2-40B4-BE49-F238E27FC236}">
                <a16:creationId xmlns:a16="http://schemas.microsoft.com/office/drawing/2014/main" id="{CC0C4CBE-55E5-4238-9D05-522E8B897FC3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45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45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45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45-stage_1-box" descr="Diagrama sobre «Las CCI constituyen la vía aferente principal»; organiza cci → potencial receptor → glutamato → fibra aferente; detalle reducido." title="Texto alternativo U06-077">
            <a:extLst>
              <a:ext uri="{FF2B5EF4-FFF2-40B4-BE49-F238E27FC236}">
                <a16:creationId xmlns:a16="http://schemas.microsoft.com/office/drawing/2014/main" id="{85F04538-0F6F-479A-BD94-02F304347E55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45-stage_1-title">
            <a:extLst>
              <a:ext uri="{FF2B5EF4-FFF2-40B4-BE49-F238E27FC236}">
                <a16:creationId xmlns:a16="http://schemas.microsoft.com/office/drawing/2014/main" id="{EC9B1B49-EC30-41DC-AFD3-9FADAF0FA06C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Haz de CCI</a:t>
            </a:r>
          </a:p>
        </p:txBody>
      </p:sp>
      <p:sp>
        <p:nvSpPr>
          <p:cNvPr id="12" name="U06-DG-045-stage_1-body">
            <a:extLst>
              <a:ext uri="{FF2B5EF4-FFF2-40B4-BE49-F238E27FC236}">
                <a16:creationId xmlns:a16="http://schemas.microsoft.com/office/drawing/2014/main" id="{FD313B9E-D405-4739-8A7B-BA2EE484A914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deflecta</a:t>
            </a:r>
          </a:p>
        </p:txBody>
      </p:sp>
      <p:sp>
        <p:nvSpPr>
          <p:cNvPr id="13" name="U06-DG-045-stage_2-box">
            <a:extLst>
              <a:ext uri="{FF2B5EF4-FFF2-40B4-BE49-F238E27FC236}">
                <a16:creationId xmlns:a16="http://schemas.microsoft.com/office/drawing/2014/main" id="{7ECA1063-3202-4F82-859B-F4B22BB1C3C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4" name="U06-DG-045-stage_2-title">
            <a:extLst>
              <a:ext uri="{FF2B5EF4-FFF2-40B4-BE49-F238E27FC236}">
                <a16:creationId xmlns:a16="http://schemas.microsoft.com/office/drawing/2014/main" id="{6A8C58D6-5C84-4A2D-BA74-E5925F6B8D5F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15" name="U06-DG-045-stage_2-body">
            <a:extLst>
              <a:ext uri="{FF2B5EF4-FFF2-40B4-BE49-F238E27FC236}">
                <a16:creationId xmlns:a16="http://schemas.microsoft.com/office/drawing/2014/main" id="{76609400-8440-47B7-B20F-01DE46F1EB33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graduado</a:t>
            </a:r>
          </a:p>
        </p:txBody>
      </p:sp>
      <p:sp>
        <p:nvSpPr>
          <p:cNvPr id="16" name="U06-DG-045-stage_3-box">
            <a:extLst>
              <a:ext uri="{FF2B5EF4-FFF2-40B4-BE49-F238E27FC236}">
                <a16:creationId xmlns:a16="http://schemas.microsoft.com/office/drawing/2014/main" id="{F6E70879-CA59-4CDF-8599-00A42AD9FA22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45-stage_3-title">
            <a:extLst>
              <a:ext uri="{FF2B5EF4-FFF2-40B4-BE49-F238E27FC236}">
                <a16:creationId xmlns:a16="http://schemas.microsoft.com/office/drawing/2014/main" id="{329E25F6-2EE1-47F7-A1B3-05D56A5CCF05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Glutamato</a:t>
            </a:r>
          </a:p>
        </p:txBody>
      </p:sp>
      <p:sp>
        <p:nvSpPr>
          <p:cNvPr id="18" name="U06-DG-045-stage_3-body">
            <a:extLst>
              <a:ext uri="{FF2B5EF4-FFF2-40B4-BE49-F238E27FC236}">
                <a16:creationId xmlns:a16="http://schemas.microsoft.com/office/drawing/2014/main" id="{44242211-569E-4C60-8204-1BFCF5ED7ECB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sinapsis</a:t>
            </a:r>
          </a:p>
        </p:txBody>
      </p:sp>
      <p:sp>
        <p:nvSpPr>
          <p:cNvPr id="19" name="U06-DG-045-stage_4-box">
            <a:extLst>
              <a:ext uri="{FF2B5EF4-FFF2-40B4-BE49-F238E27FC236}">
                <a16:creationId xmlns:a16="http://schemas.microsoft.com/office/drawing/2014/main" id="{7949B890-BCFE-4A07-A74C-7D9727B4E53F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45-stage_4-title">
            <a:extLst>
              <a:ext uri="{FF2B5EF4-FFF2-40B4-BE49-F238E27FC236}">
                <a16:creationId xmlns:a16="http://schemas.microsoft.com/office/drawing/2014/main" id="{0DDADC6A-E8F2-4303-A858-8BE0017340B9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21" name="U06-DG-045-stage_4-body">
            <a:extLst>
              <a:ext uri="{FF2B5EF4-FFF2-40B4-BE49-F238E27FC236}">
                <a16:creationId xmlns:a16="http://schemas.microsoft.com/office/drawing/2014/main" id="{CDFA7F05-1100-4999-9BD2-EBF1F3D4E3C3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de acción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BBA55005-3F9E-4C34-B05E-ECC01FE11BBC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DA98837C-DBFB-4891-A91D-2B88AC20012A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773E09CB-D394-47FF-8295-07E472C31658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8B18AB99-F059-4B70-9FD0-FA6B5A7C5B8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08645FAE-E676-0082-B07B-A0B97456EAD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FF986D1-D448-492F-AC83-65E08F03D18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>
            <a:extLst>
              <a:ext uri="{FF2B5EF4-FFF2-40B4-BE49-F238E27FC236}">
                <a16:creationId xmlns:a16="http://schemas.microsoft.com/office/drawing/2014/main" id="{51644B13-4E84-4466-8A32-AF2FC289EB4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CCE realimentan la mecánica coclear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B8CA022-94CD-4339-AFD8-5814575EE221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Cambios de longitud asociados con prestina modifican la partición, especialmente para señales débiles.</a:t>
            </a:r>
          </a:p>
        </p:txBody>
      </p:sp>
      <p:sp>
        <p:nvSpPr>
          <p:cNvPr id="3" name="U06-DG-046-stage_1-anchor">
            <a:extLst>
              <a:ext uri="{FF2B5EF4-FFF2-40B4-BE49-F238E27FC236}">
                <a16:creationId xmlns:a16="http://schemas.microsoft.com/office/drawing/2014/main" id="{4B8D832D-CF76-4ADD-ADC1-47E5BBC35244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46-stage_2-anchor">
            <a:extLst>
              <a:ext uri="{FF2B5EF4-FFF2-40B4-BE49-F238E27FC236}">
                <a16:creationId xmlns:a16="http://schemas.microsoft.com/office/drawing/2014/main" id="{B56B52D2-5EA2-4343-A025-03EDE6F87E8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6-stage_3-anchor">
            <a:extLst>
              <a:ext uri="{FF2B5EF4-FFF2-40B4-BE49-F238E27FC236}">
                <a16:creationId xmlns:a16="http://schemas.microsoft.com/office/drawing/2014/main" id="{4B5A3F32-82F8-40FC-BB1B-0998704FB88F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6-stage_4-anchor">
            <a:extLst>
              <a:ext uri="{FF2B5EF4-FFF2-40B4-BE49-F238E27FC236}">
                <a16:creationId xmlns:a16="http://schemas.microsoft.com/office/drawing/2014/main" id="{B2ADE2C9-4B39-4EB1-A08A-56404DE2A9D6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3" name="U06-DG-046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46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U06-DG-046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U06-DG-046-feedback"/>
          <p:cNvCxnSpPr>
            <a:stCxn id="6" idx="1"/>
            <a:endCxn id="3" idx="3"/>
          </p:cNvCxnSpPr>
          <p:nvPr/>
        </p:nvCxnSpPr>
        <p:spPr>
          <a:xfrm flipH="1">
            <a:off x="3209925" y="3262313"/>
            <a:ext cx="577215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1" name="U06-DG-046-stage_1-box" descr="Diagrama sobre «Las CCE realimentan la mecánica coclear»; organiza cce → cambio de longitud → realimentación → sensibilidad/selectividad/compresión." title="Texto alternativo U06-078">
            <a:extLst>
              <a:ext uri="{FF2B5EF4-FFF2-40B4-BE49-F238E27FC236}">
                <a16:creationId xmlns:a16="http://schemas.microsoft.com/office/drawing/2014/main" id="{47219A17-3CE1-4F11-8858-67296CE7F6CF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2" name="U06-DG-046-stage_1-title">
            <a:extLst>
              <a:ext uri="{FF2B5EF4-FFF2-40B4-BE49-F238E27FC236}">
                <a16:creationId xmlns:a16="http://schemas.microsoft.com/office/drawing/2014/main" id="{34AC58F1-D934-4870-A81D-33B072A6A0DA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Movimiento coclear</a:t>
            </a:r>
          </a:p>
        </p:txBody>
      </p:sp>
      <p:sp>
        <p:nvSpPr>
          <p:cNvPr id="13" name="U06-DG-046-stage_1-body">
            <a:extLst>
              <a:ext uri="{FF2B5EF4-FFF2-40B4-BE49-F238E27FC236}">
                <a16:creationId xmlns:a16="http://schemas.microsoft.com/office/drawing/2014/main" id="{B5FB821B-D6DD-4A51-9321-2AF183F96054}"/>
              </a:ext>
            </a:extLst>
          </p:cNvPr>
          <p:cNvSpPr>
            <a:spLocks noGrp="1"/>
          </p:cNvSpPr>
          <p:nvPr/>
        </p:nvSpPr>
        <p:spPr>
          <a:xfrm>
            <a:off x="97155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14" name="U06-DG-046-stage_2-box">
            <a:extLst>
              <a:ext uri="{FF2B5EF4-FFF2-40B4-BE49-F238E27FC236}">
                <a16:creationId xmlns:a16="http://schemas.microsoft.com/office/drawing/2014/main" id="{CAD7EB59-9DAC-49FE-AA0A-D7A6523396B2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46-stage_2-title">
            <a:extLst>
              <a:ext uri="{FF2B5EF4-FFF2-40B4-BE49-F238E27FC236}">
                <a16:creationId xmlns:a16="http://schemas.microsoft.com/office/drawing/2014/main" id="{0A2BCBF4-AD3D-4071-97B4-CAAB80D25263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Haz de CCE</a:t>
            </a:r>
          </a:p>
        </p:txBody>
      </p:sp>
      <p:sp>
        <p:nvSpPr>
          <p:cNvPr id="16" name="U06-DG-046-stage_2-body">
            <a:extLst>
              <a:ext uri="{FF2B5EF4-FFF2-40B4-BE49-F238E27FC236}">
                <a16:creationId xmlns:a16="http://schemas.microsoft.com/office/drawing/2014/main" id="{EF2498F4-E45D-4E89-8F17-BE2FF1D6B699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deflecta</a:t>
            </a:r>
          </a:p>
        </p:txBody>
      </p:sp>
      <p:sp>
        <p:nvSpPr>
          <p:cNvPr id="17" name="U06-DG-046-stage_3-box">
            <a:extLst>
              <a:ext uri="{FF2B5EF4-FFF2-40B4-BE49-F238E27FC236}">
                <a16:creationId xmlns:a16="http://schemas.microsoft.com/office/drawing/2014/main" id="{74BC90ED-54B7-4038-9A8C-99E9A8F93A1E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8" name="U06-DG-046-stage_3-title">
            <a:extLst>
              <a:ext uri="{FF2B5EF4-FFF2-40B4-BE49-F238E27FC236}">
                <a16:creationId xmlns:a16="http://schemas.microsoft.com/office/drawing/2014/main" id="{9E4F8ED7-43A3-4D1E-A2C4-3967FE4A35ED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19" name="U06-DG-046-stage_3-body">
            <a:extLst>
              <a:ext uri="{FF2B5EF4-FFF2-40B4-BE49-F238E27FC236}">
                <a16:creationId xmlns:a16="http://schemas.microsoft.com/office/drawing/2014/main" id="{B17AE4C9-9658-4366-BAD8-56F9BA3276C9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electromóvil</a:t>
            </a:r>
          </a:p>
        </p:txBody>
      </p:sp>
      <p:sp>
        <p:nvSpPr>
          <p:cNvPr id="20" name="U06-DG-046-stage_4-box">
            <a:extLst>
              <a:ext uri="{FF2B5EF4-FFF2-40B4-BE49-F238E27FC236}">
                <a16:creationId xmlns:a16="http://schemas.microsoft.com/office/drawing/2014/main" id="{5BB449CC-8E93-40CE-80E0-41AB823E5B44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46-stage_4-title">
            <a:extLst>
              <a:ext uri="{FF2B5EF4-FFF2-40B4-BE49-F238E27FC236}">
                <a16:creationId xmlns:a16="http://schemas.microsoft.com/office/drawing/2014/main" id="{056D6D33-D4C6-4DCC-A779-905D71A8CD34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Mecánica local</a:t>
            </a:r>
          </a:p>
        </p:txBody>
      </p:sp>
      <p:sp>
        <p:nvSpPr>
          <p:cNvPr id="22" name="U06-DG-046-stage_4-body">
            <a:extLst>
              <a:ext uri="{FF2B5EF4-FFF2-40B4-BE49-F238E27FC236}">
                <a16:creationId xmlns:a16="http://schemas.microsoft.com/office/drawing/2014/main" id="{1D6BBCD8-1A09-485A-A84A-D57AE0DC2820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modifica</a:t>
            </a:r>
          </a:p>
        </p:txBody>
      </p:sp>
      <p:sp>
        <p:nvSpPr>
          <p:cNvPr id="23" name="top-rail-1">
            <a:extLst>
              <a:ext uri="{FF2B5EF4-FFF2-40B4-BE49-F238E27FC236}">
                <a16:creationId xmlns:a16="http://schemas.microsoft.com/office/drawing/2014/main" id="{777F0D82-7E51-4906-807A-98A257FA725C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4" name="top-rail-2">
            <a:extLst>
              <a:ext uri="{FF2B5EF4-FFF2-40B4-BE49-F238E27FC236}">
                <a16:creationId xmlns:a16="http://schemas.microsoft.com/office/drawing/2014/main" id="{F2EEF3D0-73B9-498C-9915-321275688076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5" name="top-rail-3">
            <a:extLst>
              <a:ext uri="{FF2B5EF4-FFF2-40B4-BE49-F238E27FC236}">
                <a16:creationId xmlns:a16="http://schemas.microsoft.com/office/drawing/2014/main" id="{AC9D48A9-BD78-4596-92AC-AC51852122C2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6" name="eyebrow">
            <a:extLst>
              <a:ext uri="{FF2B5EF4-FFF2-40B4-BE49-F238E27FC236}">
                <a16:creationId xmlns:a16="http://schemas.microsoft.com/office/drawing/2014/main" id="{DBA8C919-2F93-487D-8C0F-87C6AEDAEA3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3508DDB1-CB55-2E22-B606-F26A0AC797F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A9AAF821-9398-4281-8F5F-90AD0323871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78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2DA71F49-E3B9-4597-9BC4-AC50B06C110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rama explica cada consecuencia?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008AD92-CE38-4F46-831A-046EE380B592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Aferencia, OEA, selectividad y neurotransmisión no pertenecen a la misma rama.</a:t>
            </a:r>
          </a:p>
        </p:txBody>
      </p:sp>
      <p:sp>
        <p:nvSpPr>
          <p:cNvPr id="3" name="question-box">
            <a:extLst>
              <a:ext uri="{FF2B5EF4-FFF2-40B4-BE49-F238E27FC236}">
                <a16:creationId xmlns:a16="http://schemas.microsoft.com/office/drawing/2014/main" id="{D2152F7A-A774-4ECE-BBF8-2E029A8B11F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191375" cy="3476625"/>
          </a:xfrm>
          <a:prstGeom prst="roundRect">
            <a:avLst>
              <a:gd name="adj" fmla="val 3288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4" name="question-title">
            <a:extLst>
              <a:ext uri="{FF2B5EF4-FFF2-40B4-BE49-F238E27FC236}">
                <a16:creationId xmlns:a16="http://schemas.microsoft.com/office/drawing/2014/main" id="{9DF7DDAF-8384-4A5D-80E2-8D41FA847365}"/>
              </a:ext>
            </a:extLst>
          </p:cNvPr>
          <p:cNvSpPr>
            <a:spLocks noGrp="1"/>
          </p:cNvSpPr>
          <p:nvPr/>
        </p:nvSpPr>
        <p:spPr>
          <a:xfrm>
            <a:off x="857250" y="1704975"/>
            <a:ext cx="68484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5" name="question-body">
            <a:extLst>
              <a:ext uri="{FF2B5EF4-FFF2-40B4-BE49-F238E27FC236}">
                <a16:creationId xmlns:a16="http://schemas.microsoft.com/office/drawing/2014/main" id="{BB91A356-703C-43C2-857A-9B4F429C0020}"/>
              </a:ext>
            </a:extLst>
          </p:cNvPr>
          <p:cNvSpPr>
            <a:spLocks noGrp="1"/>
          </p:cNvSpPr>
          <p:nvPr/>
        </p:nvSpPr>
        <p:spPr>
          <a:xfrm>
            <a:off x="857250" y="2105025"/>
            <a:ext cx="684847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Clasificá y justificá: aferencia principal · liberación de glutamato · realimentación mecánica · otoemisiones acústicas.</a:t>
            </a:r>
          </a:p>
        </p:txBody>
      </p:sp>
      <p:sp>
        <p:nvSpPr>
          <p:cNvPr id="6" name="answer-guide-box">
            <a:extLst>
              <a:ext uri="{FF2B5EF4-FFF2-40B4-BE49-F238E27FC236}">
                <a16:creationId xmlns:a16="http://schemas.microsoft.com/office/drawing/2014/main" id="{7D28C233-CF00-4B87-B3F7-AFF9120E6C58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3286125" cy="3476625"/>
          </a:xfrm>
          <a:prstGeom prst="roundRect">
            <a:avLst>
              <a:gd name="adj" fmla="val 3478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answer-guide-title">
            <a:extLst>
              <a:ext uri="{FF2B5EF4-FFF2-40B4-BE49-F238E27FC236}">
                <a16:creationId xmlns:a16="http://schemas.microsoft.com/office/drawing/2014/main" id="{BCDD94AB-D7E0-44D6-A7F0-E28C1DEBBDAE}"/>
              </a:ext>
            </a:extLst>
          </p:cNvPr>
          <p:cNvSpPr>
            <a:spLocks noGrp="1"/>
          </p:cNvSpPr>
          <p:nvPr/>
        </p:nvSpPr>
        <p:spPr>
          <a:xfrm>
            <a:off x="8410575" y="1704975"/>
            <a:ext cx="2943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8" name="answer-guide-body">
            <a:extLst>
              <a:ext uri="{FF2B5EF4-FFF2-40B4-BE49-F238E27FC236}">
                <a16:creationId xmlns:a16="http://schemas.microsoft.com/office/drawing/2014/main" id="{3DF3EFBB-76C2-4D99-BB27-31221F391426}"/>
              </a:ext>
            </a:extLst>
          </p:cNvPr>
          <p:cNvSpPr>
            <a:spLocks noGrp="1"/>
          </p:cNvSpPr>
          <p:nvPr/>
        </p:nvSpPr>
        <p:spPr>
          <a:xfrm>
            <a:off x="8410575" y="2105025"/>
            <a:ext cx="294322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Nombrá el objeto, identificá las magnitudes y justificá la relación causal.</a:t>
            </a:r>
          </a:p>
        </p:txBody>
      </p:sp>
      <p:sp>
        <p:nvSpPr>
          <p:cNvPr id="9" name="top-rail-1">
            <a:extLst>
              <a:ext uri="{FF2B5EF4-FFF2-40B4-BE49-F238E27FC236}">
                <a16:creationId xmlns:a16="http://schemas.microsoft.com/office/drawing/2014/main" id="{44B5C05F-B390-42FB-9F48-6BE3309AACBF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>
              <a:ext uri="{FF2B5EF4-FFF2-40B4-BE49-F238E27FC236}">
                <a16:creationId xmlns:a16="http://schemas.microsoft.com/office/drawing/2014/main" id="{6B6F2167-A855-40F7-832C-F6296728CC61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>
              <a:ext uri="{FF2B5EF4-FFF2-40B4-BE49-F238E27FC236}">
                <a16:creationId xmlns:a16="http://schemas.microsoft.com/office/drawing/2014/main" id="{7EBB7D6A-3B34-4C6C-9FB8-7AB07B0559F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>
              <a:ext uri="{FF2B5EF4-FFF2-40B4-BE49-F238E27FC236}">
                <a16:creationId xmlns:a16="http://schemas.microsoft.com/office/drawing/2014/main" id="{E6455CAD-6516-4208-9187-0D39173C039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14" name="auto-slide-number">
            <a:extLst>
              <a:ext uri="{FF2B5EF4-FFF2-40B4-BE49-F238E27FC236}">
                <a16:creationId xmlns:a16="http://schemas.microsoft.com/office/drawing/2014/main" id="{A14B8A77-2CE1-6CB7-7E82-058820EB96F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064E2D2-CFAC-44CD-9FE7-2E7C1E79B62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79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DE29602B-2981-48F8-81DC-2052324FA15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OEA depende de CCE y también de la cadena de salida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565856A-2FB3-4AC0-8A31-12A647671881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energía debe atravesar cóclea, oído medio y CAE para registrarse.</a:t>
            </a:r>
          </a:p>
        </p:txBody>
      </p:sp>
      <p:sp>
        <p:nvSpPr>
          <p:cNvPr id="3" name="U06-DG-047-stage_1-anchor">
            <a:extLst>
              <a:ext uri="{FF2B5EF4-FFF2-40B4-BE49-F238E27FC236}">
                <a16:creationId xmlns:a16="http://schemas.microsoft.com/office/drawing/2014/main" id="{413F67C1-FC15-45E7-A940-5625F393018F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47-stage_2-anchor">
            <a:extLst>
              <a:ext uri="{FF2B5EF4-FFF2-40B4-BE49-F238E27FC236}">
                <a16:creationId xmlns:a16="http://schemas.microsoft.com/office/drawing/2014/main" id="{377D5CE7-171D-4330-A155-E184865D3DCF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7-stage_3-anchor">
            <a:extLst>
              <a:ext uri="{FF2B5EF4-FFF2-40B4-BE49-F238E27FC236}">
                <a16:creationId xmlns:a16="http://schemas.microsoft.com/office/drawing/2014/main" id="{21338DA2-47C0-4B93-A2F9-CB09DAD443D0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7-stage_4-anchor">
            <a:extLst>
              <a:ext uri="{FF2B5EF4-FFF2-40B4-BE49-F238E27FC236}">
                <a16:creationId xmlns:a16="http://schemas.microsoft.com/office/drawing/2014/main" id="{47CFA1D6-DC95-4AED-94D3-86D21B983B29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7-stage_5-anchor">
            <a:extLst>
              <a:ext uri="{FF2B5EF4-FFF2-40B4-BE49-F238E27FC236}">
                <a16:creationId xmlns:a16="http://schemas.microsoft.com/office/drawing/2014/main" id="{5FCF961F-0DA2-48F5-9260-559293B515AD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47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47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47-flow_3"/>
          <p:cNvCxnSpPr>
            <a:stCxn id="5" idx="2"/>
            <a:endCxn id="6" idx="0"/>
          </p:cNvCxnSpPr>
          <p:nvPr/>
        </p:nvCxnSpPr>
        <p:spPr>
          <a:xfrm flipH="1">
            <a:off x="8820150" y="3048000"/>
            <a:ext cx="908050" cy="9048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47-flow_4"/>
          <p:cNvCxnSpPr>
            <a:stCxn id="6" idx="1"/>
            <a:endCxn id="7" idx="3"/>
          </p:cNvCxnSpPr>
          <p:nvPr/>
        </p:nvCxnSpPr>
        <p:spPr>
          <a:xfrm flipH="1">
            <a:off x="59626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U06-DG-047-stage_1-box" descr="Diagrama sobre «Una OEA depende de CCE y también de la cadena de salida»; organiza proceso activo → transmisión inversa → micrófono; “qué permite/no permite”." title="Texto alternativo U06-080">
            <a:extLst>
              <a:ext uri="{FF2B5EF4-FFF2-40B4-BE49-F238E27FC236}">
                <a16:creationId xmlns:a16="http://schemas.microsoft.com/office/drawing/2014/main" id="{0516DEBC-C657-48C9-83AC-F5F4D7C1F2FB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3" name="U06-DG-047-stage_1-title">
            <a:extLst>
              <a:ext uri="{FF2B5EF4-FFF2-40B4-BE49-F238E27FC236}">
                <a16:creationId xmlns:a16="http://schemas.microsoft.com/office/drawing/2014/main" id="{382C9F5B-43DD-4ABD-B51E-72C037A36C51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14" name="U06-DG-047-stage_1-body">
            <a:extLst>
              <a:ext uri="{FF2B5EF4-FFF2-40B4-BE49-F238E27FC236}">
                <a16:creationId xmlns:a16="http://schemas.microsoft.com/office/drawing/2014/main" id="{553DD21C-E607-4562-9F40-5F05FF1EE973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electroquímica → mecánica</a:t>
            </a:r>
          </a:p>
        </p:txBody>
      </p:sp>
      <p:sp>
        <p:nvSpPr>
          <p:cNvPr id="15" name="U06-DG-047-stage_2-box">
            <a:extLst>
              <a:ext uri="{FF2B5EF4-FFF2-40B4-BE49-F238E27FC236}">
                <a16:creationId xmlns:a16="http://schemas.microsoft.com/office/drawing/2014/main" id="{2A97FEA3-C45C-42E3-8F90-6C7FEB39D537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6" name="U06-DG-047-stage_2-title">
            <a:extLst>
              <a:ext uri="{FF2B5EF4-FFF2-40B4-BE49-F238E27FC236}">
                <a16:creationId xmlns:a16="http://schemas.microsoft.com/office/drawing/2014/main" id="{B4F29224-8F60-4019-9C9A-913EC5ADFC5C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7" name="U06-DG-047-stage_2-body">
            <a:extLst>
              <a:ext uri="{FF2B5EF4-FFF2-40B4-BE49-F238E27FC236}">
                <a16:creationId xmlns:a16="http://schemas.microsoft.com/office/drawing/2014/main" id="{4FEFE902-EEC3-40C5-B420-830C0D117CA8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 hacia atrás</a:t>
            </a:r>
          </a:p>
        </p:txBody>
      </p:sp>
      <p:sp>
        <p:nvSpPr>
          <p:cNvPr id="18" name="U06-DG-047-stage_3-box">
            <a:extLst>
              <a:ext uri="{FF2B5EF4-FFF2-40B4-BE49-F238E27FC236}">
                <a16:creationId xmlns:a16="http://schemas.microsoft.com/office/drawing/2014/main" id="{18264F90-7D9D-4E90-BF27-4E7A7780A679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9" name="U06-DG-047-stage_3-title">
            <a:extLst>
              <a:ext uri="{FF2B5EF4-FFF2-40B4-BE49-F238E27FC236}">
                <a16:creationId xmlns:a16="http://schemas.microsoft.com/office/drawing/2014/main" id="{9A51D0EC-0E91-49F6-A534-E84D22109048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20" name="U06-DG-047-stage_3-body">
            <a:extLst>
              <a:ext uri="{FF2B5EF4-FFF2-40B4-BE49-F238E27FC236}">
                <a16:creationId xmlns:a16="http://schemas.microsoft.com/office/drawing/2014/main" id="{056133E2-1B27-4B1D-8EFC-97774432EA73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transmite</a:t>
            </a:r>
          </a:p>
        </p:txBody>
      </p:sp>
      <p:sp>
        <p:nvSpPr>
          <p:cNvPr id="21" name="U06-DG-047-stage_4-box">
            <a:extLst>
              <a:ext uri="{FF2B5EF4-FFF2-40B4-BE49-F238E27FC236}">
                <a16:creationId xmlns:a16="http://schemas.microsoft.com/office/drawing/2014/main" id="{0D0CCEB2-3E8E-4937-8F12-CE1CC48975D8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2" name="U06-DG-047-stage_4-title">
            <a:extLst>
              <a:ext uri="{FF2B5EF4-FFF2-40B4-BE49-F238E27FC236}">
                <a16:creationId xmlns:a16="http://schemas.microsoft.com/office/drawing/2014/main" id="{5EFAEC07-714F-4AB6-9856-51462F680CDD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3" name="U06-DG-047-stage_4-body">
            <a:extLst>
              <a:ext uri="{FF2B5EF4-FFF2-40B4-BE49-F238E27FC236}">
                <a16:creationId xmlns:a16="http://schemas.microsoft.com/office/drawing/2014/main" id="{27727816-45BD-40C7-8FFA-E21F50860766}"/>
              </a:ext>
            </a:extLst>
          </p:cNvPr>
          <p:cNvSpPr>
            <a:spLocks noGrp="1"/>
          </p:cNvSpPr>
          <p:nvPr/>
        </p:nvSpPr>
        <p:spPr>
          <a:xfrm>
            <a:off x="64198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acústica</a:t>
            </a:r>
          </a:p>
        </p:txBody>
      </p:sp>
      <p:sp>
        <p:nvSpPr>
          <p:cNvPr id="24" name="U06-DG-047-stage_5-box">
            <a:extLst>
              <a:ext uri="{FF2B5EF4-FFF2-40B4-BE49-F238E27FC236}">
                <a16:creationId xmlns:a16="http://schemas.microsoft.com/office/drawing/2014/main" id="{35445678-261F-4686-BC61-6FB10E26A912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47-stage_5-title">
            <a:extLst>
              <a:ext uri="{FF2B5EF4-FFF2-40B4-BE49-F238E27FC236}">
                <a16:creationId xmlns:a16="http://schemas.microsoft.com/office/drawing/2014/main" id="{C291DE5E-8F14-4657-97E5-3A0BC9CF5D6D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Micrófono</a:t>
            </a:r>
          </a:p>
        </p:txBody>
      </p:sp>
      <p:sp>
        <p:nvSpPr>
          <p:cNvPr id="26" name="U06-DG-047-stage_5-body">
            <a:extLst>
              <a:ext uri="{FF2B5EF4-FFF2-40B4-BE49-F238E27FC236}">
                <a16:creationId xmlns:a16="http://schemas.microsoft.com/office/drawing/2014/main" id="{8237CF3E-BC9B-4D1F-834E-0213A855257E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registra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F6490A88-0758-4080-BE10-E68F240CF8D5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8F7D3CCC-3A60-4CEA-9C21-7AD655F7508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F364C125-0658-4A42-B501-8A22AAB925EE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C130372E-ADC8-4D29-BB4F-2CE15BDBA5C2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6803FEAC-776E-DF91-4F04-7F784B44FC38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A8907BC1-B756-44DE-BA1B-FD994B57649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-title">
            <a:extLst>
              <a:ext uri="{FF2B5EF4-FFF2-40B4-BE49-F238E27FC236}">
                <a16:creationId xmlns:a16="http://schemas.microsoft.com/office/drawing/2014/main" id="{2017BEBF-02CB-4F80-AAEA-208CD2A753D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movimiento común, funciones diferentes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5DFCE80-EDFC-4F84-8381-FCCDB611D841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misma deflexión inicia transducción; las consecuencias globales divergen.</a:t>
            </a:r>
          </a:p>
        </p:txBody>
      </p:sp>
      <p:sp>
        <p:nvSpPr>
          <p:cNvPr id="3" name="U06-DG-044-common_input-anchor">
            <a:extLst>
              <a:ext uri="{FF2B5EF4-FFF2-40B4-BE49-F238E27FC236}">
                <a16:creationId xmlns:a16="http://schemas.microsoft.com/office/drawing/2014/main" id="{1F15CDFE-677C-45D0-8C92-15BA685DBD60}"/>
              </a:ext>
            </a:extLst>
          </p:cNvPr>
          <p:cNvSpPr>
            <a:spLocks noGrp="1"/>
          </p:cNvSpPr>
          <p:nvPr/>
        </p:nvSpPr>
        <p:spPr>
          <a:xfrm>
            <a:off x="3714750" y="1190625"/>
            <a:ext cx="476250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44-common_response-anchor">
            <a:extLst>
              <a:ext uri="{FF2B5EF4-FFF2-40B4-BE49-F238E27FC236}">
                <a16:creationId xmlns:a16="http://schemas.microsoft.com/office/drawing/2014/main" id="{B1A88F7F-2CB2-4A4E-BA50-C4FCBA88D95A}"/>
              </a:ext>
            </a:extLst>
          </p:cNvPr>
          <p:cNvSpPr>
            <a:spLocks noGrp="1"/>
          </p:cNvSpPr>
          <p:nvPr/>
        </p:nvSpPr>
        <p:spPr>
          <a:xfrm>
            <a:off x="3714750" y="2476500"/>
            <a:ext cx="476250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44-cci-anchor">
            <a:extLst>
              <a:ext uri="{FF2B5EF4-FFF2-40B4-BE49-F238E27FC236}">
                <a16:creationId xmlns:a16="http://schemas.microsoft.com/office/drawing/2014/main" id="{E13EF22A-5D67-4D5B-9529-B3956D27B9EB}"/>
              </a:ext>
            </a:extLst>
          </p:cNvPr>
          <p:cNvSpPr>
            <a:spLocks noGrp="1"/>
          </p:cNvSpPr>
          <p:nvPr/>
        </p:nvSpPr>
        <p:spPr>
          <a:xfrm>
            <a:off x="1000125" y="3905250"/>
            <a:ext cx="2857500" cy="857250"/>
          </a:xfrm>
          <a:prstGeom prst="roundRect">
            <a:avLst>
              <a:gd name="adj" fmla="val 11111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44-cci_output-anchor">
            <a:extLst>
              <a:ext uri="{FF2B5EF4-FFF2-40B4-BE49-F238E27FC236}">
                <a16:creationId xmlns:a16="http://schemas.microsoft.com/office/drawing/2014/main" id="{78F8E794-2521-4A89-A44C-A31A9DE6A51C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285750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44-cce-anchor">
            <a:extLst>
              <a:ext uri="{FF2B5EF4-FFF2-40B4-BE49-F238E27FC236}">
                <a16:creationId xmlns:a16="http://schemas.microsoft.com/office/drawing/2014/main" id="{CAD3766D-47F9-4F61-BF8D-82F66D0CEC99}"/>
              </a:ext>
            </a:extLst>
          </p:cNvPr>
          <p:cNvSpPr>
            <a:spLocks noGrp="1"/>
          </p:cNvSpPr>
          <p:nvPr/>
        </p:nvSpPr>
        <p:spPr>
          <a:xfrm>
            <a:off x="8334375" y="3905250"/>
            <a:ext cx="2857500" cy="857250"/>
          </a:xfrm>
          <a:prstGeom prst="roundRect">
            <a:avLst>
              <a:gd name="adj" fmla="val 11111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44-cce_output-anchor">
            <a:extLst>
              <a:ext uri="{FF2B5EF4-FFF2-40B4-BE49-F238E27FC236}">
                <a16:creationId xmlns:a16="http://schemas.microsoft.com/office/drawing/2014/main" id="{E6684FCE-7ADE-4580-ABB5-546F795A44C0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2857500" cy="104775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</p:sp>
      <p:cxnSp>
        <p:nvCxnSpPr>
          <p:cNvPr id="41" name="U06-DG-044-common_1"/>
          <p:cNvCxnSpPr>
            <a:stCxn id="3" idx="2"/>
            <a:endCxn id="4" idx="0"/>
          </p:cNvCxnSpPr>
          <p:nvPr/>
        </p:nvCxnSpPr>
        <p:spPr>
          <a:xfrm>
            <a:off x="6096000" y="2238375"/>
            <a:ext cx="0" cy="23812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6-DG-044-branch_cci"/>
          <p:cNvCxnSpPr>
            <a:stCxn id="4" idx="1"/>
            <a:endCxn id="5" idx="3"/>
          </p:cNvCxnSpPr>
          <p:nvPr/>
        </p:nvCxnSpPr>
        <p:spPr>
          <a:xfrm>
            <a:off x="3486150" y="3000375"/>
            <a:ext cx="600075" cy="1333500"/>
          </a:xfrm>
          <a:prstGeom prst="bentConnector4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6-DG-044-branch_cce"/>
          <p:cNvCxnSpPr>
            <a:stCxn id="4" idx="3"/>
            <a:endCxn id="7" idx="1"/>
          </p:cNvCxnSpPr>
          <p:nvPr/>
        </p:nvCxnSpPr>
        <p:spPr>
          <a:xfrm flipH="1">
            <a:off x="8105775" y="3000375"/>
            <a:ext cx="600075" cy="1333500"/>
          </a:xfrm>
          <a:prstGeom prst="bentConnector4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06-DG-044-cci_chain"/>
          <p:cNvCxnSpPr>
            <a:stCxn id="5" idx="2"/>
            <a:endCxn id="6" idx="0"/>
          </p:cNvCxnSpPr>
          <p:nvPr/>
        </p:nvCxnSpPr>
        <p:spPr>
          <a:xfrm>
            <a:off x="2428875" y="4762500"/>
            <a:ext cx="0" cy="190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44-cce_chain"/>
          <p:cNvCxnSpPr>
            <a:stCxn id="7" idx="2"/>
            <a:endCxn id="8" idx="0"/>
          </p:cNvCxnSpPr>
          <p:nvPr/>
        </p:nvCxnSpPr>
        <p:spPr>
          <a:xfrm>
            <a:off x="9763125" y="4762500"/>
            <a:ext cx="0" cy="19050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6-DG-044-common_input-box" descr="Diagrama sobre «Hasta acá: movimiento común, funciones diferentes»; organiza tramo común + dos ramas + pregunta “¿dónde aparece lo eléctrico?”." title="Texto alternativo U06-081">
            <a:extLst>
              <a:ext uri="{FF2B5EF4-FFF2-40B4-BE49-F238E27FC236}">
                <a16:creationId xmlns:a16="http://schemas.microsoft.com/office/drawing/2014/main" id="{C65120DE-7785-4D43-8500-3256F1DDD7ED}"/>
              </a:ext>
            </a:extLst>
          </p:cNvPr>
          <p:cNvSpPr>
            <a:spLocks noGrp="1"/>
          </p:cNvSpPr>
          <p:nvPr/>
        </p:nvSpPr>
        <p:spPr>
          <a:xfrm>
            <a:off x="3714750" y="1190625"/>
            <a:ext cx="4762500" cy="1047750"/>
          </a:xfrm>
          <a:prstGeom prst="roundRect">
            <a:avLst>
              <a:gd name="adj" fmla="val 9091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5" name="U06-DG-044-common_input-title">
            <a:extLst>
              <a:ext uri="{FF2B5EF4-FFF2-40B4-BE49-F238E27FC236}">
                <a16:creationId xmlns:a16="http://schemas.microsoft.com/office/drawing/2014/main" id="{E0A5C4DB-2C54-4CC6-A9DC-B83B90EC006A}"/>
              </a:ext>
            </a:extLst>
          </p:cNvPr>
          <p:cNvSpPr>
            <a:spLocks noGrp="1"/>
          </p:cNvSpPr>
          <p:nvPr/>
        </p:nvSpPr>
        <p:spPr>
          <a:xfrm>
            <a:off x="3905250" y="13335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6" name="U06-DG-044-common_input-body">
            <a:extLst>
              <a:ext uri="{FF2B5EF4-FFF2-40B4-BE49-F238E27FC236}">
                <a16:creationId xmlns:a16="http://schemas.microsoft.com/office/drawing/2014/main" id="{36FE1815-3E68-4CD6-A720-1E09A35C78F6}"/>
              </a:ext>
            </a:extLst>
          </p:cNvPr>
          <p:cNvSpPr>
            <a:spLocks noGrp="1"/>
          </p:cNvSpPr>
          <p:nvPr/>
        </p:nvSpPr>
        <p:spPr>
          <a:xfrm>
            <a:off x="3905250" y="17811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mecánica</a:t>
            </a:r>
          </a:p>
        </p:txBody>
      </p:sp>
      <p:sp>
        <p:nvSpPr>
          <p:cNvPr id="17" name="U06-DG-044-common_response-box">
            <a:extLst>
              <a:ext uri="{FF2B5EF4-FFF2-40B4-BE49-F238E27FC236}">
                <a16:creationId xmlns:a16="http://schemas.microsoft.com/office/drawing/2014/main" id="{D3928147-C5FD-441F-82C2-2A5771699368}"/>
              </a:ext>
            </a:extLst>
          </p:cNvPr>
          <p:cNvSpPr>
            <a:spLocks noGrp="1"/>
          </p:cNvSpPr>
          <p:nvPr/>
        </p:nvSpPr>
        <p:spPr>
          <a:xfrm>
            <a:off x="3714750" y="2476500"/>
            <a:ext cx="4762500" cy="1047750"/>
          </a:xfrm>
          <a:prstGeom prst="roundRect">
            <a:avLst>
              <a:gd name="adj" fmla="val 909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8" name="U06-DG-044-common_response-title">
            <a:extLst>
              <a:ext uri="{FF2B5EF4-FFF2-40B4-BE49-F238E27FC236}">
                <a16:creationId xmlns:a16="http://schemas.microsoft.com/office/drawing/2014/main" id="{62AA71AE-712E-4A91-9563-2B830E201EB6}"/>
              </a:ext>
            </a:extLst>
          </p:cNvPr>
          <p:cNvSpPr>
            <a:spLocks noGrp="1"/>
          </p:cNvSpPr>
          <p:nvPr/>
        </p:nvSpPr>
        <p:spPr>
          <a:xfrm>
            <a:off x="3905250" y="2619375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19" name="U06-DG-044-common_response-body">
            <a:extLst>
              <a:ext uri="{FF2B5EF4-FFF2-40B4-BE49-F238E27FC236}">
                <a16:creationId xmlns:a16="http://schemas.microsoft.com/office/drawing/2014/main" id="{DEAD7313-6F2B-4C12-AC6C-14BCE6C1BA60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graduada</a:t>
            </a:r>
          </a:p>
        </p:txBody>
      </p:sp>
      <p:sp>
        <p:nvSpPr>
          <p:cNvPr id="20" name="U06-DG-044-cci-box">
            <a:extLst>
              <a:ext uri="{FF2B5EF4-FFF2-40B4-BE49-F238E27FC236}">
                <a16:creationId xmlns:a16="http://schemas.microsoft.com/office/drawing/2014/main" id="{4207E338-BEBC-4E15-B9E0-4C7511A1B64D}"/>
              </a:ext>
            </a:extLst>
          </p:cNvPr>
          <p:cNvSpPr>
            <a:spLocks noGrp="1"/>
          </p:cNvSpPr>
          <p:nvPr/>
        </p:nvSpPr>
        <p:spPr>
          <a:xfrm>
            <a:off x="1000125" y="3905250"/>
            <a:ext cx="2857500" cy="857250"/>
          </a:xfrm>
          <a:prstGeom prst="roundRect">
            <a:avLst>
              <a:gd name="adj" fmla="val 1111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1" name="U06-DG-044-cci-title">
            <a:extLst>
              <a:ext uri="{FF2B5EF4-FFF2-40B4-BE49-F238E27FC236}">
                <a16:creationId xmlns:a16="http://schemas.microsoft.com/office/drawing/2014/main" id="{FEC82ED0-FBB8-4356-965C-2A9C66D874F0}"/>
              </a:ext>
            </a:extLst>
          </p:cNvPr>
          <p:cNvSpPr>
            <a:spLocks noGrp="1"/>
          </p:cNvSpPr>
          <p:nvPr/>
        </p:nvSpPr>
        <p:spPr>
          <a:xfrm>
            <a:off x="1190625" y="41529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CCI</a:t>
            </a:r>
          </a:p>
        </p:txBody>
      </p:sp>
      <p:sp>
        <p:nvSpPr>
          <p:cNvPr id="22" name="U06-DG-044-cci_output-box">
            <a:extLst>
              <a:ext uri="{FF2B5EF4-FFF2-40B4-BE49-F238E27FC236}">
                <a16:creationId xmlns:a16="http://schemas.microsoft.com/office/drawing/2014/main" id="{126A19D2-A1B4-4A07-8A57-B984742CA576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3" name="U06-DG-044-cci_output-title">
            <a:extLst>
              <a:ext uri="{FF2B5EF4-FFF2-40B4-BE49-F238E27FC236}">
                <a16:creationId xmlns:a16="http://schemas.microsoft.com/office/drawing/2014/main" id="{3A42429C-E947-4CA3-BAC1-2EF4707B80CE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Sinapsis</a:t>
            </a:r>
          </a:p>
        </p:txBody>
      </p:sp>
      <p:sp>
        <p:nvSpPr>
          <p:cNvPr id="24" name="U06-DG-044-cci_output-body">
            <a:extLst>
              <a:ext uri="{FF2B5EF4-FFF2-40B4-BE49-F238E27FC236}">
                <a16:creationId xmlns:a16="http://schemas.microsoft.com/office/drawing/2014/main" id="{77DB88E9-B95A-4EBC-95B5-6DEB14546258}"/>
              </a:ext>
            </a:extLst>
          </p:cNvPr>
          <p:cNvSpPr>
            <a:spLocks noGrp="1"/>
          </p:cNvSpPr>
          <p:nvPr/>
        </p:nvSpPr>
        <p:spPr>
          <a:xfrm>
            <a:off x="1190625" y="55435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25" name="U06-DG-044-cce-box">
            <a:extLst>
              <a:ext uri="{FF2B5EF4-FFF2-40B4-BE49-F238E27FC236}">
                <a16:creationId xmlns:a16="http://schemas.microsoft.com/office/drawing/2014/main" id="{3F399AE1-30D8-4AE9-B8EB-094E87DA3F45}"/>
              </a:ext>
            </a:extLst>
          </p:cNvPr>
          <p:cNvSpPr>
            <a:spLocks noGrp="1"/>
          </p:cNvSpPr>
          <p:nvPr/>
        </p:nvSpPr>
        <p:spPr>
          <a:xfrm>
            <a:off x="8334375" y="3905250"/>
            <a:ext cx="2857500" cy="857250"/>
          </a:xfrm>
          <a:prstGeom prst="roundRect">
            <a:avLst>
              <a:gd name="adj" fmla="val 1111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6" name="U06-DG-044-cce-title">
            <a:extLst>
              <a:ext uri="{FF2B5EF4-FFF2-40B4-BE49-F238E27FC236}">
                <a16:creationId xmlns:a16="http://schemas.microsoft.com/office/drawing/2014/main" id="{75AF7BB5-F770-4760-9E33-A84C38E62C1D}"/>
              </a:ext>
            </a:extLst>
          </p:cNvPr>
          <p:cNvSpPr>
            <a:spLocks noGrp="1"/>
          </p:cNvSpPr>
          <p:nvPr/>
        </p:nvSpPr>
        <p:spPr>
          <a:xfrm>
            <a:off x="8524875" y="41529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7" name="U06-DG-044-cce_output-box">
            <a:extLst>
              <a:ext uri="{FF2B5EF4-FFF2-40B4-BE49-F238E27FC236}">
                <a16:creationId xmlns:a16="http://schemas.microsoft.com/office/drawing/2014/main" id="{AA7AFFB9-6515-40F8-8916-769560D70D3C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8" name="U06-DG-044-cce_output-title">
            <a:extLst>
              <a:ext uri="{FF2B5EF4-FFF2-40B4-BE49-F238E27FC236}">
                <a16:creationId xmlns:a16="http://schemas.microsoft.com/office/drawing/2014/main" id="{B2C0A6B2-1329-45AA-B3F7-F2730526DD03}"/>
              </a:ext>
            </a:extLst>
          </p:cNvPr>
          <p:cNvSpPr>
            <a:spLocks noGrp="1"/>
          </p:cNvSpPr>
          <p:nvPr/>
        </p:nvSpPr>
        <p:spPr>
          <a:xfrm>
            <a:off x="8524875" y="5114925"/>
            <a:ext cx="247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Trabajo mecánico</a:t>
            </a:r>
          </a:p>
        </p:txBody>
      </p:sp>
      <p:sp>
        <p:nvSpPr>
          <p:cNvPr id="29" name="top-rail-1">
            <a:extLst>
              <a:ext uri="{FF2B5EF4-FFF2-40B4-BE49-F238E27FC236}">
                <a16:creationId xmlns:a16="http://schemas.microsoft.com/office/drawing/2014/main" id="{841E7E0C-D579-4E38-B0DE-A30CD7C051E8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0" name="top-rail-2">
            <a:extLst>
              <a:ext uri="{FF2B5EF4-FFF2-40B4-BE49-F238E27FC236}">
                <a16:creationId xmlns:a16="http://schemas.microsoft.com/office/drawing/2014/main" id="{6D8B79B4-C934-4F79-BF94-2EC0837BC373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1" name="top-rail-3">
            <a:extLst>
              <a:ext uri="{FF2B5EF4-FFF2-40B4-BE49-F238E27FC236}">
                <a16:creationId xmlns:a16="http://schemas.microsoft.com/office/drawing/2014/main" id="{623BAC58-9A3C-43E1-AB70-CD2C97D51DD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2" name="eyebrow">
            <a:extLst>
              <a:ext uri="{FF2B5EF4-FFF2-40B4-BE49-F238E27FC236}">
                <a16:creationId xmlns:a16="http://schemas.microsoft.com/office/drawing/2014/main" id="{C365D973-2D31-4CBA-B0DA-8F2DCE3A571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B0F5D414-81FC-D359-2BF7-FF755DCDD350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A97B9BE-C1C6-4DB8-AA4A-2FCEA083AAD7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41BDB83B-0078-485F-A254-E1CBCDE9C7A2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41757EEC-B922-4BA9-8814-68CC1B4FA992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convierte una deflexión en señal celular?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390477EC-9386-45AE-AB71-B27B607C5503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¿Cómo pasa una deflexión mecánica a una respuesta celular y neural?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4BBC9E72-134B-810E-49B3-E1DB3388AD2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812452F0-6FD6-41C3-8CF8-A55F5EF74344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82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2D9C0065-0129-4A52-830D-D0846B1E2619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potenciales no significan lo mismo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3142B8C-781C-4C13-B9D0-EC1682CF99B2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Endococlear, reposo, receptor y acción se distinguen por ubicación, causa y función.</a:t>
            </a:r>
          </a:p>
        </p:txBody>
      </p:sp>
      <p:sp>
        <p:nvSpPr>
          <p:cNvPr id="3" name="domain-0">
            <a:extLst>
              <a:ext uri="{FF2B5EF4-FFF2-40B4-BE49-F238E27FC236}">
                <a16:creationId xmlns:a16="http://schemas.microsoft.com/office/drawing/2014/main" id="{59423795-A250-4082-B992-3D3A658451E9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2857500" cy="2000250"/>
          </a:xfrm>
          <a:prstGeom prst="ellipse">
            <a:avLst/>
          </a:prstGeom>
          <a:solidFill>
            <a:srgbClr val="E7F1F1"/>
          </a:solidFill>
          <a:ln w="28575">
            <a:solidFill>
              <a:srgbClr val="2F7E83"/>
            </a:solidFill>
            <a:prstDash val="solid"/>
          </a:ln>
        </p:spPr>
      </p:sp>
      <p:sp>
        <p:nvSpPr>
          <p:cNvPr id="4" name="domain-title-0">
            <a:extLst>
              <a:ext uri="{FF2B5EF4-FFF2-40B4-BE49-F238E27FC236}">
                <a16:creationId xmlns:a16="http://schemas.microsoft.com/office/drawing/2014/main" id="{236DE318-7763-457A-8484-154816E97CD1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Energía disponible</a:t>
            </a:r>
          </a:p>
        </p:txBody>
      </p:sp>
      <p:sp>
        <p:nvSpPr>
          <p:cNvPr id="5" name="domain-body-0">
            <a:extLst>
              <a:ext uri="{FF2B5EF4-FFF2-40B4-BE49-F238E27FC236}">
                <a16:creationId xmlns:a16="http://schemas.microsoft.com/office/drawing/2014/main" id="{C536352B-5816-4020-BF9A-C7AA15BDCACD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2190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gradiente electroquímico</a:t>
            </a:r>
          </a:p>
        </p:txBody>
      </p:sp>
      <p:sp>
        <p:nvSpPr>
          <p:cNvPr id="6" name="domain-1">
            <a:extLst>
              <a:ext uri="{FF2B5EF4-FFF2-40B4-BE49-F238E27FC236}">
                <a16:creationId xmlns:a16="http://schemas.microsoft.com/office/drawing/2014/main" id="{93DC3545-6339-4E33-8642-D0AF6F9FF7F1}"/>
              </a:ext>
            </a:extLst>
          </p:cNvPr>
          <p:cNvSpPr>
            <a:spLocks noGrp="1"/>
          </p:cNvSpPr>
          <p:nvPr/>
        </p:nvSpPr>
        <p:spPr>
          <a:xfrm>
            <a:off x="4667250" y="2143125"/>
            <a:ext cx="2857500" cy="2000250"/>
          </a:xfrm>
          <a:prstGeom prst="ellipse">
            <a:avLst/>
          </a:prstGeom>
          <a:solidFill>
            <a:srgbClr val="F4E9EF"/>
          </a:solidFill>
          <a:ln w="28575">
            <a:solidFill>
              <a:srgbClr val="4D1434"/>
            </a:solidFill>
            <a:prstDash val="solid"/>
          </a:ln>
        </p:spPr>
      </p:sp>
      <p:sp>
        <p:nvSpPr>
          <p:cNvPr id="7" name="domain-title-1">
            <a:extLst>
              <a:ext uri="{FF2B5EF4-FFF2-40B4-BE49-F238E27FC236}">
                <a16:creationId xmlns:a16="http://schemas.microsoft.com/office/drawing/2014/main" id="{40E16FAD-B7F0-4B4B-9C5B-6CE4AFE9CFEF}"/>
              </a:ext>
            </a:extLst>
          </p:cNvPr>
          <p:cNvSpPr>
            <a:spLocks noGrp="1"/>
          </p:cNvSpPr>
          <p:nvPr/>
        </p:nvSpPr>
        <p:spPr>
          <a:xfrm>
            <a:off x="4953000" y="24765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Respuesta celular</a:t>
            </a:r>
          </a:p>
        </p:txBody>
      </p:sp>
      <p:sp>
        <p:nvSpPr>
          <p:cNvPr id="8" name="domain-body-1">
            <a:extLst>
              <a:ext uri="{FF2B5EF4-FFF2-40B4-BE49-F238E27FC236}">
                <a16:creationId xmlns:a16="http://schemas.microsoft.com/office/drawing/2014/main" id="{30DBD232-566F-4E68-9CD2-0B8CDA667821}"/>
              </a:ext>
            </a:extLst>
          </p:cNvPr>
          <p:cNvSpPr>
            <a:spLocks noGrp="1"/>
          </p:cNvSpPr>
          <p:nvPr/>
        </p:nvSpPr>
        <p:spPr>
          <a:xfrm>
            <a:off x="5000625" y="3000375"/>
            <a:ext cx="2190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receptor graduado</a:t>
            </a:r>
          </a:p>
        </p:txBody>
      </p:sp>
      <p:sp>
        <p:nvSpPr>
          <p:cNvPr id="9" name="domain-2">
            <a:extLst>
              <a:ext uri="{FF2B5EF4-FFF2-40B4-BE49-F238E27FC236}">
                <a16:creationId xmlns:a16="http://schemas.microsoft.com/office/drawing/2014/main" id="{DBE2CBC6-62CC-4F2F-849F-CC6D0192B8BB}"/>
              </a:ext>
            </a:extLst>
          </p:cNvPr>
          <p:cNvSpPr>
            <a:spLocks noGrp="1"/>
          </p:cNvSpPr>
          <p:nvPr/>
        </p:nvSpPr>
        <p:spPr>
          <a:xfrm>
            <a:off x="8477250" y="2143125"/>
            <a:ext cx="2857500" cy="2000250"/>
          </a:xfrm>
          <a:prstGeom prst="ellipse">
            <a:avLst/>
          </a:prstGeom>
          <a:solidFill>
            <a:srgbClr val="F8EDE2"/>
          </a:solidFill>
          <a:ln w="28575">
            <a:solidFill>
              <a:srgbClr val="9F541A"/>
            </a:solidFill>
            <a:prstDash val="solid"/>
          </a:ln>
        </p:spPr>
      </p:sp>
      <p:sp>
        <p:nvSpPr>
          <p:cNvPr id="10" name="domain-title-2">
            <a:extLst>
              <a:ext uri="{FF2B5EF4-FFF2-40B4-BE49-F238E27FC236}">
                <a16:creationId xmlns:a16="http://schemas.microsoft.com/office/drawing/2014/main" id="{903727A4-5BE9-4951-894E-498AB4B4B959}"/>
              </a:ext>
            </a:extLst>
          </p:cNvPr>
          <p:cNvSpPr>
            <a:spLocks noGrp="1"/>
          </p:cNvSpPr>
          <p:nvPr/>
        </p:nvSpPr>
        <p:spPr>
          <a:xfrm>
            <a:off x="8763000" y="24765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Salida neural</a:t>
            </a:r>
          </a:p>
        </p:txBody>
      </p:sp>
      <p:sp>
        <p:nvSpPr>
          <p:cNvPr id="11" name="domain-body-2">
            <a:extLst>
              <a:ext uri="{FF2B5EF4-FFF2-40B4-BE49-F238E27FC236}">
                <a16:creationId xmlns:a16="http://schemas.microsoft.com/office/drawing/2014/main" id="{CBD9CDBA-C4C4-464E-BF54-28120C656CF6}"/>
              </a:ext>
            </a:extLst>
          </p:cNvPr>
          <p:cNvSpPr>
            <a:spLocks noGrp="1"/>
          </p:cNvSpPr>
          <p:nvPr/>
        </p:nvSpPr>
        <p:spPr>
          <a:xfrm>
            <a:off x="8810625" y="3000375"/>
            <a:ext cx="2190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potenciales de acción en la fibra</a:t>
            </a:r>
          </a:p>
        </p:txBody>
      </p:sp>
      <p:cxnSp>
        <p:nvCxnSpPr>
          <p:cNvPr id="30" name="Conector recto de flecha 29"/>
          <p:cNvCxnSpPr>
            <a:stCxn id="3" idx="6"/>
            <a:endCxn id="6" idx="2"/>
          </p:cNvCxnSpPr>
          <p:nvPr/>
        </p:nvCxnSpPr>
        <p:spPr>
          <a:xfrm>
            <a:off x="3714750" y="3143250"/>
            <a:ext cx="952500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1" name="Conector recto de flecha 30"/>
          <p:cNvCxnSpPr>
            <a:stCxn id="6" idx="6"/>
            <a:endCxn id="9" idx="2"/>
          </p:cNvCxnSpPr>
          <p:nvPr/>
        </p:nvCxnSpPr>
        <p:spPr>
          <a:xfrm>
            <a:off x="7524750" y="3143250"/>
            <a:ext cx="952500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4" name="domains-note">
            <a:extLst>
              <a:ext uri="{FF2B5EF4-FFF2-40B4-BE49-F238E27FC236}">
                <a16:creationId xmlns:a16="http://schemas.microsoft.com/office/drawing/2014/main" id="{75EE86E3-8517-464C-B8E2-D87D1FC5F06C}"/>
              </a:ext>
            </a:extLst>
          </p:cNvPr>
          <p:cNvSpPr>
            <a:spLocks noGrp="1"/>
          </p:cNvSpPr>
          <p:nvPr/>
        </p:nvSpPr>
        <p:spPr>
          <a:xfrm>
            <a:off x="1809750" y="485775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Después ubicaremos potencial endococlear, reposo, receptor y acción dentro de estos tres dominios.</a:t>
            </a:r>
          </a:p>
        </p:txBody>
      </p:sp>
      <p:sp>
        <p:nvSpPr>
          <p:cNvPr id="15" name="top-rail-1">
            <a:extLst>
              <a:ext uri="{FF2B5EF4-FFF2-40B4-BE49-F238E27FC236}">
                <a16:creationId xmlns:a16="http://schemas.microsoft.com/office/drawing/2014/main" id="{06AC68D1-77B3-42FF-959C-8617576EF35A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6" name="top-rail-2">
            <a:extLst>
              <a:ext uri="{FF2B5EF4-FFF2-40B4-BE49-F238E27FC236}">
                <a16:creationId xmlns:a16="http://schemas.microsoft.com/office/drawing/2014/main" id="{59A17C7C-5B49-4165-9A36-3B20A39EDB55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7" name="top-rail-3">
            <a:extLst>
              <a:ext uri="{FF2B5EF4-FFF2-40B4-BE49-F238E27FC236}">
                <a16:creationId xmlns:a16="http://schemas.microsoft.com/office/drawing/2014/main" id="{70F546FB-DFF3-44C6-87E8-6374D52F2B45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8" name="eyebrow">
            <a:extLst>
              <a:ext uri="{FF2B5EF4-FFF2-40B4-BE49-F238E27FC236}">
                <a16:creationId xmlns:a16="http://schemas.microsoft.com/office/drawing/2014/main" id="{3489C502-A97B-4864-A3A2-7B9C0CF8DB0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12" name="auto-slide-number">
            <a:extLst>
              <a:ext uri="{FF2B5EF4-FFF2-40B4-BE49-F238E27FC236}">
                <a16:creationId xmlns:a16="http://schemas.microsoft.com/office/drawing/2014/main" id="{70206CCC-C930-B6E2-A086-F5FDDC978C19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99BC68F-99AA-4786-B5DC-2C39C540725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159247EA-3DB5-4D48-976B-E072B891520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Potencial endococlear: gradiente en la rampa media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005080E-A6C3-49C8-B0EC-829AB3BAD6D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endolinfa posee un potencial positivo respecto de referencias extracocleares; el gradiente importa más que memorizar un número.</a:t>
            </a:r>
          </a:p>
        </p:txBody>
      </p:sp>
      <p:sp>
        <p:nvSpPr>
          <p:cNvPr id="3" name="endocochlear-endolymph-box">
            <a:extLst>
              <a:ext uri="{FF2B5EF4-FFF2-40B4-BE49-F238E27FC236}">
                <a16:creationId xmlns:a16="http://schemas.microsoft.com/office/drawing/2014/main" id="{0469243D-EC44-48FE-BFFB-6CDCD24CEC87}"/>
              </a:ext>
            </a:extLst>
          </p:cNvPr>
          <p:cNvSpPr>
            <a:spLocks noGrp="1"/>
          </p:cNvSpPr>
          <p:nvPr/>
        </p:nvSpPr>
        <p:spPr>
          <a:xfrm>
            <a:off x="1714500" y="1666875"/>
            <a:ext cx="8763000" cy="1143000"/>
          </a:xfrm>
          <a:prstGeom prst="roundRect">
            <a:avLst>
              <a:gd name="adj" fmla="val 10000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4" name="endocochlear-endolymph-title">
            <a:extLst>
              <a:ext uri="{FF2B5EF4-FFF2-40B4-BE49-F238E27FC236}">
                <a16:creationId xmlns:a16="http://schemas.microsoft.com/office/drawing/2014/main" id="{0C0A1819-B3E4-48DB-96B3-B678F404C91A}"/>
              </a:ext>
            </a:extLst>
          </p:cNvPr>
          <p:cNvSpPr>
            <a:spLocks noGrp="1"/>
          </p:cNvSpPr>
          <p:nvPr/>
        </p:nvSpPr>
        <p:spPr>
          <a:xfrm>
            <a:off x="1885950" y="1800225"/>
            <a:ext cx="842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Endolinfa</a:t>
            </a:r>
          </a:p>
        </p:txBody>
      </p:sp>
      <p:sp>
        <p:nvSpPr>
          <p:cNvPr id="5" name="endocochlear-endolymph-body">
            <a:extLst>
              <a:ext uri="{FF2B5EF4-FFF2-40B4-BE49-F238E27FC236}">
                <a16:creationId xmlns:a16="http://schemas.microsoft.com/office/drawing/2014/main" id="{54696292-C2B9-46C8-AE5D-39467DDA1D19}"/>
              </a:ext>
            </a:extLst>
          </p:cNvPr>
          <p:cNvSpPr>
            <a:spLocks noGrp="1"/>
          </p:cNvSpPr>
          <p:nvPr/>
        </p:nvSpPr>
        <p:spPr>
          <a:xfrm>
            <a:off x="1885950" y="2200275"/>
            <a:ext cx="8420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positivo respecto de una referencia extracoclear declarada</a:t>
            </a:r>
          </a:p>
        </p:txBody>
      </p:sp>
      <p:sp>
        <p:nvSpPr>
          <p:cNvPr id="6" name="endocochlear-cell-box">
            <a:extLst>
              <a:ext uri="{FF2B5EF4-FFF2-40B4-BE49-F238E27FC236}">
                <a16:creationId xmlns:a16="http://schemas.microsoft.com/office/drawing/2014/main" id="{213FCB7B-0085-4E64-92F2-A50D6B24E720}"/>
              </a:ext>
            </a:extLst>
          </p:cNvPr>
          <p:cNvSpPr>
            <a:spLocks noGrp="1"/>
          </p:cNvSpPr>
          <p:nvPr/>
        </p:nvSpPr>
        <p:spPr>
          <a:xfrm>
            <a:off x="1714500" y="3048000"/>
            <a:ext cx="8763000" cy="1143000"/>
          </a:xfrm>
          <a:prstGeom prst="roundRect">
            <a:avLst>
              <a:gd name="adj" fmla="val 1000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7" name="endocochlear-cell-title">
            <a:extLst>
              <a:ext uri="{FF2B5EF4-FFF2-40B4-BE49-F238E27FC236}">
                <a16:creationId xmlns:a16="http://schemas.microsoft.com/office/drawing/2014/main" id="{FD1864F9-A180-4C42-A78F-0B8059BA1E99}"/>
              </a:ext>
            </a:extLst>
          </p:cNvPr>
          <p:cNvSpPr>
            <a:spLocks noGrp="1"/>
          </p:cNvSpPr>
          <p:nvPr/>
        </p:nvSpPr>
        <p:spPr>
          <a:xfrm>
            <a:off x="1885950" y="3181350"/>
            <a:ext cx="842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Célula ciliada</a:t>
            </a:r>
          </a:p>
        </p:txBody>
      </p:sp>
      <p:sp>
        <p:nvSpPr>
          <p:cNvPr id="8" name="endocochlear-cell-body">
            <a:extLst>
              <a:ext uri="{FF2B5EF4-FFF2-40B4-BE49-F238E27FC236}">
                <a16:creationId xmlns:a16="http://schemas.microsoft.com/office/drawing/2014/main" id="{C7DD24E5-6D5A-44AB-96B1-B73379659FAB}"/>
              </a:ext>
            </a:extLst>
          </p:cNvPr>
          <p:cNvSpPr>
            <a:spLocks noGrp="1"/>
          </p:cNvSpPr>
          <p:nvPr/>
        </p:nvSpPr>
        <p:spPr>
          <a:xfrm>
            <a:off x="1885950" y="3581400"/>
            <a:ext cx="8420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interior celular</a:t>
            </a:r>
          </a:p>
        </p:txBody>
      </p:sp>
      <p:sp>
        <p:nvSpPr>
          <p:cNvPr id="9" name="endocochlear-reference-box">
            <a:extLst>
              <a:ext uri="{FF2B5EF4-FFF2-40B4-BE49-F238E27FC236}">
                <a16:creationId xmlns:a16="http://schemas.microsoft.com/office/drawing/2014/main" id="{C580C661-F2E8-4928-A927-600F2A1E4F80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1143000"/>
          </a:xfrm>
          <a:prstGeom prst="roundRect">
            <a:avLst>
              <a:gd name="adj" fmla="val 1000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endocochlear-reference-title">
            <a:extLst>
              <a:ext uri="{FF2B5EF4-FFF2-40B4-BE49-F238E27FC236}">
                <a16:creationId xmlns:a16="http://schemas.microsoft.com/office/drawing/2014/main" id="{080283ED-734B-449E-95EC-57A6F3E910AD}"/>
              </a:ext>
            </a:extLst>
          </p:cNvPr>
          <p:cNvSpPr>
            <a:spLocks noGrp="1"/>
          </p:cNvSpPr>
          <p:nvPr/>
        </p:nvSpPr>
        <p:spPr>
          <a:xfrm>
            <a:off x="1885950" y="4562475"/>
            <a:ext cx="842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Perilinfa / referencia</a:t>
            </a:r>
          </a:p>
        </p:txBody>
      </p:sp>
      <p:sp>
        <p:nvSpPr>
          <p:cNvPr id="11" name="endocochlear-reference-body">
            <a:extLst>
              <a:ext uri="{FF2B5EF4-FFF2-40B4-BE49-F238E27FC236}">
                <a16:creationId xmlns:a16="http://schemas.microsoft.com/office/drawing/2014/main" id="{5345EF41-8314-46F7-864C-CF95DA0F34CE}"/>
              </a:ext>
            </a:extLst>
          </p:cNvPr>
          <p:cNvSpPr>
            <a:spLocks noGrp="1"/>
          </p:cNvSpPr>
          <p:nvPr/>
        </p:nvSpPr>
        <p:spPr>
          <a:xfrm>
            <a:off x="1885950" y="4962525"/>
            <a:ext cx="8420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electrodo y la referencia de medida deben explicitarse</a:t>
            </a:r>
          </a:p>
        </p:txBody>
      </p:sp>
      <p:sp>
        <p:nvSpPr>
          <p:cNvPr id="12" name="endocochlear-limit">
            <a:extLst>
              <a:ext uri="{FF2B5EF4-FFF2-40B4-BE49-F238E27FC236}">
                <a16:creationId xmlns:a16="http://schemas.microsoft.com/office/drawing/2014/main" id="{62523266-B4E5-4626-943D-00D07AF95E53}"/>
              </a:ext>
            </a:extLst>
          </p:cNvPr>
          <p:cNvSpPr>
            <a:spLocks noGrp="1"/>
          </p:cNvSpPr>
          <p:nvPr/>
        </p:nvSpPr>
        <p:spPr>
          <a:xfrm>
            <a:off x="1619250" y="5810250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Importa el gradiente electroquímico; un voltaje aislado no tiene significado sin referencia.</a:t>
            </a:r>
          </a:p>
        </p:txBody>
      </p:sp>
      <p:sp>
        <p:nvSpPr>
          <p:cNvPr id="13" name="top-rail-1">
            <a:extLst>
              <a:ext uri="{FF2B5EF4-FFF2-40B4-BE49-F238E27FC236}">
                <a16:creationId xmlns:a16="http://schemas.microsoft.com/office/drawing/2014/main" id="{77A37010-DBE4-4E74-BE3A-330CF7D9CF25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4" name="top-rail-2">
            <a:extLst>
              <a:ext uri="{FF2B5EF4-FFF2-40B4-BE49-F238E27FC236}">
                <a16:creationId xmlns:a16="http://schemas.microsoft.com/office/drawing/2014/main" id="{0BC8DEDE-0EAC-40DC-B7EA-655D73A973A3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5" name="top-rail-3">
            <a:extLst>
              <a:ext uri="{FF2B5EF4-FFF2-40B4-BE49-F238E27FC236}">
                <a16:creationId xmlns:a16="http://schemas.microsoft.com/office/drawing/2014/main" id="{03A4C4D3-44E3-4BB4-8B32-2E404D78CF20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6" name="eyebrow">
            <a:extLst>
              <a:ext uri="{FF2B5EF4-FFF2-40B4-BE49-F238E27FC236}">
                <a16:creationId xmlns:a16="http://schemas.microsoft.com/office/drawing/2014/main" id="{08836B42-AC74-4E68-B486-2A82915AA835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18" name="auto-slide-number">
            <a:extLst>
              <a:ext uri="{FF2B5EF4-FFF2-40B4-BE49-F238E27FC236}">
                <a16:creationId xmlns:a16="http://schemas.microsoft.com/office/drawing/2014/main" id="{49954D58-E587-4925-9E16-C9E6E44581C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167F260-5978-422D-BF04-89E1C497348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1AEBB246-0D9D-4986-B4EA-CD81AB155E5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Potencial de reposo: estado basal de la célula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AE78F1C-070F-4B9B-8A25-653930B5D71F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Debe definirse como condición eléctrica basal, distinta del potencial endococlear y del potencial receptor.</a:t>
            </a:r>
          </a:p>
        </p:txBody>
      </p:sp>
      <p:sp>
        <p:nvSpPr>
          <p:cNvPr id="3" name="resting-box">
            <a:extLst>
              <a:ext uri="{FF2B5EF4-FFF2-40B4-BE49-F238E27FC236}">
                <a16:creationId xmlns:a16="http://schemas.microsoft.com/office/drawing/2014/main" id="{974BC76A-3EBA-41C5-B22C-8FD20834BACC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4953000" cy="314325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4" name="resting-title">
            <a:extLst>
              <a:ext uri="{FF2B5EF4-FFF2-40B4-BE49-F238E27FC236}">
                <a16:creationId xmlns:a16="http://schemas.microsoft.com/office/drawing/2014/main" id="{3F0C9955-6568-4ECC-8050-51142D5F5382}"/>
              </a:ext>
            </a:extLst>
          </p:cNvPr>
          <p:cNvSpPr>
            <a:spLocks noGrp="1"/>
          </p:cNvSpPr>
          <p:nvPr/>
        </p:nvSpPr>
        <p:spPr>
          <a:xfrm>
            <a:off x="933450" y="180022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3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de reposo</a:t>
            </a:r>
          </a:p>
        </p:txBody>
      </p:sp>
      <p:sp>
        <p:nvSpPr>
          <p:cNvPr id="5" name="resting-body">
            <a:extLst>
              <a:ext uri="{FF2B5EF4-FFF2-40B4-BE49-F238E27FC236}">
                <a16:creationId xmlns:a16="http://schemas.microsoft.com/office/drawing/2014/main" id="{49550839-F89C-4ECD-8752-EEEB904902CA}"/>
              </a:ext>
            </a:extLst>
          </p:cNvPr>
          <p:cNvSpPr>
            <a:spLocks noGrp="1"/>
          </p:cNvSpPr>
          <p:nvPr/>
        </p:nvSpPr>
        <p:spPr>
          <a:xfrm>
            <a:off x="933450" y="2200275"/>
            <a:ext cx="46101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Condición eléctrica basal de la membrana, medida respecto de una referencia extracelular declarada.</a:t>
            </a:r>
          </a:p>
        </p:txBody>
      </p:sp>
      <p:sp>
        <p:nvSpPr>
          <p:cNvPr id="6" name="receptor-box">
            <a:extLst>
              <a:ext uri="{FF2B5EF4-FFF2-40B4-BE49-F238E27FC236}">
                <a16:creationId xmlns:a16="http://schemas.microsoft.com/office/drawing/2014/main" id="{2676D1AA-D7FD-4504-B901-EC9F41FCBF23}"/>
              </a:ext>
            </a:extLst>
          </p:cNvPr>
          <p:cNvSpPr>
            <a:spLocks noGrp="1"/>
          </p:cNvSpPr>
          <p:nvPr/>
        </p:nvSpPr>
        <p:spPr>
          <a:xfrm>
            <a:off x="6477000" y="1666875"/>
            <a:ext cx="4953000" cy="3143250"/>
          </a:xfrm>
          <a:prstGeom prst="roundRect">
            <a:avLst>
              <a:gd name="adj" fmla="val 3636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7" name="receptor-title">
            <a:extLst>
              <a:ext uri="{FF2B5EF4-FFF2-40B4-BE49-F238E27FC236}">
                <a16:creationId xmlns:a16="http://schemas.microsoft.com/office/drawing/2014/main" id="{9A52E459-A48B-45A0-9737-99E63856D9D8}"/>
              </a:ext>
            </a:extLst>
          </p:cNvPr>
          <p:cNvSpPr>
            <a:spLocks noGrp="1"/>
          </p:cNvSpPr>
          <p:nvPr/>
        </p:nvSpPr>
        <p:spPr>
          <a:xfrm>
            <a:off x="6648450" y="1800225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3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3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8" name="receptor-body">
            <a:extLst>
              <a:ext uri="{FF2B5EF4-FFF2-40B4-BE49-F238E27FC236}">
                <a16:creationId xmlns:a16="http://schemas.microsoft.com/office/drawing/2014/main" id="{373B087B-60EB-430E-AAC9-85D463E9C131}"/>
              </a:ext>
            </a:extLst>
          </p:cNvPr>
          <p:cNvSpPr>
            <a:spLocks noGrp="1"/>
          </p:cNvSpPr>
          <p:nvPr/>
        </p:nvSpPr>
        <p:spPr>
          <a:xfrm>
            <a:off x="6648450" y="2200275"/>
            <a:ext cx="46101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Cambio graduado respecto del estado basal cuando la deflexión modifica la corriente iónica.</a:t>
            </a:r>
          </a:p>
        </p:txBody>
      </p:sp>
      <p:sp>
        <p:nvSpPr>
          <p:cNvPr id="9" name="resting-caution">
            <a:extLst>
              <a:ext uri="{FF2B5EF4-FFF2-40B4-BE49-F238E27FC236}">
                <a16:creationId xmlns:a16="http://schemas.microsoft.com/office/drawing/2014/main" id="{AE3BAA68-B765-45C3-8BB8-BB84DB58438F}"/>
              </a:ext>
            </a:extLst>
          </p:cNvPr>
          <p:cNvSpPr>
            <a:spLocks noGrp="1"/>
          </p:cNvSpPr>
          <p:nvPr/>
        </p:nvSpPr>
        <p:spPr>
          <a:xfrm>
            <a:off x="1809750" y="509587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referencia de medida importa; aquí no se fija un valor universal.</a:t>
            </a:r>
          </a:p>
        </p:txBody>
      </p:sp>
      <p:sp>
        <p:nvSpPr>
          <p:cNvPr id="10" name="top-rail-1">
            <a:extLst>
              <a:ext uri="{FF2B5EF4-FFF2-40B4-BE49-F238E27FC236}">
                <a16:creationId xmlns:a16="http://schemas.microsoft.com/office/drawing/2014/main" id="{A87B2131-5785-4EA0-95B2-49118CC90AFF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1" name="top-rail-2">
            <a:extLst>
              <a:ext uri="{FF2B5EF4-FFF2-40B4-BE49-F238E27FC236}">
                <a16:creationId xmlns:a16="http://schemas.microsoft.com/office/drawing/2014/main" id="{6802C68A-E874-4594-851A-E166B9586F03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2" name="top-rail-3">
            <a:extLst>
              <a:ext uri="{FF2B5EF4-FFF2-40B4-BE49-F238E27FC236}">
                <a16:creationId xmlns:a16="http://schemas.microsoft.com/office/drawing/2014/main" id="{5BCC1CBB-1B52-48C9-8C6D-5758F25FA607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3" name="eyebrow">
            <a:extLst>
              <a:ext uri="{FF2B5EF4-FFF2-40B4-BE49-F238E27FC236}">
                <a16:creationId xmlns:a16="http://schemas.microsoft.com/office/drawing/2014/main" id="{E4595DA0-F958-41DB-9426-CE4EC858BAD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A0AE0F08-10E9-34AC-7660-9BF4559F62A1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50C70CB-BDCC-4B00-8732-7904B96B0A24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02188D07-6DB1-42DB-B0EA-817B045BA3F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Potencial receptor no es potencial de acción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FEC3A93-4BC9-45FD-A16D-57E86F365265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célula ciliada genera una respuesta graduada; los impulsos aparecen en fibras aferentes.</a:t>
            </a:r>
          </a:p>
        </p:txBody>
      </p:sp>
      <p:sp>
        <p:nvSpPr>
          <p:cNvPr id="3" name="U06-DG-051-panel_left-anchor">
            <a:extLst>
              <a:ext uri="{FF2B5EF4-FFF2-40B4-BE49-F238E27FC236}">
                <a16:creationId xmlns:a16="http://schemas.microsoft.com/office/drawing/2014/main" id="{73C84D92-FCD5-4C27-8FC4-C16479A1C30D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1-panel_right-anchor">
            <a:extLst>
              <a:ext uri="{FF2B5EF4-FFF2-40B4-BE49-F238E27FC236}">
                <a16:creationId xmlns:a16="http://schemas.microsoft.com/office/drawing/2014/main" id="{D9F2FFD1-3774-436B-AA58-02E6571B3F27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1-panel_left-box" descr="Diagrama sobre «Potencial receptor no es potencial de acción»; organiza comparación por célula/estructura, forma de variación, umbral y función." title="Texto alternativo U06-086">
            <a:extLst>
              <a:ext uri="{FF2B5EF4-FFF2-40B4-BE49-F238E27FC236}">
                <a16:creationId xmlns:a16="http://schemas.microsoft.com/office/drawing/2014/main" id="{11337048-4999-413E-A66C-009BA4198A7D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6" name="U06-DG-051-panel_left-title">
            <a:extLst>
              <a:ext uri="{FF2B5EF4-FFF2-40B4-BE49-F238E27FC236}">
                <a16:creationId xmlns:a16="http://schemas.microsoft.com/office/drawing/2014/main" id="{76528666-DB86-42FC-A130-1E484560C940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Célula ciliada</a:t>
            </a:r>
          </a:p>
        </p:txBody>
      </p:sp>
      <p:sp>
        <p:nvSpPr>
          <p:cNvPr id="7" name="U06-DG-051-panel_left-body">
            <a:extLst>
              <a:ext uri="{FF2B5EF4-FFF2-40B4-BE49-F238E27FC236}">
                <a16:creationId xmlns:a16="http://schemas.microsoft.com/office/drawing/2014/main" id="{0335905E-53C1-470E-9274-A7849689B729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receptor graduado y continuo</a:t>
            </a:r>
          </a:p>
        </p:txBody>
      </p:sp>
      <p:sp>
        <p:nvSpPr>
          <p:cNvPr id="8" name="U06-DG-051-panel_right-box">
            <a:extLst>
              <a:ext uri="{FF2B5EF4-FFF2-40B4-BE49-F238E27FC236}">
                <a16:creationId xmlns:a16="http://schemas.microsoft.com/office/drawing/2014/main" id="{A7F8DCB1-FE0A-45E2-9815-2AF48F4B4AAF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9" name="U06-DG-051-panel_right-title">
            <a:extLst>
              <a:ext uri="{FF2B5EF4-FFF2-40B4-BE49-F238E27FC236}">
                <a16:creationId xmlns:a16="http://schemas.microsoft.com/office/drawing/2014/main" id="{D4698F74-16B0-4F3F-B94E-BF8E5DF83C87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10" name="U06-DG-051-panel_right-body">
            <a:extLst>
              <a:ext uri="{FF2B5EF4-FFF2-40B4-BE49-F238E27FC236}">
                <a16:creationId xmlns:a16="http://schemas.microsoft.com/office/drawing/2014/main" id="{7657E4D2-85AB-46FA-8F93-8D2584C63F54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potenciales de acción eventos discretos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A02BB0B7-AA2A-4D95-A23F-CA03DEB3175C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14DDCD83-13E0-4E9D-B65B-A0EE2AD2CA7F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CA201719-F050-49B1-88C5-8B98459490DD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ABD7DCAE-8763-4A9D-873F-896CE3D622B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3123B699-20E4-A52F-3ECF-FC15AB81239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6B1BBB0-3DD8-4FEB-A2E6-89945C888298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A10FE9F2-1589-4E8C-B74A-713019B08FBA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Los tip links vinculan mecánicamente estereocilios vecinos</a:t>
            </a:r>
          </a:p>
        </p:txBody>
      </p:sp>
      <p:sp>
        <p:nvSpPr>
          <p:cNvPr id="2" name="U06-DG-052-stage_1-anchor">
            <a:extLst>
              <a:ext uri="{FF2B5EF4-FFF2-40B4-BE49-F238E27FC236}">
                <a16:creationId xmlns:a16="http://schemas.microsoft.com/office/drawing/2014/main" id="{BCB6DA04-8005-40D6-9EA6-79E711F800AF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52-stage_2-anchor">
            <a:extLst>
              <a:ext uri="{FF2B5EF4-FFF2-40B4-BE49-F238E27FC236}">
                <a16:creationId xmlns:a16="http://schemas.microsoft.com/office/drawing/2014/main" id="{15F3D5D9-1DAE-48B4-9656-5E0774DA7D04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2-stage_3-anchor">
            <a:extLst>
              <a:ext uri="{FF2B5EF4-FFF2-40B4-BE49-F238E27FC236}">
                <a16:creationId xmlns:a16="http://schemas.microsoft.com/office/drawing/2014/main" id="{B8F40118-B4F5-4293-B794-52CD1C607B8B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2-stage_4-anchor">
            <a:extLst>
              <a:ext uri="{FF2B5EF4-FFF2-40B4-BE49-F238E27FC236}">
                <a16:creationId xmlns:a16="http://schemas.microsoft.com/office/drawing/2014/main" id="{E75FA18B-5117-4AE0-A605-7964810931B6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52-flow_1"/>
          <p:cNvCxnSpPr>
            <a:stCxn id="2" idx="3"/>
            <a:endCxn id="3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52-flow_2"/>
          <p:cNvCxnSpPr>
            <a:stCxn id="3" idx="3"/>
            <a:endCxn id="4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52-flow_3"/>
          <p:cNvCxnSpPr>
            <a:stCxn id="4" idx="3"/>
            <a:endCxn id="5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9" name="U06-DG-052-stage_1-box" descr="Diagrama sobre «Los *tip links* vinculan mecánicamente estereocilios vecinos»; organiza ubicación en el haz y relación con tensión; límite de la simplificación." title="Texto alternativo U06-087">
            <a:extLst>
              <a:ext uri="{FF2B5EF4-FFF2-40B4-BE49-F238E27FC236}">
                <a16:creationId xmlns:a16="http://schemas.microsoft.com/office/drawing/2014/main" id="{325FE87A-E471-4817-A981-D7A384E7912D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0" name="U06-DG-052-stage_1-title">
            <a:extLst>
              <a:ext uri="{FF2B5EF4-FFF2-40B4-BE49-F238E27FC236}">
                <a16:creationId xmlns:a16="http://schemas.microsoft.com/office/drawing/2014/main" id="{52E3E460-928D-4796-BAE1-DA8493DD7B04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Estereocilio bajo</a:t>
            </a:r>
          </a:p>
        </p:txBody>
      </p:sp>
      <p:sp>
        <p:nvSpPr>
          <p:cNvPr id="11" name="U06-DG-052-stage_1-body">
            <a:extLst>
              <a:ext uri="{FF2B5EF4-FFF2-40B4-BE49-F238E27FC236}">
                <a16:creationId xmlns:a16="http://schemas.microsoft.com/office/drawing/2014/main" id="{B4F98DC2-522E-41D7-B668-CA056403DD75}"/>
              </a:ext>
            </a:extLst>
          </p:cNvPr>
          <p:cNvSpPr>
            <a:spLocks noGrp="1"/>
          </p:cNvSpPr>
          <p:nvPr/>
        </p:nvSpPr>
        <p:spPr>
          <a:xfrm>
            <a:off x="97155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extremo inferior</a:t>
            </a:r>
          </a:p>
        </p:txBody>
      </p:sp>
      <p:sp>
        <p:nvSpPr>
          <p:cNvPr id="12" name="U06-DG-052-stage_2-box">
            <a:extLst>
              <a:ext uri="{FF2B5EF4-FFF2-40B4-BE49-F238E27FC236}">
                <a16:creationId xmlns:a16="http://schemas.microsoft.com/office/drawing/2014/main" id="{61B9F532-6AAD-4623-BB76-EDE36EF91096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3" name="U06-DG-052-stage_2-title">
            <a:extLst>
              <a:ext uri="{FF2B5EF4-FFF2-40B4-BE49-F238E27FC236}">
                <a16:creationId xmlns:a16="http://schemas.microsoft.com/office/drawing/2014/main" id="{096E7556-BF6E-4BBF-982B-CCCCFD1A0466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Tip link</a:t>
            </a:r>
          </a:p>
        </p:txBody>
      </p:sp>
      <p:sp>
        <p:nvSpPr>
          <p:cNvPr id="14" name="U06-DG-052-stage_2-body">
            <a:extLst>
              <a:ext uri="{FF2B5EF4-FFF2-40B4-BE49-F238E27FC236}">
                <a16:creationId xmlns:a16="http://schemas.microsoft.com/office/drawing/2014/main" id="{D8813039-139C-4538-948F-8D4B68AFB091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enlace oblicuo</a:t>
            </a:r>
          </a:p>
        </p:txBody>
      </p:sp>
      <p:sp>
        <p:nvSpPr>
          <p:cNvPr id="15" name="U06-DG-052-stage_3-box">
            <a:extLst>
              <a:ext uri="{FF2B5EF4-FFF2-40B4-BE49-F238E27FC236}">
                <a16:creationId xmlns:a16="http://schemas.microsoft.com/office/drawing/2014/main" id="{DC4D4173-8890-4A1E-BF46-2718B01707C5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52-stage_3-title">
            <a:extLst>
              <a:ext uri="{FF2B5EF4-FFF2-40B4-BE49-F238E27FC236}">
                <a16:creationId xmlns:a16="http://schemas.microsoft.com/office/drawing/2014/main" id="{226A56F2-EF0D-4783-B0FF-F128394715AD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Estereocilio alto</a:t>
            </a:r>
          </a:p>
        </p:txBody>
      </p:sp>
      <p:sp>
        <p:nvSpPr>
          <p:cNvPr id="17" name="U06-DG-052-stage_3-body">
            <a:extLst>
              <a:ext uri="{FF2B5EF4-FFF2-40B4-BE49-F238E27FC236}">
                <a16:creationId xmlns:a16="http://schemas.microsoft.com/office/drawing/2014/main" id="{34AB7E84-A489-405C-9EFE-DCA47E785D45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extremo superior</a:t>
            </a:r>
          </a:p>
        </p:txBody>
      </p:sp>
      <p:sp>
        <p:nvSpPr>
          <p:cNvPr id="18" name="U06-DG-052-stage_4-box">
            <a:extLst>
              <a:ext uri="{FF2B5EF4-FFF2-40B4-BE49-F238E27FC236}">
                <a16:creationId xmlns:a16="http://schemas.microsoft.com/office/drawing/2014/main" id="{DC6D3C55-413C-445E-AA66-CE70B3A5695B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9" name="U06-DG-052-stage_4-title">
            <a:extLst>
              <a:ext uri="{FF2B5EF4-FFF2-40B4-BE49-F238E27FC236}">
                <a16:creationId xmlns:a16="http://schemas.microsoft.com/office/drawing/2014/main" id="{5F8F05A8-BB5C-473E-ADAA-121F75D1C8C4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Tensión</a:t>
            </a:r>
          </a:p>
        </p:txBody>
      </p:sp>
      <p:sp>
        <p:nvSpPr>
          <p:cNvPr id="20" name="U06-DG-052-stage_4-body">
            <a:extLst>
              <a:ext uri="{FF2B5EF4-FFF2-40B4-BE49-F238E27FC236}">
                <a16:creationId xmlns:a16="http://schemas.microsoft.com/office/drawing/2014/main" id="{37C50D28-B99A-48BE-8067-F58CFB70769B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modula apertura</a:t>
            </a:r>
          </a:p>
        </p:txBody>
      </p:sp>
      <p:sp>
        <p:nvSpPr>
          <p:cNvPr id="21" name="top-rail-1">
            <a:extLst>
              <a:ext uri="{FF2B5EF4-FFF2-40B4-BE49-F238E27FC236}">
                <a16:creationId xmlns:a16="http://schemas.microsoft.com/office/drawing/2014/main" id="{1802E1E5-2C69-4B4F-906C-04056C34D71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>
              <a:ext uri="{FF2B5EF4-FFF2-40B4-BE49-F238E27FC236}">
                <a16:creationId xmlns:a16="http://schemas.microsoft.com/office/drawing/2014/main" id="{F08E0F19-0DB9-4A68-9058-05AF2E145E12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>
              <a:ext uri="{FF2B5EF4-FFF2-40B4-BE49-F238E27FC236}">
                <a16:creationId xmlns:a16="http://schemas.microsoft.com/office/drawing/2014/main" id="{2BE2AF7F-21A7-4EA3-9CA1-2ABBAB7BA142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EACDB011-817A-4B97-B14B-452F9F08D9F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4D2BF30F-B9C8-8342-A20C-974A9417DDD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DA6356A0-3EB6-4A5C-B2C2-D6141414109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8D815C25-CB5F-4355-B0BE-F899A042E23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deflexión excitatoria aumenta la apertura de canales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BB9170B-5B74-40CF-839E-90F1B7D81D3E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tensión del haz modifica la probabilidad de apertura y permite una corriente predominantemente de K⁺ desde la endolinfa.</a:t>
            </a:r>
          </a:p>
        </p:txBody>
      </p:sp>
      <p:sp>
        <p:nvSpPr>
          <p:cNvPr id="3" name="U06-DG-053-panel_left-anchor">
            <a:extLst>
              <a:ext uri="{FF2B5EF4-FFF2-40B4-BE49-F238E27FC236}">
                <a16:creationId xmlns:a16="http://schemas.microsoft.com/office/drawing/2014/main" id="{5DA20FE5-238E-458D-9DD0-98D6AF617E03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3-panel_right-anchor">
            <a:extLst>
              <a:ext uri="{FF2B5EF4-FFF2-40B4-BE49-F238E27FC236}">
                <a16:creationId xmlns:a16="http://schemas.microsoft.com/office/drawing/2014/main" id="{90A1E785-7B06-42FD-80D6-7F2030861B8E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3-panel_left-box" descr="Diagrama sobre «La deflexión excitatoria aumenta la apertura de canales»; organiza reposo relativo → deflexión → apertura → entrada iónica → despolarización; dirección opuesta como contraste." title="Texto alternativo U06-088">
            <a:extLst>
              <a:ext uri="{FF2B5EF4-FFF2-40B4-BE49-F238E27FC236}">
                <a16:creationId xmlns:a16="http://schemas.microsoft.com/office/drawing/2014/main" id="{F48F61C8-CE32-4C4A-83BB-E74F75FF283C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6" name="U06-DG-053-panel_left-title">
            <a:extLst>
              <a:ext uri="{FF2B5EF4-FFF2-40B4-BE49-F238E27FC236}">
                <a16:creationId xmlns:a16="http://schemas.microsoft.com/office/drawing/2014/main" id="{51C11312-BDE3-4E8A-82BB-1569EC75CE30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Menor tensión</a:t>
            </a:r>
          </a:p>
        </p:txBody>
      </p:sp>
      <p:sp>
        <p:nvSpPr>
          <p:cNvPr id="7" name="U06-DG-053-panel_left-body">
            <a:extLst>
              <a:ext uri="{FF2B5EF4-FFF2-40B4-BE49-F238E27FC236}">
                <a16:creationId xmlns:a16="http://schemas.microsoft.com/office/drawing/2014/main" id="{8FE73B3E-4C0D-489D-A46C-D3300D56D8EA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menor corriente K⁺ menor</a:t>
            </a:r>
          </a:p>
        </p:txBody>
      </p:sp>
      <p:sp>
        <p:nvSpPr>
          <p:cNvPr id="8" name="U06-DG-053-panel_right-box">
            <a:extLst>
              <a:ext uri="{FF2B5EF4-FFF2-40B4-BE49-F238E27FC236}">
                <a16:creationId xmlns:a16="http://schemas.microsoft.com/office/drawing/2014/main" id="{83BAF97F-E440-48FA-B175-9FE06AD4ED00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9" name="U06-DG-053-panel_right-title">
            <a:extLst>
              <a:ext uri="{FF2B5EF4-FFF2-40B4-BE49-F238E27FC236}">
                <a16:creationId xmlns:a16="http://schemas.microsoft.com/office/drawing/2014/main" id="{8C56B0A2-64F5-4530-9CA9-5049E45966C4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Mayor tensión</a:t>
            </a:r>
          </a:p>
        </p:txBody>
      </p:sp>
      <p:sp>
        <p:nvSpPr>
          <p:cNvPr id="10" name="U06-DG-053-panel_right-body">
            <a:extLst>
              <a:ext uri="{FF2B5EF4-FFF2-40B4-BE49-F238E27FC236}">
                <a16:creationId xmlns:a16="http://schemas.microsoft.com/office/drawing/2014/main" id="{2FFE78B3-DC1C-4F5E-AAB2-0BECA2988D1D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mayor entrada de K⁺ mayor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085FD670-9CC4-4D4C-93A7-3BD9DAACC0AB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EEC10E5D-6D70-4250-BAB0-45DBCF8B4857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396E03E7-2243-464B-92E2-36558DA7BB9F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82ED179A-2743-4A8C-A2A4-884F6CFF78A4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59901733-9637-5F16-907A-9BA6BCA60171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AA5D7915-AD05-4B6D-93AE-7B57839CD62D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88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944DF993-CD06-4277-9BA3-FA791886146D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Ca²⁺ y glutamato conectan la respuesta celular con la aferencia</a:t>
            </a:r>
          </a:p>
        </p:txBody>
      </p:sp>
      <p:sp>
        <p:nvSpPr>
          <p:cNvPr id="2" name="U06-DG-054-stage_1-anchor">
            <a:extLst>
              <a:ext uri="{FF2B5EF4-FFF2-40B4-BE49-F238E27FC236}">
                <a16:creationId xmlns:a16="http://schemas.microsoft.com/office/drawing/2014/main" id="{B692A900-2029-4D17-9E72-627AF4D4D5F5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54-stage_2-anchor">
            <a:extLst>
              <a:ext uri="{FF2B5EF4-FFF2-40B4-BE49-F238E27FC236}">
                <a16:creationId xmlns:a16="http://schemas.microsoft.com/office/drawing/2014/main" id="{B0D345E3-53A5-4C4D-BDCC-E64D54ED70D5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4-stage_3-anchor">
            <a:extLst>
              <a:ext uri="{FF2B5EF4-FFF2-40B4-BE49-F238E27FC236}">
                <a16:creationId xmlns:a16="http://schemas.microsoft.com/office/drawing/2014/main" id="{C9D257BC-9978-4D7C-BC18-8E6FCE4E28DE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4-stage_4-anchor">
            <a:extLst>
              <a:ext uri="{FF2B5EF4-FFF2-40B4-BE49-F238E27FC236}">
                <a16:creationId xmlns:a16="http://schemas.microsoft.com/office/drawing/2014/main" id="{FC9C514C-8617-489F-BBC0-0CFBB79BDB6A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0" name="U06-DG-054-flow_1"/>
          <p:cNvCxnSpPr>
            <a:stCxn id="2" idx="3"/>
            <a:endCxn id="3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U06-DG-054-flow_2"/>
          <p:cNvCxnSpPr>
            <a:stCxn id="3" idx="3"/>
            <a:endCxn id="4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U06-DG-054-flow_3"/>
          <p:cNvCxnSpPr>
            <a:stCxn id="4" idx="3"/>
            <a:endCxn id="5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9" name="U06-DG-054-stage_1-box" descr="Diagrama sobre «Ca²⁺ y glutamato conectan la respuesta celular con la aferencia»; organiza tres pasos en la base de una cci; cce se retoma solo como contraste funcional." title="Texto alternativo U06-089">
            <a:extLst>
              <a:ext uri="{FF2B5EF4-FFF2-40B4-BE49-F238E27FC236}">
                <a16:creationId xmlns:a16="http://schemas.microsoft.com/office/drawing/2014/main" id="{CB77A08E-CFC9-4A46-8B85-8FBF0CBAB27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0" name="U06-DG-054-stage_1-title">
            <a:extLst>
              <a:ext uri="{FF2B5EF4-FFF2-40B4-BE49-F238E27FC236}">
                <a16:creationId xmlns:a16="http://schemas.microsoft.com/office/drawing/2014/main" id="{7EF15CCF-C2B7-4242-B4D6-5F65E5D1BA51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Célula</a:t>
            </a:r>
          </a:p>
        </p:txBody>
      </p:sp>
      <p:sp>
        <p:nvSpPr>
          <p:cNvPr id="11" name="U06-DG-054-stage_1-body">
            <a:extLst>
              <a:ext uri="{FF2B5EF4-FFF2-40B4-BE49-F238E27FC236}">
                <a16:creationId xmlns:a16="http://schemas.microsoft.com/office/drawing/2014/main" id="{CEE60728-BB00-4E71-8DF0-81AE8510B3C4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despolariza</a:t>
            </a:r>
          </a:p>
        </p:txBody>
      </p:sp>
      <p:sp>
        <p:nvSpPr>
          <p:cNvPr id="12" name="U06-DG-054-stage_2-box">
            <a:extLst>
              <a:ext uri="{FF2B5EF4-FFF2-40B4-BE49-F238E27FC236}">
                <a16:creationId xmlns:a16="http://schemas.microsoft.com/office/drawing/2014/main" id="{8224625A-1D40-4094-9B96-EFCE34F214FC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3" name="U06-DG-054-stage_2-title">
            <a:extLst>
              <a:ext uri="{FF2B5EF4-FFF2-40B4-BE49-F238E27FC236}">
                <a16:creationId xmlns:a16="http://schemas.microsoft.com/office/drawing/2014/main" id="{6F564CDA-EF70-42D3-A911-17237F6E925D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 de Ca²⁺</a:t>
            </a:r>
          </a:p>
        </p:txBody>
      </p:sp>
      <p:sp>
        <p:nvSpPr>
          <p:cNvPr id="14" name="U06-DG-054-stage_2-body">
            <a:extLst>
              <a:ext uri="{FF2B5EF4-FFF2-40B4-BE49-F238E27FC236}">
                <a16:creationId xmlns:a16="http://schemas.microsoft.com/office/drawing/2014/main" id="{D5ECACAB-97D9-4F6E-B563-F43CB80E8A1E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zona basal</a:t>
            </a:r>
          </a:p>
        </p:txBody>
      </p:sp>
      <p:sp>
        <p:nvSpPr>
          <p:cNvPr id="15" name="U06-DG-054-stage_3-box">
            <a:extLst>
              <a:ext uri="{FF2B5EF4-FFF2-40B4-BE49-F238E27FC236}">
                <a16:creationId xmlns:a16="http://schemas.microsoft.com/office/drawing/2014/main" id="{12D10A4E-7FA5-4A4E-AB05-E83DA0871CC5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6" name="U06-DG-054-stage_3-title">
            <a:extLst>
              <a:ext uri="{FF2B5EF4-FFF2-40B4-BE49-F238E27FC236}">
                <a16:creationId xmlns:a16="http://schemas.microsoft.com/office/drawing/2014/main" id="{63F0EC4A-D022-4920-9574-9E1D3FC89E08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Glutamato</a:t>
            </a:r>
          </a:p>
        </p:txBody>
      </p:sp>
      <p:sp>
        <p:nvSpPr>
          <p:cNvPr id="17" name="U06-DG-054-stage_3-body">
            <a:extLst>
              <a:ext uri="{FF2B5EF4-FFF2-40B4-BE49-F238E27FC236}">
                <a16:creationId xmlns:a16="http://schemas.microsoft.com/office/drawing/2014/main" id="{725B893E-904A-465D-A673-041F246A7226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liberación</a:t>
            </a:r>
          </a:p>
        </p:txBody>
      </p:sp>
      <p:sp>
        <p:nvSpPr>
          <p:cNvPr id="18" name="U06-DG-054-stage_4-box">
            <a:extLst>
              <a:ext uri="{FF2B5EF4-FFF2-40B4-BE49-F238E27FC236}">
                <a16:creationId xmlns:a16="http://schemas.microsoft.com/office/drawing/2014/main" id="{3154DAD1-E4B6-4A8E-AA85-63C0314C8FB6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9" name="U06-DG-054-stage_4-title">
            <a:extLst>
              <a:ext uri="{FF2B5EF4-FFF2-40B4-BE49-F238E27FC236}">
                <a16:creationId xmlns:a16="http://schemas.microsoft.com/office/drawing/2014/main" id="{408BEA3E-EAE0-4D5C-9483-865795A60B94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20" name="U06-DG-054-stage_4-body">
            <a:extLst>
              <a:ext uri="{FF2B5EF4-FFF2-40B4-BE49-F238E27FC236}">
                <a16:creationId xmlns:a16="http://schemas.microsoft.com/office/drawing/2014/main" id="{BAD50F7E-BF8B-468A-AC09-0774A17BCD0F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neural</a:t>
            </a:r>
          </a:p>
        </p:txBody>
      </p:sp>
      <p:sp>
        <p:nvSpPr>
          <p:cNvPr id="21" name="top-rail-1">
            <a:extLst>
              <a:ext uri="{FF2B5EF4-FFF2-40B4-BE49-F238E27FC236}">
                <a16:creationId xmlns:a16="http://schemas.microsoft.com/office/drawing/2014/main" id="{D7546930-E33A-4CA0-9E45-E771F4594AB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>
              <a:ext uri="{FF2B5EF4-FFF2-40B4-BE49-F238E27FC236}">
                <a16:creationId xmlns:a16="http://schemas.microsoft.com/office/drawing/2014/main" id="{E0F6B2EC-484B-4A32-818E-300E6E82BE76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>
              <a:ext uri="{FF2B5EF4-FFF2-40B4-BE49-F238E27FC236}">
                <a16:creationId xmlns:a16="http://schemas.microsoft.com/office/drawing/2014/main" id="{40A147D7-E29A-4598-B272-BD2544E595E5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AD758830-5FB3-4AA6-A27D-C1E93434416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0C84197F-3D04-FB84-B1FB-F84D5570AF4E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9CF54E54-1355-434F-A07E-DEC830D20682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89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6D516AE5-B971-4B2E-88BB-AD1346B9EC6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Tramo 1: del movimiento al potencial receptor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EE40DFF-39E4-4932-9672-C6E43DDA897D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Movimiento relativo → deflexión → cambio de canales → corriente → potencial receptor.</a:t>
            </a:r>
          </a:p>
        </p:txBody>
      </p:sp>
      <p:sp>
        <p:nvSpPr>
          <p:cNvPr id="3" name="U06-DG-055-stage_1-anchor">
            <a:extLst>
              <a:ext uri="{FF2B5EF4-FFF2-40B4-BE49-F238E27FC236}">
                <a16:creationId xmlns:a16="http://schemas.microsoft.com/office/drawing/2014/main" id="{E65ABB19-69CF-4BD6-899D-B23466C0B5BB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5-stage_2-anchor">
            <a:extLst>
              <a:ext uri="{FF2B5EF4-FFF2-40B4-BE49-F238E27FC236}">
                <a16:creationId xmlns:a16="http://schemas.microsoft.com/office/drawing/2014/main" id="{1CAD330A-8D13-417A-BB1D-97652BCEE1E2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5-stage_3-anchor">
            <a:extLst>
              <a:ext uri="{FF2B5EF4-FFF2-40B4-BE49-F238E27FC236}">
                <a16:creationId xmlns:a16="http://schemas.microsoft.com/office/drawing/2014/main" id="{61B8AACE-58D6-4C19-B3DF-82BDE625A562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5-stage_4-anchor">
            <a:extLst>
              <a:ext uri="{FF2B5EF4-FFF2-40B4-BE49-F238E27FC236}">
                <a16:creationId xmlns:a16="http://schemas.microsoft.com/office/drawing/2014/main" id="{DC8A8DCD-4C64-4929-95BC-5F3CA1CDD1B0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5-stage_5-anchor">
            <a:extLst>
              <a:ext uri="{FF2B5EF4-FFF2-40B4-BE49-F238E27FC236}">
                <a16:creationId xmlns:a16="http://schemas.microsoft.com/office/drawing/2014/main" id="{0D21914E-123A-4AB9-8D81-223733354162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55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55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55-flow_3"/>
          <p:cNvCxnSpPr>
            <a:stCxn id="5" idx="2"/>
            <a:endCxn id="6" idx="0"/>
          </p:cNvCxnSpPr>
          <p:nvPr/>
        </p:nvCxnSpPr>
        <p:spPr>
          <a:xfrm flipH="1">
            <a:off x="8820150" y="3048000"/>
            <a:ext cx="908050" cy="9048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55-flow_4"/>
          <p:cNvCxnSpPr>
            <a:stCxn id="6" idx="1"/>
            <a:endCxn id="7" idx="3"/>
          </p:cNvCxnSpPr>
          <p:nvPr/>
        </p:nvCxnSpPr>
        <p:spPr>
          <a:xfrm flipH="1">
            <a:off x="59626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U06-DG-055-stage_1-box" descr="Diagrama sobre «Tramo 1: del movimiento al potencial receptor»; organiza cinco etapas con entrada, transformación, salida y qué no permite concluir." title="Texto alternativo U06-090">
            <a:extLst>
              <a:ext uri="{FF2B5EF4-FFF2-40B4-BE49-F238E27FC236}">
                <a16:creationId xmlns:a16="http://schemas.microsoft.com/office/drawing/2014/main" id="{AE848B5B-727E-465E-8250-1712BC721D9C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3" name="U06-DG-055-stage_1-title">
            <a:extLst>
              <a:ext uri="{FF2B5EF4-FFF2-40B4-BE49-F238E27FC236}">
                <a16:creationId xmlns:a16="http://schemas.microsoft.com/office/drawing/2014/main" id="{CCCDAF8A-5037-4D9A-856F-089898C43BA1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Movimiento relativo</a:t>
            </a:r>
          </a:p>
        </p:txBody>
      </p:sp>
      <p:sp>
        <p:nvSpPr>
          <p:cNvPr id="14" name="U06-DG-055-stage_1-body">
            <a:extLst>
              <a:ext uri="{FF2B5EF4-FFF2-40B4-BE49-F238E27FC236}">
                <a16:creationId xmlns:a16="http://schemas.microsoft.com/office/drawing/2014/main" id="{C43EF8FB-462A-4142-9A69-20793D559E46}"/>
              </a:ext>
            </a:extLst>
          </p:cNvPr>
          <p:cNvSpPr>
            <a:spLocks noGrp="1"/>
          </p:cNvSpPr>
          <p:nvPr/>
        </p:nvSpPr>
        <p:spPr>
          <a:xfrm>
            <a:off x="971550" y="2581275"/>
            <a:ext cx="2984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membranas</a:t>
            </a:r>
          </a:p>
        </p:txBody>
      </p:sp>
      <p:sp>
        <p:nvSpPr>
          <p:cNvPr id="15" name="U06-DG-055-stage_2-box">
            <a:extLst>
              <a:ext uri="{FF2B5EF4-FFF2-40B4-BE49-F238E27FC236}">
                <a16:creationId xmlns:a16="http://schemas.microsoft.com/office/drawing/2014/main" id="{FAC7DC1A-79E0-4554-B96F-D405A2017F65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55-stage_2-title">
            <a:extLst>
              <a:ext uri="{FF2B5EF4-FFF2-40B4-BE49-F238E27FC236}">
                <a16:creationId xmlns:a16="http://schemas.microsoft.com/office/drawing/2014/main" id="{3101119B-AEDF-418C-8ED9-567C9556B44D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7" name="U06-DG-055-stage_2-body">
            <a:extLst>
              <a:ext uri="{FF2B5EF4-FFF2-40B4-BE49-F238E27FC236}">
                <a16:creationId xmlns:a16="http://schemas.microsoft.com/office/drawing/2014/main" id="{FFDAF69E-1433-40AB-A355-A8017EC4ADC5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</a:t>
            </a:r>
          </a:p>
        </p:txBody>
      </p:sp>
      <p:sp>
        <p:nvSpPr>
          <p:cNvPr id="18" name="U06-DG-055-stage_3-box">
            <a:extLst>
              <a:ext uri="{FF2B5EF4-FFF2-40B4-BE49-F238E27FC236}">
                <a16:creationId xmlns:a16="http://schemas.microsoft.com/office/drawing/2014/main" id="{7B237202-08E3-45E3-8C13-71FF04D55AB0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9" name="U06-DG-055-stage_3-title">
            <a:extLst>
              <a:ext uri="{FF2B5EF4-FFF2-40B4-BE49-F238E27FC236}">
                <a16:creationId xmlns:a16="http://schemas.microsoft.com/office/drawing/2014/main" id="{F432BA6D-A870-4DA0-8AC2-3D652F073BCC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Canales</a:t>
            </a:r>
          </a:p>
        </p:txBody>
      </p:sp>
      <p:sp>
        <p:nvSpPr>
          <p:cNvPr id="20" name="U06-DG-055-stage_3-body">
            <a:extLst>
              <a:ext uri="{FF2B5EF4-FFF2-40B4-BE49-F238E27FC236}">
                <a16:creationId xmlns:a16="http://schemas.microsoft.com/office/drawing/2014/main" id="{1CEFE95E-8398-486C-B49E-820998E70F99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cambia</a:t>
            </a:r>
          </a:p>
        </p:txBody>
      </p:sp>
      <p:sp>
        <p:nvSpPr>
          <p:cNvPr id="21" name="U06-DG-055-stage_4-box">
            <a:extLst>
              <a:ext uri="{FF2B5EF4-FFF2-40B4-BE49-F238E27FC236}">
                <a16:creationId xmlns:a16="http://schemas.microsoft.com/office/drawing/2014/main" id="{D2512AC4-3E9A-435F-BA66-DCA12D29035A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2" name="U06-DG-055-stage_4-title">
            <a:extLst>
              <a:ext uri="{FF2B5EF4-FFF2-40B4-BE49-F238E27FC236}">
                <a16:creationId xmlns:a16="http://schemas.microsoft.com/office/drawing/2014/main" id="{295E5DBF-1A76-45E9-9252-BAEB9A8A82B7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Corriente iónica</a:t>
            </a:r>
          </a:p>
        </p:txBody>
      </p:sp>
      <p:sp>
        <p:nvSpPr>
          <p:cNvPr id="23" name="U06-DG-055-stage_4-body">
            <a:extLst>
              <a:ext uri="{FF2B5EF4-FFF2-40B4-BE49-F238E27FC236}">
                <a16:creationId xmlns:a16="http://schemas.microsoft.com/office/drawing/2014/main" id="{E7E926B0-5192-44AE-BAE6-610E9A8FF91F}"/>
              </a:ext>
            </a:extLst>
          </p:cNvPr>
          <p:cNvSpPr>
            <a:spLocks noGrp="1"/>
          </p:cNvSpPr>
          <p:nvPr/>
        </p:nvSpPr>
        <p:spPr>
          <a:xfrm>
            <a:off x="64198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K⁺</a:t>
            </a:r>
          </a:p>
        </p:txBody>
      </p:sp>
      <p:sp>
        <p:nvSpPr>
          <p:cNvPr id="24" name="U06-DG-055-stage_5-box">
            <a:extLst>
              <a:ext uri="{FF2B5EF4-FFF2-40B4-BE49-F238E27FC236}">
                <a16:creationId xmlns:a16="http://schemas.microsoft.com/office/drawing/2014/main" id="{2A8CA152-70FF-4176-8106-106AD5E66038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55-stage_5-title">
            <a:extLst>
              <a:ext uri="{FF2B5EF4-FFF2-40B4-BE49-F238E27FC236}">
                <a16:creationId xmlns:a16="http://schemas.microsoft.com/office/drawing/2014/main" id="{451ABC31-05C5-45B5-B562-77B69351B30C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26" name="U06-DG-055-stage_5-body">
            <a:extLst>
              <a:ext uri="{FF2B5EF4-FFF2-40B4-BE49-F238E27FC236}">
                <a16:creationId xmlns:a16="http://schemas.microsoft.com/office/drawing/2014/main" id="{47CC0220-F67F-4829-A058-386C914B6EB7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graduado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8A4411C7-DF00-4273-963E-CA9BFCF06466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AD72D4CE-7A63-4280-A832-2B9FD6AF4A44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2570FD13-2672-4433-B440-CBCA6CE882BF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4E79E769-7322-49C1-B1A7-55A3EF88B15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63FD7766-65C0-CFEE-96F3-A902AAC293F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6C7E374F-3D1D-4199-8B88-E25497C7474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9129ACE1-39DC-424B-9F22-FE9A6485D6D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Tramo 2: del potencial receptor a la señal neural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DCB0A7B-4339-4052-B1F7-8357041714A7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Potencial receptor → Ca²⁺ → glutamato → respuesta de fibra → potenciales de acción.</a:t>
            </a:r>
          </a:p>
        </p:txBody>
      </p:sp>
      <p:sp>
        <p:nvSpPr>
          <p:cNvPr id="3" name="U06-DG-056-stage_1-anchor">
            <a:extLst>
              <a:ext uri="{FF2B5EF4-FFF2-40B4-BE49-F238E27FC236}">
                <a16:creationId xmlns:a16="http://schemas.microsoft.com/office/drawing/2014/main" id="{9BF4A92C-1A1F-4343-BBAA-86BE7AEC6F6C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6-stage_2-anchor">
            <a:extLst>
              <a:ext uri="{FF2B5EF4-FFF2-40B4-BE49-F238E27FC236}">
                <a16:creationId xmlns:a16="http://schemas.microsoft.com/office/drawing/2014/main" id="{8837C61F-96A6-4DAE-B335-BF49FB8D5153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6-stage_3-anchor">
            <a:extLst>
              <a:ext uri="{FF2B5EF4-FFF2-40B4-BE49-F238E27FC236}">
                <a16:creationId xmlns:a16="http://schemas.microsoft.com/office/drawing/2014/main" id="{C503161B-00CB-4628-9B0E-85CBE8695800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6-stage_4-anchor">
            <a:extLst>
              <a:ext uri="{FF2B5EF4-FFF2-40B4-BE49-F238E27FC236}">
                <a16:creationId xmlns:a16="http://schemas.microsoft.com/office/drawing/2014/main" id="{744CB6D2-0F1F-44C4-9DF4-C6217CFF21CB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6-stage_5-anchor">
            <a:extLst>
              <a:ext uri="{FF2B5EF4-FFF2-40B4-BE49-F238E27FC236}">
                <a16:creationId xmlns:a16="http://schemas.microsoft.com/office/drawing/2014/main" id="{FA1766CA-BBC6-428F-BF8B-808C65F829D6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56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56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56-flow_3"/>
          <p:cNvCxnSpPr>
            <a:stCxn id="5" idx="2"/>
            <a:endCxn id="6" idx="0"/>
          </p:cNvCxnSpPr>
          <p:nvPr/>
        </p:nvCxnSpPr>
        <p:spPr>
          <a:xfrm flipH="1">
            <a:off x="8820150" y="3048000"/>
            <a:ext cx="908050" cy="9048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56-flow_4"/>
          <p:cNvCxnSpPr>
            <a:stCxn id="6" idx="1"/>
            <a:endCxn id="7" idx="3"/>
          </p:cNvCxnSpPr>
          <p:nvPr/>
        </p:nvCxnSpPr>
        <p:spPr>
          <a:xfrm flipH="1">
            <a:off x="59626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U06-DG-056-stage_1-box" descr="Diagrama sobre «Tramo 2: del potencial receptor a la señal neural»; organiza cinco etapas; ubicación explícita de célula y fibra aferente." title="Texto alternativo U06-091">
            <a:extLst>
              <a:ext uri="{FF2B5EF4-FFF2-40B4-BE49-F238E27FC236}">
                <a16:creationId xmlns:a16="http://schemas.microsoft.com/office/drawing/2014/main" id="{B1AE9653-2353-4C74-A9D7-B29137D69D4E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3" name="U06-DG-056-stage_1-title">
            <a:extLst>
              <a:ext uri="{FF2B5EF4-FFF2-40B4-BE49-F238E27FC236}">
                <a16:creationId xmlns:a16="http://schemas.microsoft.com/office/drawing/2014/main" id="{F6780E35-91BD-40D4-A0ED-6D7E459EF627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14" name="U06-DG-056-stage_1-body">
            <a:extLst>
              <a:ext uri="{FF2B5EF4-FFF2-40B4-BE49-F238E27FC236}">
                <a16:creationId xmlns:a16="http://schemas.microsoft.com/office/drawing/2014/main" id="{178F357F-E48F-416A-93D5-C2198D463FEA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graduado</a:t>
            </a:r>
          </a:p>
        </p:txBody>
      </p:sp>
      <p:sp>
        <p:nvSpPr>
          <p:cNvPr id="15" name="U06-DG-056-stage_2-box">
            <a:extLst>
              <a:ext uri="{FF2B5EF4-FFF2-40B4-BE49-F238E27FC236}">
                <a16:creationId xmlns:a16="http://schemas.microsoft.com/office/drawing/2014/main" id="{1B276976-65CE-43CD-8606-55175BB499B9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56-stage_2-title">
            <a:extLst>
              <a:ext uri="{FF2B5EF4-FFF2-40B4-BE49-F238E27FC236}">
                <a16:creationId xmlns:a16="http://schemas.microsoft.com/office/drawing/2014/main" id="{426ED191-B972-4EAF-B991-B84D48359926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Canales de Ca²⁺</a:t>
            </a:r>
          </a:p>
        </p:txBody>
      </p:sp>
      <p:sp>
        <p:nvSpPr>
          <p:cNvPr id="17" name="U06-DG-056-stage_2-body">
            <a:extLst>
              <a:ext uri="{FF2B5EF4-FFF2-40B4-BE49-F238E27FC236}">
                <a16:creationId xmlns:a16="http://schemas.microsoft.com/office/drawing/2014/main" id="{51275D03-416E-4543-9055-A19EF224DC8E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zona basal</a:t>
            </a:r>
          </a:p>
        </p:txBody>
      </p:sp>
      <p:sp>
        <p:nvSpPr>
          <p:cNvPr id="18" name="U06-DG-056-stage_3-box">
            <a:extLst>
              <a:ext uri="{FF2B5EF4-FFF2-40B4-BE49-F238E27FC236}">
                <a16:creationId xmlns:a16="http://schemas.microsoft.com/office/drawing/2014/main" id="{23BEAF9D-22B7-4C8D-902E-3F34A6A6A777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9" name="U06-DG-056-stage_3-title">
            <a:extLst>
              <a:ext uri="{FF2B5EF4-FFF2-40B4-BE49-F238E27FC236}">
                <a16:creationId xmlns:a16="http://schemas.microsoft.com/office/drawing/2014/main" id="{3EDE1FD0-095B-4D75-AD4F-D37500B09095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Glutamato</a:t>
            </a:r>
          </a:p>
        </p:txBody>
      </p:sp>
      <p:sp>
        <p:nvSpPr>
          <p:cNvPr id="20" name="U06-DG-056-stage_3-body">
            <a:extLst>
              <a:ext uri="{FF2B5EF4-FFF2-40B4-BE49-F238E27FC236}">
                <a16:creationId xmlns:a16="http://schemas.microsoft.com/office/drawing/2014/main" id="{9F35A177-BEB0-458C-A314-C4D0223D5A38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sinapsis</a:t>
            </a:r>
          </a:p>
        </p:txBody>
      </p:sp>
      <p:sp>
        <p:nvSpPr>
          <p:cNvPr id="21" name="U06-DG-056-stage_4-box">
            <a:extLst>
              <a:ext uri="{FF2B5EF4-FFF2-40B4-BE49-F238E27FC236}">
                <a16:creationId xmlns:a16="http://schemas.microsoft.com/office/drawing/2014/main" id="{2593B7BB-7BD3-4F98-91BB-A4D4E9816A87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2" name="U06-DG-056-stage_4-title">
            <a:extLst>
              <a:ext uri="{FF2B5EF4-FFF2-40B4-BE49-F238E27FC236}">
                <a16:creationId xmlns:a16="http://schemas.microsoft.com/office/drawing/2014/main" id="{A552B31C-0C8D-4794-B59E-228F18D2983E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23" name="U06-DG-056-stage_4-body">
            <a:extLst>
              <a:ext uri="{FF2B5EF4-FFF2-40B4-BE49-F238E27FC236}">
                <a16:creationId xmlns:a16="http://schemas.microsoft.com/office/drawing/2014/main" id="{FFF27DEB-4171-46D9-8575-C5E51A51C3A7}"/>
              </a:ext>
            </a:extLst>
          </p:cNvPr>
          <p:cNvSpPr>
            <a:spLocks noGrp="1"/>
          </p:cNvSpPr>
          <p:nvPr/>
        </p:nvSpPr>
        <p:spPr>
          <a:xfrm>
            <a:off x="64198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 señal</a:t>
            </a:r>
          </a:p>
        </p:txBody>
      </p:sp>
      <p:sp>
        <p:nvSpPr>
          <p:cNvPr id="24" name="U06-DG-056-stage_5-box">
            <a:extLst>
              <a:ext uri="{FF2B5EF4-FFF2-40B4-BE49-F238E27FC236}">
                <a16:creationId xmlns:a16="http://schemas.microsoft.com/office/drawing/2014/main" id="{85E1C46A-5C4B-4E6F-935F-E566677AD44D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56-stage_5-title">
            <a:extLst>
              <a:ext uri="{FF2B5EF4-FFF2-40B4-BE49-F238E27FC236}">
                <a16:creationId xmlns:a16="http://schemas.microsoft.com/office/drawing/2014/main" id="{6A6B6239-7347-4197-BE5C-EE65F2B2B0A9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 de acción</a:t>
            </a:r>
          </a:p>
        </p:txBody>
      </p:sp>
      <p:sp>
        <p:nvSpPr>
          <p:cNvPr id="26" name="U06-DG-056-stage_5-body">
            <a:extLst>
              <a:ext uri="{FF2B5EF4-FFF2-40B4-BE49-F238E27FC236}">
                <a16:creationId xmlns:a16="http://schemas.microsoft.com/office/drawing/2014/main" id="{F344F73D-4E0D-44FA-BC6F-0F1471D10F61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eventos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0A8ECB28-23AC-4F4A-92A2-DCA4CA6DEA26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BF0A69FF-2B58-4357-AE3C-D69F43E05E59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9604C193-BA55-43AC-A7DD-128053CF6CE6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1961146A-A61F-4CEC-9F9F-E98E7B83623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D4D42818-8FB9-F2E0-4201-33D6A497716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6D6C067-E220-411C-AA05-37D25AFBDE82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69BF49BA-0632-4E57-8806-3C46E449DE8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Ordená la transducción y justificá dos enlaces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83575AB-0DE0-4810-B879-679AD56DD289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secuencia correcta debe explicar por qué cada salida puede ser entrada de la etapa siguiente.</a:t>
            </a:r>
          </a:p>
        </p:txBody>
      </p:sp>
      <p:sp>
        <p:nvSpPr>
          <p:cNvPr id="3" name="U06-DG-055-stage_1-anchor">
            <a:extLst>
              <a:ext uri="{FF2B5EF4-FFF2-40B4-BE49-F238E27FC236}">
                <a16:creationId xmlns:a16="http://schemas.microsoft.com/office/drawing/2014/main" id="{F69FDEE3-9DD2-43A4-A3E0-FC42A0EE54C1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5-stage_2-anchor">
            <a:extLst>
              <a:ext uri="{FF2B5EF4-FFF2-40B4-BE49-F238E27FC236}">
                <a16:creationId xmlns:a16="http://schemas.microsoft.com/office/drawing/2014/main" id="{35956C44-E6B8-46C1-9FAD-F8A821F97DE3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5-stage_3-anchor">
            <a:extLst>
              <a:ext uri="{FF2B5EF4-FFF2-40B4-BE49-F238E27FC236}">
                <a16:creationId xmlns:a16="http://schemas.microsoft.com/office/drawing/2014/main" id="{2B41FCB4-9312-40E9-846A-292E4E3591C5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5-stage_4-anchor">
            <a:extLst>
              <a:ext uri="{FF2B5EF4-FFF2-40B4-BE49-F238E27FC236}">
                <a16:creationId xmlns:a16="http://schemas.microsoft.com/office/drawing/2014/main" id="{904EBC05-DD1F-4D4D-BE64-307F2E0DCD0D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55-stage_5-anchor">
            <a:extLst>
              <a:ext uri="{FF2B5EF4-FFF2-40B4-BE49-F238E27FC236}">
                <a16:creationId xmlns:a16="http://schemas.microsoft.com/office/drawing/2014/main" id="{6FE554AA-80A0-4D33-ABEC-EA970D2A895B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38" name="U06-DG-055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6-DG-055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6-DG-055-flow_3"/>
          <p:cNvCxnSpPr>
            <a:stCxn id="5" idx="2"/>
            <a:endCxn id="6" idx="0"/>
          </p:cNvCxnSpPr>
          <p:nvPr/>
        </p:nvCxnSpPr>
        <p:spPr>
          <a:xfrm flipH="1">
            <a:off x="8820150" y="3048000"/>
            <a:ext cx="908050" cy="90487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6-DG-055-flow_4"/>
          <p:cNvCxnSpPr>
            <a:stCxn id="6" idx="1"/>
            <a:endCxn id="7" idx="3"/>
          </p:cNvCxnSpPr>
          <p:nvPr/>
        </p:nvCxnSpPr>
        <p:spPr>
          <a:xfrm flipH="1">
            <a:off x="59626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U06-DG-055-stage_1-box" descr="Diagrama sobre «Ordená la transducción y justificá dos enlaces»; organiza tarjetas desordenadas: deflexión, corriente, receptor, neurotransmisor, fibra." title="Texto alternativo U06-092">
            <a:extLst>
              <a:ext uri="{FF2B5EF4-FFF2-40B4-BE49-F238E27FC236}">
                <a16:creationId xmlns:a16="http://schemas.microsoft.com/office/drawing/2014/main" id="{AB04A90A-175C-449F-B057-F2766195099E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3" name="U06-DG-055-stage_1-title">
            <a:extLst>
              <a:ext uri="{FF2B5EF4-FFF2-40B4-BE49-F238E27FC236}">
                <a16:creationId xmlns:a16="http://schemas.microsoft.com/office/drawing/2014/main" id="{E233B72E-A5FF-470F-BB3C-8EEFDEC86F50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Movimiento relativo</a:t>
            </a:r>
          </a:p>
        </p:txBody>
      </p:sp>
      <p:sp>
        <p:nvSpPr>
          <p:cNvPr id="14" name="U06-DG-055-stage_1-body">
            <a:extLst>
              <a:ext uri="{FF2B5EF4-FFF2-40B4-BE49-F238E27FC236}">
                <a16:creationId xmlns:a16="http://schemas.microsoft.com/office/drawing/2014/main" id="{4F7B09EC-2207-4565-A3B8-1CEC8067CB42}"/>
              </a:ext>
            </a:extLst>
          </p:cNvPr>
          <p:cNvSpPr>
            <a:spLocks noGrp="1"/>
          </p:cNvSpPr>
          <p:nvPr/>
        </p:nvSpPr>
        <p:spPr>
          <a:xfrm>
            <a:off x="971550" y="2581275"/>
            <a:ext cx="2984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membranas</a:t>
            </a:r>
          </a:p>
        </p:txBody>
      </p:sp>
      <p:sp>
        <p:nvSpPr>
          <p:cNvPr id="15" name="U06-DG-055-stage_2-box">
            <a:extLst>
              <a:ext uri="{FF2B5EF4-FFF2-40B4-BE49-F238E27FC236}">
                <a16:creationId xmlns:a16="http://schemas.microsoft.com/office/drawing/2014/main" id="{CCC44230-715C-4951-BB17-940C19BF02E7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U06-DG-055-stage_2-title">
            <a:extLst>
              <a:ext uri="{FF2B5EF4-FFF2-40B4-BE49-F238E27FC236}">
                <a16:creationId xmlns:a16="http://schemas.microsoft.com/office/drawing/2014/main" id="{A4197E6B-8DA0-4B14-9C2C-862C699CDB37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Deflexión del haz</a:t>
            </a:r>
          </a:p>
        </p:txBody>
      </p:sp>
      <p:sp>
        <p:nvSpPr>
          <p:cNvPr id="17" name="U06-DG-055-stage_2-body">
            <a:extLst>
              <a:ext uri="{FF2B5EF4-FFF2-40B4-BE49-F238E27FC236}">
                <a16:creationId xmlns:a16="http://schemas.microsoft.com/office/drawing/2014/main" id="{9BF73209-BB0E-4D93-AF20-8B4A83C19D18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</a:t>
            </a:r>
          </a:p>
        </p:txBody>
      </p:sp>
      <p:sp>
        <p:nvSpPr>
          <p:cNvPr id="18" name="U06-DG-055-stage_3-box">
            <a:extLst>
              <a:ext uri="{FF2B5EF4-FFF2-40B4-BE49-F238E27FC236}">
                <a16:creationId xmlns:a16="http://schemas.microsoft.com/office/drawing/2014/main" id="{87134358-D8B8-4140-8A40-907898CB75DA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9" name="U06-DG-055-stage_3-title">
            <a:extLst>
              <a:ext uri="{FF2B5EF4-FFF2-40B4-BE49-F238E27FC236}">
                <a16:creationId xmlns:a16="http://schemas.microsoft.com/office/drawing/2014/main" id="{9C80626B-3FC9-4D51-884F-4EA809E3B384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Canales</a:t>
            </a:r>
          </a:p>
        </p:txBody>
      </p:sp>
      <p:sp>
        <p:nvSpPr>
          <p:cNvPr id="20" name="U06-DG-055-stage_3-body">
            <a:extLst>
              <a:ext uri="{FF2B5EF4-FFF2-40B4-BE49-F238E27FC236}">
                <a16:creationId xmlns:a16="http://schemas.microsoft.com/office/drawing/2014/main" id="{E6230700-8B4D-4D75-AB1B-935B31774360}"/>
              </a:ext>
            </a:extLst>
          </p:cNvPr>
          <p:cNvSpPr>
            <a:spLocks noGrp="1"/>
          </p:cNvSpPr>
          <p:nvPr/>
        </p:nvSpPr>
        <p:spPr>
          <a:xfrm>
            <a:off x="82359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probabilidad cambia</a:t>
            </a:r>
          </a:p>
        </p:txBody>
      </p:sp>
      <p:sp>
        <p:nvSpPr>
          <p:cNvPr id="21" name="U06-DG-055-stage_4-box">
            <a:extLst>
              <a:ext uri="{FF2B5EF4-FFF2-40B4-BE49-F238E27FC236}">
                <a16:creationId xmlns:a16="http://schemas.microsoft.com/office/drawing/2014/main" id="{8A386A4E-4FE0-4904-A773-3F5BB2D28C86}"/>
              </a:ext>
            </a:extLst>
          </p:cNvPr>
          <p:cNvSpPr>
            <a:spLocks noGrp="1"/>
          </p:cNvSpPr>
          <p:nvPr/>
        </p:nvSpPr>
        <p:spPr>
          <a:xfrm>
            <a:off x="62293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2" name="U06-DG-055-stage_4-title">
            <a:extLst>
              <a:ext uri="{FF2B5EF4-FFF2-40B4-BE49-F238E27FC236}">
                <a16:creationId xmlns:a16="http://schemas.microsoft.com/office/drawing/2014/main" id="{C0782062-7BA4-4C24-A961-7BB89618C1B7}"/>
              </a:ext>
            </a:extLst>
          </p:cNvPr>
          <p:cNvSpPr>
            <a:spLocks noGrp="1"/>
          </p:cNvSpPr>
          <p:nvPr/>
        </p:nvSpPr>
        <p:spPr>
          <a:xfrm>
            <a:off x="64198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Corriente iónica</a:t>
            </a:r>
          </a:p>
        </p:txBody>
      </p:sp>
      <p:sp>
        <p:nvSpPr>
          <p:cNvPr id="23" name="U06-DG-055-stage_4-body">
            <a:extLst>
              <a:ext uri="{FF2B5EF4-FFF2-40B4-BE49-F238E27FC236}">
                <a16:creationId xmlns:a16="http://schemas.microsoft.com/office/drawing/2014/main" id="{6AC73B51-A4DC-45A8-8DB2-C394C24C88F7}"/>
              </a:ext>
            </a:extLst>
          </p:cNvPr>
          <p:cNvSpPr>
            <a:spLocks noGrp="1"/>
          </p:cNvSpPr>
          <p:nvPr/>
        </p:nvSpPr>
        <p:spPr>
          <a:xfrm>
            <a:off x="64198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K⁺</a:t>
            </a:r>
          </a:p>
        </p:txBody>
      </p:sp>
      <p:sp>
        <p:nvSpPr>
          <p:cNvPr id="24" name="U06-DG-055-stage_5-box">
            <a:extLst>
              <a:ext uri="{FF2B5EF4-FFF2-40B4-BE49-F238E27FC236}">
                <a16:creationId xmlns:a16="http://schemas.microsoft.com/office/drawing/2014/main" id="{90B0C37A-2D80-45C2-BF1A-97056D74760B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51816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55-stage_5-title">
            <a:extLst>
              <a:ext uri="{FF2B5EF4-FFF2-40B4-BE49-F238E27FC236}">
                <a16:creationId xmlns:a16="http://schemas.microsoft.com/office/drawing/2014/main" id="{49E79AC9-1286-4956-8332-C551174D076F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26" name="U06-DG-055-stage_5-body">
            <a:extLst>
              <a:ext uri="{FF2B5EF4-FFF2-40B4-BE49-F238E27FC236}">
                <a16:creationId xmlns:a16="http://schemas.microsoft.com/office/drawing/2014/main" id="{BCB5DB44-754C-4114-B09A-637B2AFABB5C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48006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graduado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0243BCF3-4C72-4F5C-97FB-4AB5FAD6E041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55B8A77C-786D-4894-AA7E-92E73C7F9711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BA20EA97-6C58-45FE-9BA1-26C1FD774011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23FF9C64-0630-421F-A4EF-FCFC366FE63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8" name="auto-slide-number">
            <a:extLst>
              <a:ext uri="{FF2B5EF4-FFF2-40B4-BE49-F238E27FC236}">
                <a16:creationId xmlns:a16="http://schemas.microsoft.com/office/drawing/2014/main" id="{A945492F-7B3F-57C3-8423-071707A2CBD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F03EF5F8-3095-493D-B157-B663697F364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FD050D6F-0564-47DF-B8E2-423FCFA0E057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cuatro formas de señal, una sola cadena causal</a:t>
            </a:r>
          </a:p>
        </p:txBody>
      </p:sp>
      <p:sp>
        <p:nvSpPr>
          <p:cNvPr id="2" name="U06-DG-057-layer_1-anchor">
            <a:extLst>
              <a:ext uri="{FF2B5EF4-FFF2-40B4-BE49-F238E27FC236}">
                <a16:creationId xmlns:a16="http://schemas.microsoft.com/office/drawing/2014/main" id="{A019DD93-BF6F-4518-A0EA-C3B83BDF1650}"/>
              </a:ext>
            </a:extLst>
          </p:cNvPr>
          <p:cNvSpPr>
            <a:spLocks noGrp="1"/>
          </p:cNvSpPr>
          <p:nvPr/>
        </p:nvSpPr>
        <p:spPr>
          <a:xfrm>
            <a:off x="1714500" y="1276350"/>
            <a:ext cx="8763000" cy="1014413"/>
          </a:xfrm>
          <a:prstGeom prst="roundRect">
            <a:avLst>
              <a:gd name="adj" fmla="val 9390"/>
            </a:avLst>
          </a:prstGeom>
          <a:noFill/>
          <a:ln w="0">
            <a:noFill/>
            <a:prstDash val="solid"/>
          </a:ln>
        </p:spPr>
      </p:sp>
      <p:sp>
        <p:nvSpPr>
          <p:cNvPr id="3" name="U06-DG-057-layer_2-anchor">
            <a:extLst>
              <a:ext uri="{FF2B5EF4-FFF2-40B4-BE49-F238E27FC236}">
                <a16:creationId xmlns:a16="http://schemas.microsoft.com/office/drawing/2014/main" id="{5070471E-52B5-485D-BEDE-330476403CAB}"/>
              </a:ext>
            </a:extLst>
          </p:cNvPr>
          <p:cNvSpPr>
            <a:spLocks noGrp="1"/>
          </p:cNvSpPr>
          <p:nvPr/>
        </p:nvSpPr>
        <p:spPr>
          <a:xfrm>
            <a:off x="1714500" y="2386013"/>
            <a:ext cx="8763000" cy="1014413"/>
          </a:xfrm>
          <a:prstGeom prst="roundRect">
            <a:avLst>
              <a:gd name="adj" fmla="val 9390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7-layer_3-anchor">
            <a:extLst>
              <a:ext uri="{FF2B5EF4-FFF2-40B4-BE49-F238E27FC236}">
                <a16:creationId xmlns:a16="http://schemas.microsoft.com/office/drawing/2014/main" id="{5EBC3472-B0C6-4A27-81F9-A579F14E5B66}"/>
              </a:ext>
            </a:extLst>
          </p:cNvPr>
          <p:cNvSpPr>
            <a:spLocks noGrp="1"/>
          </p:cNvSpPr>
          <p:nvPr/>
        </p:nvSpPr>
        <p:spPr>
          <a:xfrm>
            <a:off x="1714500" y="3495675"/>
            <a:ext cx="8763000" cy="1014413"/>
          </a:xfrm>
          <a:prstGeom prst="roundRect">
            <a:avLst>
              <a:gd name="adj" fmla="val 9390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7-layer_4-anchor">
            <a:extLst>
              <a:ext uri="{FF2B5EF4-FFF2-40B4-BE49-F238E27FC236}">
                <a16:creationId xmlns:a16="http://schemas.microsoft.com/office/drawing/2014/main" id="{B5C08ED7-533E-4825-A2AE-8FC2D416D5AB}"/>
              </a:ext>
            </a:extLst>
          </p:cNvPr>
          <p:cNvSpPr>
            <a:spLocks noGrp="1"/>
          </p:cNvSpPr>
          <p:nvPr/>
        </p:nvSpPr>
        <p:spPr>
          <a:xfrm>
            <a:off x="1714500" y="4605338"/>
            <a:ext cx="8763000" cy="1014413"/>
          </a:xfrm>
          <a:prstGeom prst="roundRect">
            <a:avLst>
              <a:gd name="adj" fmla="val 9390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7-layer_1-box" descr="Diagrama sobre «Hasta acá: cuatro formas de señal, una sola cadena causal»; organiza tabla mínima de potenciales + cadena completa + pregunta “¿dónde se conserva información?”." title="Texto alternativo U06-093">
            <a:extLst>
              <a:ext uri="{FF2B5EF4-FFF2-40B4-BE49-F238E27FC236}">
                <a16:creationId xmlns:a16="http://schemas.microsoft.com/office/drawing/2014/main" id="{55EAFBC7-3E91-4570-AB83-9B6A83E7FE75}"/>
              </a:ext>
            </a:extLst>
          </p:cNvPr>
          <p:cNvSpPr>
            <a:spLocks noGrp="1"/>
          </p:cNvSpPr>
          <p:nvPr/>
        </p:nvSpPr>
        <p:spPr>
          <a:xfrm>
            <a:off x="1714500" y="1276350"/>
            <a:ext cx="8763000" cy="1014413"/>
          </a:xfrm>
          <a:prstGeom prst="roundRect">
            <a:avLst>
              <a:gd name="adj" fmla="val 939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U06-DG-057-layer_1-title">
            <a:extLst>
              <a:ext uri="{FF2B5EF4-FFF2-40B4-BE49-F238E27FC236}">
                <a16:creationId xmlns:a16="http://schemas.microsoft.com/office/drawing/2014/main" id="{C8CDEC3B-6395-4B76-B779-484DA3AB8C3D}"/>
              </a:ext>
            </a:extLst>
          </p:cNvPr>
          <p:cNvSpPr>
            <a:spLocks noGrp="1"/>
          </p:cNvSpPr>
          <p:nvPr/>
        </p:nvSpPr>
        <p:spPr>
          <a:xfrm>
            <a:off x="1905000" y="141922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Mecánica espacial</a:t>
            </a:r>
          </a:p>
        </p:txBody>
      </p:sp>
      <p:sp>
        <p:nvSpPr>
          <p:cNvPr id="8" name="U06-DG-057-layer_1-body">
            <a:extLst>
              <a:ext uri="{FF2B5EF4-FFF2-40B4-BE49-F238E27FC236}">
                <a16:creationId xmlns:a16="http://schemas.microsoft.com/office/drawing/2014/main" id="{42756320-1723-4B19-8034-2B76CC0F36A8}"/>
              </a:ext>
            </a:extLst>
          </p:cNvPr>
          <p:cNvSpPr>
            <a:spLocks noGrp="1"/>
          </p:cNvSpPr>
          <p:nvPr/>
        </p:nvSpPr>
        <p:spPr>
          <a:xfrm>
            <a:off x="1905000" y="1866900"/>
            <a:ext cx="83820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lugar característico</a:t>
            </a:r>
          </a:p>
        </p:txBody>
      </p:sp>
      <p:sp>
        <p:nvSpPr>
          <p:cNvPr id="9" name="U06-DG-057-layer_2-box">
            <a:extLst>
              <a:ext uri="{FF2B5EF4-FFF2-40B4-BE49-F238E27FC236}">
                <a16:creationId xmlns:a16="http://schemas.microsoft.com/office/drawing/2014/main" id="{E752FDBA-A06A-417A-9BED-E2D3E56A6B70}"/>
              </a:ext>
            </a:extLst>
          </p:cNvPr>
          <p:cNvSpPr>
            <a:spLocks noGrp="1"/>
          </p:cNvSpPr>
          <p:nvPr/>
        </p:nvSpPr>
        <p:spPr>
          <a:xfrm>
            <a:off x="1714500" y="2386013"/>
            <a:ext cx="8763000" cy="1014413"/>
          </a:xfrm>
          <a:prstGeom prst="roundRect">
            <a:avLst>
              <a:gd name="adj" fmla="val 9390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0" name="U06-DG-057-layer_2-title">
            <a:extLst>
              <a:ext uri="{FF2B5EF4-FFF2-40B4-BE49-F238E27FC236}">
                <a16:creationId xmlns:a16="http://schemas.microsoft.com/office/drawing/2014/main" id="{3252FF2B-FC30-4127-B2A1-71546991A525}"/>
              </a:ext>
            </a:extLst>
          </p:cNvPr>
          <p:cNvSpPr>
            <a:spLocks noGrp="1"/>
          </p:cNvSpPr>
          <p:nvPr/>
        </p:nvSpPr>
        <p:spPr>
          <a:xfrm>
            <a:off x="1905000" y="2528888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Potenciales cocleares</a:t>
            </a:r>
          </a:p>
        </p:txBody>
      </p:sp>
      <p:sp>
        <p:nvSpPr>
          <p:cNvPr id="11" name="U06-DG-057-layer_2-body">
            <a:extLst>
              <a:ext uri="{FF2B5EF4-FFF2-40B4-BE49-F238E27FC236}">
                <a16:creationId xmlns:a16="http://schemas.microsoft.com/office/drawing/2014/main" id="{993DCC9B-486B-4D72-8A9D-F99604FF972C}"/>
              </a:ext>
            </a:extLst>
          </p:cNvPr>
          <p:cNvSpPr>
            <a:spLocks noGrp="1"/>
          </p:cNvSpPr>
          <p:nvPr/>
        </p:nvSpPr>
        <p:spPr>
          <a:xfrm>
            <a:off x="1905000" y="2976563"/>
            <a:ext cx="83820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endococlear · reposo</a:t>
            </a:r>
          </a:p>
        </p:txBody>
      </p:sp>
      <p:sp>
        <p:nvSpPr>
          <p:cNvPr id="12" name="U06-DG-057-layer_3-box">
            <a:extLst>
              <a:ext uri="{FF2B5EF4-FFF2-40B4-BE49-F238E27FC236}">
                <a16:creationId xmlns:a16="http://schemas.microsoft.com/office/drawing/2014/main" id="{0C8019B3-827E-43F1-B836-3C08CB823BFB}"/>
              </a:ext>
            </a:extLst>
          </p:cNvPr>
          <p:cNvSpPr>
            <a:spLocks noGrp="1"/>
          </p:cNvSpPr>
          <p:nvPr/>
        </p:nvSpPr>
        <p:spPr>
          <a:xfrm>
            <a:off x="1714500" y="3495675"/>
            <a:ext cx="8763000" cy="1014413"/>
          </a:xfrm>
          <a:prstGeom prst="roundRect">
            <a:avLst>
              <a:gd name="adj" fmla="val 9390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3" name="U06-DG-057-layer_3-title">
            <a:extLst>
              <a:ext uri="{FF2B5EF4-FFF2-40B4-BE49-F238E27FC236}">
                <a16:creationId xmlns:a16="http://schemas.microsoft.com/office/drawing/2014/main" id="{9CF5689B-4FE2-4E00-9EB0-770EDD347E1F}"/>
              </a:ext>
            </a:extLst>
          </p:cNvPr>
          <p:cNvSpPr>
            <a:spLocks noGrp="1"/>
          </p:cNvSpPr>
          <p:nvPr/>
        </p:nvSpPr>
        <p:spPr>
          <a:xfrm>
            <a:off x="1905000" y="3638550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Célula ciliada</a:t>
            </a:r>
          </a:p>
        </p:txBody>
      </p:sp>
      <p:sp>
        <p:nvSpPr>
          <p:cNvPr id="14" name="U06-DG-057-layer_3-body">
            <a:extLst>
              <a:ext uri="{FF2B5EF4-FFF2-40B4-BE49-F238E27FC236}">
                <a16:creationId xmlns:a16="http://schemas.microsoft.com/office/drawing/2014/main" id="{2A284680-0A5E-44F5-8248-0519E9EEF576}"/>
              </a:ext>
            </a:extLst>
          </p:cNvPr>
          <p:cNvSpPr>
            <a:spLocks noGrp="1"/>
          </p:cNvSpPr>
          <p:nvPr/>
        </p:nvSpPr>
        <p:spPr>
          <a:xfrm>
            <a:off x="1905000" y="4086225"/>
            <a:ext cx="83820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receptor</a:t>
            </a:r>
          </a:p>
        </p:txBody>
      </p:sp>
      <p:sp>
        <p:nvSpPr>
          <p:cNvPr id="15" name="U06-DG-057-layer_4-box">
            <a:extLst>
              <a:ext uri="{FF2B5EF4-FFF2-40B4-BE49-F238E27FC236}">
                <a16:creationId xmlns:a16="http://schemas.microsoft.com/office/drawing/2014/main" id="{15027436-D2E3-4790-93D6-9675D794B637}"/>
              </a:ext>
            </a:extLst>
          </p:cNvPr>
          <p:cNvSpPr>
            <a:spLocks noGrp="1"/>
          </p:cNvSpPr>
          <p:nvPr/>
        </p:nvSpPr>
        <p:spPr>
          <a:xfrm>
            <a:off x="1714500" y="4605338"/>
            <a:ext cx="8763000" cy="1014413"/>
          </a:xfrm>
          <a:prstGeom prst="roundRect">
            <a:avLst>
              <a:gd name="adj" fmla="val 939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6" name="U06-DG-057-layer_4-title">
            <a:extLst>
              <a:ext uri="{FF2B5EF4-FFF2-40B4-BE49-F238E27FC236}">
                <a16:creationId xmlns:a16="http://schemas.microsoft.com/office/drawing/2014/main" id="{BD65B3C7-3040-432D-AAF8-A6F02D12192F}"/>
              </a:ext>
            </a:extLst>
          </p:cNvPr>
          <p:cNvSpPr>
            <a:spLocks noGrp="1"/>
          </p:cNvSpPr>
          <p:nvPr/>
        </p:nvSpPr>
        <p:spPr>
          <a:xfrm>
            <a:off x="1905000" y="4748213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Fibra aferente</a:t>
            </a:r>
          </a:p>
        </p:txBody>
      </p:sp>
      <p:sp>
        <p:nvSpPr>
          <p:cNvPr id="17" name="U06-DG-057-layer_4-body">
            <a:extLst>
              <a:ext uri="{FF2B5EF4-FFF2-40B4-BE49-F238E27FC236}">
                <a16:creationId xmlns:a16="http://schemas.microsoft.com/office/drawing/2014/main" id="{07249939-0E20-47D8-88C0-729587D2BEAC}"/>
              </a:ext>
            </a:extLst>
          </p:cNvPr>
          <p:cNvSpPr>
            <a:spLocks noGrp="1"/>
          </p:cNvSpPr>
          <p:nvPr/>
        </p:nvSpPr>
        <p:spPr>
          <a:xfrm>
            <a:off x="1905000" y="5195888"/>
            <a:ext cx="83820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de acción</a:t>
            </a:r>
          </a:p>
        </p:txBody>
      </p:sp>
      <p:sp>
        <p:nvSpPr>
          <p:cNvPr id="18" name="top-rail-1">
            <a:extLst>
              <a:ext uri="{FF2B5EF4-FFF2-40B4-BE49-F238E27FC236}">
                <a16:creationId xmlns:a16="http://schemas.microsoft.com/office/drawing/2014/main" id="{22D3998B-7C15-4AFE-820F-9FAB904D7DE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9" name="top-rail-2">
            <a:extLst>
              <a:ext uri="{FF2B5EF4-FFF2-40B4-BE49-F238E27FC236}">
                <a16:creationId xmlns:a16="http://schemas.microsoft.com/office/drawing/2014/main" id="{7558A83B-BA4C-4B73-AC64-E878A2F94B5F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0" name="top-rail-3">
            <a:extLst>
              <a:ext uri="{FF2B5EF4-FFF2-40B4-BE49-F238E27FC236}">
                <a16:creationId xmlns:a16="http://schemas.microsoft.com/office/drawing/2014/main" id="{69D7FECC-D16A-45C1-8F70-F2F66C11F2B9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1" name="eyebrow">
            <a:extLst>
              <a:ext uri="{FF2B5EF4-FFF2-40B4-BE49-F238E27FC236}">
                <a16:creationId xmlns:a16="http://schemas.microsoft.com/office/drawing/2014/main" id="{7CF63C06-6640-4DF8-A8F2-83FF0E89DA5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3 · RUTA CENTRAL</a:t>
            </a:r>
          </a:p>
        </p:txBody>
      </p:sp>
      <p:sp>
        <p:nvSpPr>
          <p:cNvPr id="23" name="auto-slide-number">
            <a:extLst>
              <a:ext uri="{FF2B5EF4-FFF2-40B4-BE49-F238E27FC236}">
                <a16:creationId xmlns:a16="http://schemas.microsoft.com/office/drawing/2014/main" id="{868307CC-F92A-7AA2-DF2A-0B16184A243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3BD0A08-694D-49A7-BC60-7D20E2AFAC24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rk-eyebrow">
            <a:extLst>
              <a:ext uri="{FF2B5EF4-FFF2-40B4-BE49-F238E27FC236}">
                <a16:creationId xmlns:a16="http://schemas.microsoft.com/office/drawing/2014/main" id="{1CDBDAA7-BCA7-4656-AFFD-83697619ACC4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12017330-D5CA-4191-AEE4-C81BFF541053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rasgos del estímulo conserva la salida periférica?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1DD8CF1F-5DBD-4F8C-9FC4-0B92F6F7D853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¿Qué información de frecuencia y nivel conserva la salida periférica?</a:t>
            </a:r>
          </a:p>
        </p:txBody>
      </p:sp>
      <p:sp>
        <p:nvSpPr>
          <p:cNvPr id="5" name="auto-slide-number">
            <a:extLst>
              <a:ext uri="{FF2B5EF4-FFF2-40B4-BE49-F238E27FC236}">
                <a16:creationId xmlns:a16="http://schemas.microsoft.com/office/drawing/2014/main" id="{001962E1-D751-AE23-91FA-6F9327E2456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041AF69A-A4EE-402C-BCCD-90C617E1E46F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94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6C245986-6914-417F-92F0-57B4ED35E7BE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frecuencia deja una firma espacial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1F6CD62-32B9-43AB-807B-5804C7AB52C5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lugar de máxima respuesta contribuye a codificar frecuencia, con extensión y solapamiento.</a:t>
            </a:r>
          </a:p>
        </p:txBody>
      </p:sp>
      <p:pic>
        <p:nvPicPr>
          <p:cNvPr id="11" name="U06-095-U06-CH-004" descr="Diagrama sobre «La frecuencia deja una firma espacial»; organiza dos tonos, dos máximos y poblaciones aferentes asociadas; no correspondencia uno-a-uno." title="Texto alternativo U06-0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D4826636-0AB3-41DC-B151-941F3F90F2E1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lugar de máxima respuesta contribuye a codificar frecuencia, con extensión y solapamiento.</a:t>
            </a:r>
          </a:p>
        </p:txBody>
      </p:sp>
      <p:sp>
        <p:nvSpPr>
          <p:cNvPr id="5" name="top-rail-1">
            <a:extLst>
              <a:ext uri="{FF2B5EF4-FFF2-40B4-BE49-F238E27FC236}">
                <a16:creationId xmlns:a16="http://schemas.microsoft.com/office/drawing/2014/main" id="{C1947779-BE94-4949-AA25-6B0B96A0C17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>
              <a:ext uri="{FF2B5EF4-FFF2-40B4-BE49-F238E27FC236}">
                <a16:creationId xmlns:a16="http://schemas.microsoft.com/office/drawing/2014/main" id="{A6140257-40AE-4B22-91AE-3D06A401EDFD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>
              <a:ext uri="{FF2B5EF4-FFF2-40B4-BE49-F238E27FC236}">
                <a16:creationId xmlns:a16="http://schemas.microsoft.com/office/drawing/2014/main" id="{335141C8-DCFD-4F08-BCD5-78CE02093F02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E463A899-3E84-4A20-9532-7A0A7C8476FE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3" name="auto-slide-number">
            <a:extLst>
              <a:ext uri="{FF2B5EF4-FFF2-40B4-BE49-F238E27FC236}">
                <a16:creationId xmlns:a16="http://schemas.microsoft.com/office/drawing/2014/main" id="{F5181EC1-55C5-7943-CA56-B8CC21E2059A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E904554C-FCCD-4EBB-A2A5-C1D78DFA485E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75477FB8-B5D1-4237-BC7B-6FD7951333E4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sincronización temporal aporta otra pista de frecuencia</a:t>
            </a:r>
          </a:p>
        </p:txBody>
      </p:sp>
      <p:sp>
        <p:nvSpPr>
          <p:cNvPr id="2" name="phase-1-anchor">
            <a:extLst>
              <a:ext uri="{FF2B5EF4-FFF2-40B4-BE49-F238E27FC236}">
                <a16:creationId xmlns:a16="http://schemas.microsoft.com/office/drawing/2014/main" id="{02577820-7FF2-4F61-B620-6D9A39354D26}"/>
              </a:ext>
            </a:extLst>
          </p:cNvPr>
          <p:cNvSpPr>
            <a:spLocks noGrp="1"/>
          </p:cNvSpPr>
          <p:nvPr/>
        </p:nvSpPr>
        <p:spPr>
          <a:xfrm>
            <a:off x="523875" y="2000250"/>
            <a:ext cx="2524125" cy="2428875"/>
          </a:xfrm>
          <a:prstGeom prst="roundRect">
            <a:avLst>
              <a:gd name="adj" fmla="val 4706"/>
            </a:avLst>
          </a:prstGeom>
          <a:noFill/>
          <a:ln w="0">
            <a:noFill/>
            <a:prstDash val="solid"/>
          </a:ln>
        </p:spPr>
      </p:sp>
      <p:sp>
        <p:nvSpPr>
          <p:cNvPr id="3" name="phase-2-anchor">
            <a:extLst>
              <a:ext uri="{FF2B5EF4-FFF2-40B4-BE49-F238E27FC236}">
                <a16:creationId xmlns:a16="http://schemas.microsoft.com/office/drawing/2014/main" id="{EBB7F5E1-1B67-4110-9EC9-29FDBC838F0B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2524125" cy="2428875"/>
          </a:xfrm>
          <a:prstGeom prst="roundRect">
            <a:avLst>
              <a:gd name="adj" fmla="val 4706"/>
            </a:avLst>
          </a:prstGeom>
          <a:noFill/>
          <a:ln w="0">
            <a:noFill/>
            <a:prstDash val="solid"/>
          </a:ln>
        </p:spPr>
      </p:sp>
      <p:sp>
        <p:nvSpPr>
          <p:cNvPr id="4" name="phase-3-anchor">
            <a:extLst>
              <a:ext uri="{FF2B5EF4-FFF2-40B4-BE49-F238E27FC236}">
                <a16:creationId xmlns:a16="http://schemas.microsoft.com/office/drawing/2014/main" id="{896AD172-2AE5-40C9-8EDB-BB5ADC0B8AEA}"/>
              </a:ext>
            </a:extLst>
          </p:cNvPr>
          <p:cNvSpPr>
            <a:spLocks noGrp="1"/>
          </p:cNvSpPr>
          <p:nvPr/>
        </p:nvSpPr>
        <p:spPr>
          <a:xfrm>
            <a:off x="6334125" y="2000250"/>
            <a:ext cx="2524125" cy="2428875"/>
          </a:xfrm>
          <a:prstGeom prst="roundRect">
            <a:avLst>
              <a:gd name="adj" fmla="val 4706"/>
            </a:avLst>
          </a:prstGeom>
          <a:noFill/>
          <a:ln w="0">
            <a:noFill/>
            <a:prstDash val="solid"/>
          </a:ln>
        </p:spPr>
      </p:sp>
      <p:sp>
        <p:nvSpPr>
          <p:cNvPr id="5" name="phase-4-anchor">
            <a:extLst>
              <a:ext uri="{FF2B5EF4-FFF2-40B4-BE49-F238E27FC236}">
                <a16:creationId xmlns:a16="http://schemas.microsoft.com/office/drawing/2014/main" id="{4B91F3C4-1154-42F1-823D-63A804398B28}"/>
              </a:ext>
            </a:extLst>
          </p:cNvPr>
          <p:cNvSpPr>
            <a:spLocks noGrp="1"/>
          </p:cNvSpPr>
          <p:nvPr/>
        </p:nvSpPr>
        <p:spPr>
          <a:xfrm>
            <a:off x="9239250" y="2000250"/>
            <a:ext cx="2524125" cy="2428875"/>
          </a:xfrm>
          <a:prstGeom prst="roundRect">
            <a:avLst>
              <a:gd name="adj" fmla="val 4706"/>
            </a:avLst>
          </a:prstGeom>
          <a:noFill/>
          <a:ln w="0">
            <a:noFill/>
            <a:prstDash val="solid"/>
          </a:ln>
        </p:spPr>
      </p:sp>
      <p:cxnSp>
        <p:nvCxnSpPr>
          <p:cNvPr id="30" name="Conector recto de flecha 29"/>
          <p:cNvCxnSpPr>
            <a:stCxn id="2" idx="3"/>
            <a:endCxn id="3" idx="1"/>
          </p:cNvCxnSpPr>
          <p:nvPr/>
        </p:nvCxnSpPr>
        <p:spPr>
          <a:xfrm>
            <a:off x="3048000" y="3214688"/>
            <a:ext cx="381000" cy="0"/>
          </a:xfrm>
          <a:prstGeom prst="straightConnector1">
            <a:avLst/>
          </a:prstGeom>
          <a:ln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1" name="Conector recto de flecha 30"/>
          <p:cNvCxnSpPr>
            <a:stCxn id="3" idx="3"/>
            <a:endCxn id="4" idx="1"/>
          </p:cNvCxnSpPr>
          <p:nvPr/>
        </p:nvCxnSpPr>
        <p:spPr>
          <a:xfrm>
            <a:off x="5953125" y="3214688"/>
            <a:ext cx="381000" cy="0"/>
          </a:xfrm>
          <a:prstGeom prst="straightConnector1">
            <a:avLst/>
          </a:prstGeom>
          <a:ln w="23813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2" name="Conector recto de flecha 31"/>
          <p:cNvCxnSpPr>
            <a:stCxn id="4" idx="3"/>
            <a:endCxn id="5" idx="1"/>
          </p:cNvCxnSpPr>
          <p:nvPr/>
        </p:nvCxnSpPr>
        <p:spPr>
          <a:xfrm>
            <a:off x="8858250" y="3214688"/>
            <a:ext cx="381000" cy="0"/>
          </a:xfrm>
          <a:prstGeom prst="straightConnector1">
            <a:avLst/>
          </a:prstGeom>
          <a:ln w="23813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9" name="phase-1-box">
            <a:extLst>
              <a:ext uri="{FF2B5EF4-FFF2-40B4-BE49-F238E27FC236}">
                <a16:creationId xmlns:a16="http://schemas.microsoft.com/office/drawing/2014/main" id="{AADC406E-F41C-48BD-8394-19C03D5D6072}"/>
              </a:ext>
            </a:extLst>
          </p:cNvPr>
          <p:cNvSpPr>
            <a:spLocks noGrp="1"/>
          </p:cNvSpPr>
          <p:nvPr/>
        </p:nvSpPr>
        <p:spPr>
          <a:xfrm>
            <a:off x="523875" y="2000250"/>
            <a:ext cx="2524125" cy="2428875"/>
          </a:xfrm>
          <a:prstGeom prst="roundRect">
            <a:avLst>
              <a:gd name="adj" fmla="val 4706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phase-1-title">
            <a:extLst>
              <a:ext uri="{FF2B5EF4-FFF2-40B4-BE49-F238E27FC236}">
                <a16:creationId xmlns:a16="http://schemas.microsoft.com/office/drawing/2014/main" id="{0D4C164D-2B2B-42CA-BA22-D75E7C5546C5}"/>
              </a:ext>
            </a:extLst>
          </p:cNvPr>
          <p:cNvSpPr>
            <a:spLocks noGrp="1"/>
          </p:cNvSpPr>
          <p:nvPr/>
        </p:nvSpPr>
        <p:spPr>
          <a:xfrm>
            <a:off x="695325" y="2133600"/>
            <a:ext cx="2181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Onda</a:t>
            </a:r>
          </a:p>
        </p:txBody>
      </p:sp>
      <p:sp>
        <p:nvSpPr>
          <p:cNvPr id="11" name="phase-1-body">
            <a:extLst>
              <a:ext uri="{FF2B5EF4-FFF2-40B4-BE49-F238E27FC236}">
                <a16:creationId xmlns:a16="http://schemas.microsoft.com/office/drawing/2014/main" id="{A5A55F88-4852-4D90-B746-4597F487C44B}"/>
              </a:ext>
            </a:extLst>
          </p:cNvPr>
          <p:cNvSpPr>
            <a:spLocks noGrp="1"/>
          </p:cNvSpPr>
          <p:nvPr/>
        </p:nvSpPr>
        <p:spPr>
          <a:xfrm>
            <a:off x="695325" y="2533650"/>
            <a:ext cx="2181225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señal presenta ciclos y fases.</a:t>
            </a:r>
          </a:p>
        </p:txBody>
      </p:sp>
      <p:sp>
        <p:nvSpPr>
          <p:cNvPr id="12" name="phase-2-box">
            <a:extLst>
              <a:ext uri="{FF2B5EF4-FFF2-40B4-BE49-F238E27FC236}">
                <a16:creationId xmlns:a16="http://schemas.microsoft.com/office/drawing/2014/main" id="{D66F3FDB-0EEE-4843-9443-280E265A7119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2524125" cy="2428875"/>
          </a:xfrm>
          <a:prstGeom prst="roundRect">
            <a:avLst>
              <a:gd name="adj" fmla="val 470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3" name="phase-2-title">
            <a:extLst>
              <a:ext uri="{FF2B5EF4-FFF2-40B4-BE49-F238E27FC236}">
                <a16:creationId xmlns:a16="http://schemas.microsoft.com/office/drawing/2014/main" id="{DF6FCDA4-CACC-433C-9A52-FE4AD36DA556}"/>
              </a:ext>
            </a:extLst>
          </p:cNvPr>
          <p:cNvSpPr>
            <a:spLocks noGrp="1"/>
          </p:cNvSpPr>
          <p:nvPr/>
        </p:nvSpPr>
        <p:spPr>
          <a:xfrm>
            <a:off x="3600450" y="2133600"/>
            <a:ext cx="2181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Descargas</a:t>
            </a:r>
          </a:p>
        </p:txBody>
      </p:sp>
      <p:sp>
        <p:nvSpPr>
          <p:cNvPr id="14" name="phase-2-body">
            <a:extLst>
              <a:ext uri="{FF2B5EF4-FFF2-40B4-BE49-F238E27FC236}">
                <a16:creationId xmlns:a16="http://schemas.microsoft.com/office/drawing/2014/main" id="{A893992E-7E82-425E-9AB0-0B147788937F}"/>
              </a:ext>
            </a:extLst>
          </p:cNvPr>
          <p:cNvSpPr>
            <a:spLocks noGrp="1"/>
          </p:cNvSpPr>
          <p:nvPr/>
        </p:nvSpPr>
        <p:spPr>
          <a:xfrm>
            <a:off x="3600450" y="2533650"/>
            <a:ext cx="2181225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eventos pueden concentrarse en fases preferidas.</a:t>
            </a:r>
          </a:p>
        </p:txBody>
      </p:sp>
      <p:sp>
        <p:nvSpPr>
          <p:cNvPr id="15" name="phase-3-box">
            <a:extLst>
              <a:ext uri="{FF2B5EF4-FFF2-40B4-BE49-F238E27FC236}">
                <a16:creationId xmlns:a16="http://schemas.microsoft.com/office/drawing/2014/main" id="{82FDB3EE-36AF-40D1-A31A-7AFEFF6FFDF4}"/>
              </a:ext>
            </a:extLst>
          </p:cNvPr>
          <p:cNvSpPr>
            <a:spLocks noGrp="1"/>
          </p:cNvSpPr>
          <p:nvPr/>
        </p:nvSpPr>
        <p:spPr>
          <a:xfrm>
            <a:off x="6334125" y="2000250"/>
            <a:ext cx="2524125" cy="2428875"/>
          </a:xfrm>
          <a:prstGeom prst="roundRect">
            <a:avLst>
              <a:gd name="adj" fmla="val 4706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6" name="phase-3-title">
            <a:extLst>
              <a:ext uri="{FF2B5EF4-FFF2-40B4-BE49-F238E27FC236}">
                <a16:creationId xmlns:a16="http://schemas.microsoft.com/office/drawing/2014/main" id="{7983BB52-7492-4245-9CC9-047D2E0CEFB1}"/>
              </a:ext>
            </a:extLst>
          </p:cNvPr>
          <p:cNvSpPr>
            <a:spLocks noGrp="1"/>
          </p:cNvSpPr>
          <p:nvPr/>
        </p:nvSpPr>
        <p:spPr>
          <a:xfrm>
            <a:off x="6505575" y="2133600"/>
            <a:ext cx="2181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Sincronía</a:t>
            </a:r>
          </a:p>
        </p:txBody>
      </p:sp>
      <p:sp>
        <p:nvSpPr>
          <p:cNvPr id="17" name="phase-3-body">
            <a:extLst>
              <a:ext uri="{FF2B5EF4-FFF2-40B4-BE49-F238E27FC236}">
                <a16:creationId xmlns:a16="http://schemas.microsoft.com/office/drawing/2014/main" id="{86873DF3-5945-4A65-8C1A-D970E8A0232A}"/>
              </a:ext>
            </a:extLst>
          </p:cNvPr>
          <p:cNvSpPr>
            <a:spLocks noGrp="1"/>
          </p:cNvSpPr>
          <p:nvPr/>
        </p:nvSpPr>
        <p:spPr>
          <a:xfrm>
            <a:off x="6505575" y="2533650"/>
            <a:ext cx="2181225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implica un impulso por cada ciclo.</a:t>
            </a:r>
          </a:p>
        </p:txBody>
      </p:sp>
      <p:sp>
        <p:nvSpPr>
          <p:cNvPr id="18" name="phase-4-box">
            <a:extLst>
              <a:ext uri="{FF2B5EF4-FFF2-40B4-BE49-F238E27FC236}">
                <a16:creationId xmlns:a16="http://schemas.microsoft.com/office/drawing/2014/main" id="{10AE8213-3D67-4987-88B8-53898A1262A2}"/>
              </a:ext>
            </a:extLst>
          </p:cNvPr>
          <p:cNvSpPr>
            <a:spLocks noGrp="1"/>
          </p:cNvSpPr>
          <p:nvPr/>
        </p:nvSpPr>
        <p:spPr>
          <a:xfrm>
            <a:off x="9239250" y="2000250"/>
            <a:ext cx="2524125" cy="2428875"/>
          </a:xfrm>
          <a:prstGeom prst="roundRect">
            <a:avLst>
              <a:gd name="adj" fmla="val 470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9" name="phase-4-title">
            <a:extLst>
              <a:ext uri="{FF2B5EF4-FFF2-40B4-BE49-F238E27FC236}">
                <a16:creationId xmlns:a16="http://schemas.microsoft.com/office/drawing/2014/main" id="{1B198DA6-A3C7-4D49-85B8-77C550D3E795}"/>
              </a:ext>
            </a:extLst>
          </p:cNvPr>
          <p:cNvSpPr>
            <a:spLocks noGrp="1"/>
          </p:cNvSpPr>
          <p:nvPr/>
        </p:nvSpPr>
        <p:spPr>
          <a:xfrm>
            <a:off x="9410700" y="2133600"/>
            <a:ext cx="2181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Dependencia</a:t>
            </a:r>
          </a:p>
        </p:txBody>
      </p:sp>
      <p:sp>
        <p:nvSpPr>
          <p:cNvPr id="20" name="phase-4-body">
            <a:extLst>
              <a:ext uri="{FF2B5EF4-FFF2-40B4-BE49-F238E27FC236}">
                <a16:creationId xmlns:a16="http://schemas.microsoft.com/office/drawing/2014/main" id="{0B7C4FC9-9499-4B7E-9509-1C3C5F704D21}"/>
              </a:ext>
            </a:extLst>
          </p:cNvPr>
          <p:cNvSpPr>
            <a:spLocks noGrp="1"/>
          </p:cNvSpPr>
          <p:nvPr/>
        </p:nvSpPr>
        <p:spPr>
          <a:xfrm>
            <a:off x="9410700" y="2533650"/>
            <a:ext cx="2181225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Varía con frecuencia y tipo de información.</a:t>
            </a:r>
          </a:p>
        </p:txBody>
      </p:sp>
      <p:sp>
        <p:nvSpPr>
          <p:cNvPr id="21" name="top-rail-1">
            <a:extLst>
              <a:ext uri="{FF2B5EF4-FFF2-40B4-BE49-F238E27FC236}">
                <a16:creationId xmlns:a16="http://schemas.microsoft.com/office/drawing/2014/main" id="{974949B1-30C9-49D7-A507-1EF9A9504A6B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2" name="top-rail-2">
            <a:extLst>
              <a:ext uri="{FF2B5EF4-FFF2-40B4-BE49-F238E27FC236}">
                <a16:creationId xmlns:a16="http://schemas.microsoft.com/office/drawing/2014/main" id="{E3C645CD-BA17-4FF1-B203-193D9885F815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3" name="top-rail-3">
            <a:extLst>
              <a:ext uri="{FF2B5EF4-FFF2-40B4-BE49-F238E27FC236}">
                <a16:creationId xmlns:a16="http://schemas.microsoft.com/office/drawing/2014/main" id="{10820744-3480-457B-A6AD-B362E065DD8E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4" name="eyebrow">
            <a:extLst>
              <a:ext uri="{FF2B5EF4-FFF2-40B4-BE49-F238E27FC236}">
                <a16:creationId xmlns:a16="http://schemas.microsoft.com/office/drawing/2014/main" id="{7D3489D4-E015-41D9-AF11-9DB56975A39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78300E9A-0E52-2FDF-3968-D955A4CBB83B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2C37F833-2CF0-45F7-A1AD-6014ABD55A8E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CAA0B4D3-7A62-46D9-8B18-E918D7B0C73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no es altura tonal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0E136C5-BB3B-44E7-9841-361A6569C52F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frecuencia es una magnitud física; el pitch es una experiencia que depende del procesamiento.</a:t>
            </a:r>
          </a:p>
        </p:txBody>
      </p:sp>
      <p:sp>
        <p:nvSpPr>
          <p:cNvPr id="3" name="U06-DG-058B-stage_1-anchor">
            <a:extLst>
              <a:ext uri="{FF2B5EF4-FFF2-40B4-BE49-F238E27FC236}">
                <a16:creationId xmlns:a16="http://schemas.microsoft.com/office/drawing/2014/main" id="{1DA0D4AF-1858-48FC-8DF3-F7C7A40B19D7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8B-stage_2-anchor">
            <a:extLst>
              <a:ext uri="{FF2B5EF4-FFF2-40B4-BE49-F238E27FC236}">
                <a16:creationId xmlns:a16="http://schemas.microsoft.com/office/drawing/2014/main" id="{8B99D77F-89E7-484F-8C32-AF7BCAC8F36A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8B-stage_3-anchor">
            <a:extLst>
              <a:ext uri="{FF2B5EF4-FFF2-40B4-BE49-F238E27FC236}">
                <a16:creationId xmlns:a16="http://schemas.microsoft.com/office/drawing/2014/main" id="{1115561F-D3F7-4C98-9907-C60CCEC562B5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58B-stage_4-anchor">
            <a:extLst>
              <a:ext uri="{FF2B5EF4-FFF2-40B4-BE49-F238E27FC236}">
                <a16:creationId xmlns:a16="http://schemas.microsoft.com/office/drawing/2014/main" id="{18F692FF-9F86-45EA-9DCD-F8A2F0057501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58B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58B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58B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58B-stage_1-box" descr="Diagrama sobre «Frecuencia no es altura tonal»; organiza par físico/perceptual con ejemplos que muestran relación, no identidad." title="Texto alternativo U06-097">
            <a:extLst>
              <a:ext uri="{FF2B5EF4-FFF2-40B4-BE49-F238E27FC236}">
                <a16:creationId xmlns:a16="http://schemas.microsoft.com/office/drawing/2014/main" id="{79AA39E6-048C-4592-A776-5E2C374AC73A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1" name="U06-DG-058B-stage_1-title">
            <a:extLst>
              <a:ext uri="{FF2B5EF4-FFF2-40B4-BE49-F238E27FC236}">
                <a16:creationId xmlns:a16="http://schemas.microsoft.com/office/drawing/2014/main" id="{AA42B596-51C3-43AA-B855-934DCEF58055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12" name="U06-DG-058B-stage_1-body">
            <a:extLst>
              <a:ext uri="{FF2B5EF4-FFF2-40B4-BE49-F238E27FC236}">
                <a16:creationId xmlns:a16="http://schemas.microsoft.com/office/drawing/2014/main" id="{6689E02E-DBC3-40BB-9AE6-E25217C96A27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 física · Hz</a:t>
            </a:r>
          </a:p>
        </p:txBody>
      </p:sp>
      <p:sp>
        <p:nvSpPr>
          <p:cNvPr id="13" name="U06-DG-058B-stage_2-box">
            <a:extLst>
              <a:ext uri="{FF2B5EF4-FFF2-40B4-BE49-F238E27FC236}">
                <a16:creationId xmlns:a16="http://schemas.microsoft.com/office/drawing/2014/main" id="{FF08E0AD-02D9-4160-8406-9F4B9C11F3C7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4" name="U06-DG-058B-stage_2-title">
            <a:extLst>
              <a:ext uri="{FF2B5EF4-FFF2-40B4-BE49-F238E27FC236}">
                <a16:creationId xmlns:a16="http://schemas.microsoft.com/office/drawing/2014/main" id="{3A6BA209-4D69-4255-AD9F-6266A85F027E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Código</a:t>
            </a:r>
          </a:p>
        </p:txBody>
      </p:sp>
      <p:sp>
        <p:nvSpPr>
          <p:cNvPr id="15" name="U06-DG-058B-stage_2-body">
            <a:extLst>
              <a:ext uri="{FF2B5EF4-FFF2-40B4-BE49-F238E27FC236}">
                <a16:creationId xmlns:a16="http://schemas.microsoft.com/office/drawing/2014/main" id="{7218F726-CB88-4F4E-AAC9-B04604150AB2}"/>
              </a:ext>
            </a:extLst>
          </p:cNvPr>
          <p:cNvSpPr>
            <a:spLocks noGrp="1"/>
          </p:cNvSpPr>
          <p:nvPr/>
        </p:nvSpPr>
        <p:spPr>
          <a:xfrm>
            <a:off x="370522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lugar + tiempo</a:t>
            </a:r>
          </a:p>
        </p:txBody>
      </p:sp>
      <p:sp>
        <p:nvSpPr>
          <p:cNvPr id="16" name="U06-DG-058B-stage_3-box">
            <a:extLst>
              <a:ext uri="{FF2B5EF4-FFF2-40B4-BE49-F238E27FC236}">
                <a16:creationId xmlns:a16="http://schemas.microsoft.com/office/drawing/2014/main" id="{EA8FC45E-B965-4EB8-9E16-63B620CD3C81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7" name="U06-DG-058B-stage_3-title">
            <a:extLst>
              <a:ext uri="{FF2B5EF4-FFF2-40B4-BE49-F238E27FC236}">
                <a16:creationId xmlns:a16="http://schemas.microsoft.com/office/drawing/2014/main" id="{EA19859E-CCA1-42E7-B8BE-064AD5A75278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18" name="U06-DG-058B-stage_3-body">
            <a:extLst>
              <a:ext uri="{FF2B5EF4-FFF2-40B4-BE49-F238E27FC236}">
                <a16:creationId xmlns:a16="http://schemas.microsoft.com/office/drawing/2014/main" id="{A205651A-A4A2-4876-9A7B-A1335D84CADF}"/>
              </a:ext>
            </a:extLst>
          </p:cNvPr>
          <p:cNvSpPr>
            <a:spLocks noGrp="1"/>
          </p:cNvSpPr>
          <p:nvPr/>
        </p:nvSpPr>
        <p:spPr>
          <a:xfrm>
            <a:off x="643890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claves neurales</a:t>
            </a:r>
          </a:p>
        </p:txBody>
      </p:sp>
      <p:sp>
        <p:nvSpPr>
          <p:cNvPr id="19" name="U06-DG-058B-stage_4-box">
            <a:extLst>
              <a:ext uri="{FF2B5EF4-FFF2-40B4-BE49-F238E27FC236}">
                <a16:creationId xmlns:a16="http://schemas.microsoft.com/office/drawing/2014/main" id="{B2C5D683-9C37-4C7F-89DA-21FBEFF75D6F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58B-stage_4-title">
            <a:extLst>
              <a:ext uri="{FF2B5EF4-FFF2-40B4-BE49-F238E27FC236}">
                <a16:creationId xmlns:a16="http://schemas.microsoft.com/office/drawing/2014/main" id="{4C910BFE-C2DE-4195-8E5A-C74EFFB4301B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21" name="U06-DG-058B-stage_4-body">
            <a:extLst>
              <a:ext uri="{FF2B5EF4-FFF2-40B4-BE49-F238E27FC236}">
                <a16:creationId xmlns:a16="http://schemas.microsoft.com/office/drawing/2014/main" id="{323CEDFC-47B9-4D22-8DC8-B53FB3B68DF8}"/>
              </a:ext>
            </a:extLst>
          </p:cNvPr>
          <p:cNvSpPr>
            <a:spLocks noGrp="1"/>
          </p:cNvSpPr>
          <p:nvPr/>
        </p:nvSpPr>
        <p:spPr>
          <a:xfrm>
            <a:off x="9172575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percepto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F6D40CB5-172A-41A5-8588-884ED153A90D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26A67652-DCEE-418B-9F38-2E1EE77A8B34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8D16C200-A2E7-4DE8-BA80-75E021F4F2B1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9A244486-E75E-47D1-BBA2-09387D2D3355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6603FC07-230A-B840-BA62-E9C2F65A700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AB59A6A1-5B3A-4045-9CF2-EA9FF8B980C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7B9FF517-D25F-4127-B3AA-F3CF92FD99F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nivel modifica extensión y patrón de descarga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A8A7036-5F16-42ED-BA31-79E212F1D37A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 nivel mayor extiende la región de excitación y modifica el patrón poblacional, sin determinar por sí solo la sonoridad.</a:t>
            </a:r>
          </a:p>
        </p:txBody>
      </p:sp>
      <p:pic>
        <p:nvPicPr>
          <p:cNvPr id="11" name="U06-098-U06-CH-006" descr="Diagrama sobre «El nivel modifica extensión y patrón de descarga»; organiza dos niveles a igual frecuencia: envolvente coclear y respuesta neural conceptual." title="Texto alternativo U06-09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28625" y="1333500"/>
            <a:ext cx="11334750" cy="4572000"/>
          </a:xfrm>
          <a:prstGeom prst="rect">
            <a:avLst/>
          </a:prstGeom>
        </p:spPr>
      </p:pic>
      <p:sp>
        <p:nvSpPr>
          <p:cNvPr id="4" name="caption">
            <a:extLst>
              <a:ext uri="{FF2B5EF4-FFF2-40B4-BE49-F238E27FC236}">
                <a16:creationId xmlns:a16="http://schemas.microsoft.com/office/drawing/2014/main" id="{E09E5365-1797-40BB-9E4A-0C6D9358F7BF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 nivel mayor extiende la región de excitación y modifica el patrón poblacional; la sonoridad no se deduce linealmente.</a:t>
            </a:r>
          </a:p>
        </p:txBody>
      </p:sp>
      <p:sp>
        <p:nvSpPr>
          <p:cNvPr id="5" name="top-rail-1">
            <a:extLst>
              <a:ext uri="{FF2B5EF4-FFF2-40B4-BE49-F238E27FC236}">
                <a16:creationId xmlns:a16="http://schemas.microsoft.com/office/drawing/2014/main" id="{C506181B-961F-41AB-8E29-CEE88EFB0E7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6" name="top-rail-2">
            <a:extLst>
              <a:ext uri="{FF2B5EF4-FFF2-40B4-BE49-F238E27FC236}">
                <a16:creationId xmlns:a16="http://schemas.microsoft.com/office/drawing/2014/main" id="{53D54F99-0F6C-4927-B370-29845E309D3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7" name="top-rail-3">
            <a:extLst>
              <a:ext uri="{FF2B5EF4-FFF2-40B4-BE49-F238E27FC236}">
                <a16:creationId xmlns:a16="http://schemas.microsoft.com/office/drawing/2014/main" id="{45CDF809-A567-45C0-A5B2-E071E8F7B6B9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8" name="eyebrow">
            <a:extLst>
              <a:ext uri="{FF2B5EF4-FFF2-40B4-BE49-F238E27FC236}">
                <a16:creationId xmlns:a16="http://schemas.microsoft.com/office/drawing/2014/main" id="{92777D02-4E88-4554-85A4-88036FD25B1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3" name="auto-slide-number">
            <a:extLst>
              <a:ext uri="{FF2B5EF4-FFF2-40B4-BE49-F238E27FC236}">
                <a16:creationId xmlns:a16="http://schemas.microsoft.com/office/drawing/2014/main" id="{0B58BA15-1653-5905-272F-E9F41DC6F85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5E06B9B4-4FFA-4B76-BD79-CFDEF191FFCD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98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1042CBB4-8445-4B54-9939-6AD963E9A29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Nivel de presión sonora no es sonoridad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8ACD2EE-A486-4785-90C1-371B9EFBBB16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dB SPL describe una medición física; sonoridad describe experiencia perceptual.</a:t>
            </a:r>
          </a:p>
        </p:txBody>
      </p:sp>
      <p:sp>
        <p:nvSpPr>
          <p:cNvPr id="3" name="U06-DG-059B-panel_left-anchor">
            <a:extLst>
              <a:ext uri="{FF2B5EF4-FFF2-40B4-BE49-F238E27FC236}">
                <a16:creationId xmlns:a16="http://schemas.microsoft.com/office/drawing/2014/main" id="{CEE4C329-737B-41BA-9FCA-7B1E5348ED86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59B-panel_right-anchor">
            <a:extLst>
              <a:ext uri="{FF2B5EF4-FFF2-40B4-BE49-F238E27FC236}">
                <a16:creationId xmlns:a16="http://schemas.microsoft.com/office/drawing/2014/main" id="{A20F91DD-0D70-48A7-8E25-5AEADB1C6365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59B-panel_left-box" descr="Diagrama sobre «Nivel de presión sonora no es sonoridad»; organiza dos definiciones breves, relación no lineal y puente a u7." title="Texto alternativo U06-099">
            <a:extLst>
              <a:ext uri="{FF2B5EF4-FFF2-40B4-BE49-F238E27FC236}">
                <a16:creationId xmlns:a16="http://schemas.microsoft.com/office/drawing/2014/main" id="{FEB887F9-A026-4005-BCE0-427A9FBAB2AC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U06-DG-059B-panel_left-title">
            <a:extLst>
              <a:ext uri="{FF2B5EF4-FFF2-40B4-BE49-F238E27FC236}">
                <a16:creationId xmlns:a16="http://schemas.microsoft.com/office/drawing/2014/main" id="{15C81407-A3F2-4BBA-84C2-00D945D71381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 sonoro</a:t>
            </a:r>
          </a:p>
        </p:txBody>
      </p:sp>
      <p:sp>
        <p:nvSpPr>
          <p:cNvPr id="7" name="U06-DG-059B-panel_left-body">
            <a:extLst>
              <a:ext uri="{FF2B5EF4-FFF2-40B4-BE49-F238E27FC236}">
                <a16:creationId xmlns:a16="http://schemas.microsoft.com/office/drawing/2014/main" id="{E9B8AA7E-6EFA-4D6E-B88E-DF78740FD3C8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SPL magnitud física</a:t>
            </a:r>
          </a:p>
        </p:txBody>
      </p:sp>
      <p:sp>
        <p:nvSpPr>
          <p:cNvPr id="8" name="U06-DG-059B-panel_right-box">
            <a:extLst>
              <a:ext uri="{FF2B5EF4-FFF2-40B4-BE49-F238E27FC236}">
                <a16:creationId xmlns:a16="http://schemas.microsoft.com/office/drawing/2014/main" id="{D1CC5663-5E26-4ECD-918C-3D4AA4BA4688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4953000" cy="3333750"/>
          </a:xfrm>
          <a:prstGeom prst="roundRect">
            <a:avLst>
              <a:gd name="adj" fmla="val 2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9" name="U06-DG-059B-panel_right-title">
            <a:extLst>
              <a:ext uri="{FF2B5EF4-FFF2-40B4-BE49-F238E27FC236}">
                <a16:creationId xmlns:a16="http://schemas.microsoft.com/office/drawing/2014/main" id="{6C0942A1-756D-4FF1-929E-57364B72541C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Sonoridad</a:t>
            </a:r>
          </a:p>
        </p:txBody>
      </p:sp>
      <p:sp>
        <p:nvSpPr>
          <p:cNvPr id="10" name="U06-DG-059B-panel_right-body">
            <a:extLst>
              <a:ext uri="{FF2B5EF4-FFF2-40B4-BE49-F238E27FC236}">
                <a16:creationId xmlns:a16="http://schemas.microsoft.com/office/drawing/2014/main" id="{DDCFDD8B-6095-40B7-85F4-A94BA41DBDDA}"/>
              </a:ext>
            </a:extLst>
          </p:cNvPr>
          <p:cNvSpPr>
            <a:spLocks noGrp="1"/>
          </p:cNvSpPr>
          <p:nvPr/>
        </p:nvSpPr>
        <p:spPr>
          <a:xfrm>
            <a:off x="6553200" y="2305050"/>
            <a:ext cx="45720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percepto condicionado</a:t>
            </a:r>
          </a:p>
        </p:txBody>
      </p:sp>
      <p:sp>
        <p:nvSpPr>
          <p:cNvPr id="11" name="top-rail-1">
            <a:extLst>
              <a:ext uri="{FF2B5EF4-FFF2-40B4-BE49-F238E27FC236}">
                <a16:creationId xmlns:a16="http://schemas.microsoft.com/office/drawing/2014/main" id="{FD32A3B8-CA23-44C9-B24F-B49680FF5399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2" name="top-rail-2">
            <a:extLst>
              <a:ext uri="{FF2B5EF4-FFF2-40B4-BE49-F238E27FC236}">
                <a16:creationId xmlns:a16="http://schemas.microsoft.com/office/drawing/2014/main" id="{2642B019-492C-48FA-B30A-DF6D209AEAB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3" name="top-rail-3">
            <a:extLst>
              <a:ext uri="{FF2B5EF4-FFF2-40B4-BE49-F238E27FC236}">
                <a16:creationId xmlns:a16="http://schemas.microsoft.com/office/drawing/2014/main" id="{B555FBA0-57DB-42C9-A0D4-348405C309A7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4" name="eyebrow">
            <a:extLst>
              <a:ext uri="{FF2B5EF4-FFF2-40B4-BE49-F238E27FC236}">
                <a16:creationId xmlns:a16="http://schemas.microsoft.com/office/drawing/2014/main" id="{DA0A91F3-1B04-4F72-B97A-8E1944E4F8ED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16" name="auto-slide-number">
            <a:extLst>
              <a:ext uri="{FF2B5EF4-FFF2-40B4-BE49-F238E27FC236}">
                <a16:creationId xmlns:a16="http://schemas.microsoft.com/office/drawing/2014/main" id="{5AEDF91E-A4D5-DFF8-3E6A-AA508401CA98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08C49181-4AB3-4330-B9A5-6BD6E7E28F8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99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-title">
            <a:extLst>
              <a:ext uri="{FF2B5EF4-FFF2-40B4-BE49-F238E27FC236}">
                <a16:creationId xmlns:a16="http://schemas.microsoft.com/office/drawing/2014/main" id="{9F8849A1-D4A5-4B9F-9587-384D184DE94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Toda prueba observa una parte de la cadena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F3C69B9-ED1A-46B3-B16F-978BE180849E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 resultado depende de la entrada, la estructura sensible, la vía de salida y la medición.</a:t>
            </a:r>
          </a:p>
        </p:txBody>
      </p:sp>
      <p:sp>
        <p:nvSpPr>
          <p:cNvPr id="3" name="U06-DG-060-chain_1-anchor">
            <a:extLst>
              <a:ext uri="{FF2B5EF4-FFF2-40B4-BE49-F238E27FC236}">
                <a16:creationId xmlns:a16="http://schemas.microsoft.com/office/drawing/2014/main" id="{7388BCEA-D242-44C7-9E24-6547F3F69E9C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60-chain_2-anchor">
            <a:extLst>
              <a:ext uri="{FF2B5EF4-FFF2-40B4-BE49-F238E27FC236}">
                <a16:creationId xmlns:a16="http://schemas.microsoft.com/office/drawing/2014/main" id="{B07441BC-6993-4099-86D2-8E99DC32424E}"/>
              </a:ext>
            </a:extLst>
          </p:cNvPr>
          <p:cNvSpPr>
            <a:spLocks noGrp="1"/>
          </p:cNvSpPr>
          <p:nvPr/>
        </p:nvSpPr>
        <p:spPr>
          <a:xfrm>
            <a:off x="2945130" y="3143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60-chain_3-anchor">
            <a:extLst>
              <a:ext uri="{FF2B5EF4-FFF2-40B4-BE49-F238E27FC236}">
                <a16:creationId xmlns:a16="http://schemas.microsoft.com/office/drawing/2014/main" id="{E8615CD0-7C8F-49D2-BA56-62A67DD68D32}"/>
              </a:ext>
            </a:extLst>
          </p:cNvPr>
          <p:cNvSpPr>
            <a:spLocks noGrp="1"/>
          </p:cNvSpPr>
          <p:nvPr/>
        </p:nvSpPr>
        <p:spPr>
          <a:xfrm>
            <a:off x="5109210" y="3143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60-chain_4-anchor">
            <a:extLst>
              <a:ext uri="{FF2B5EF4-FFF2-40B4-BE49-F238E27FC236}">
                <a16:creationId xmlns:a16="http://schemas.microsoft.com/office/drawing/2014/main" id="{0E0F7EAB-0E70-4871-8721-2ADC70DE9C8D}"/>
              </a:ext>
            </a:extLst>
          </p:cNvPr>
          <p:cNvSpPr>
            <a:spLocks noGrp="1"/>
          </p:cNvSpPr>
          <p:nvPr/>
        </p:nvSpPr>
        <p:spPr>
          <a:xfrm>
            <a:off x="7273290" y="3143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60-chain_5-anchor">
            <a:extLst>
              <a:ext uri="{FF2B5EF4-FFF2-40B4-BE49-F238E27FC236}">
                <a16:creationId xmlns:a16="http://schemas.microsoft.com/office/drawing/2014/main" id="{7F24E7B1-9582-47E3-8DFB-0935754919DA}"/>
              </a:ext>
            </a:extLst>
          </p:cNvPr>
          <p:cNvSpPr>
            <a:spLocks noGrp="1"/>
          </p:cNvSpPr>
          <p:nvPr/>
        </p:nvSpPr>
        <p:spPr>
          <a:xfrm>
            <a:off x="9437370" y="3143250"/>
            <a:ext cx="1973580" cy="1524000"/>
          </a:xfrm>
          <a:prstGeom prst="roundRect">
            <a:avLst>
              <a:gd name="adj" fmla="val 6250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60-window_1-anchor">
            <a:extLst>
              <a:ext uri="{FF2B5EF4-FFF2-40B4-BE49-F238E27FC236}">
                <a16:creationId xmlns:a16="http://schemas.microsoft.com/office/drawing/2014/main" id="{68B3DD34-29E5-43E5-9977-6382785A0A15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857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60-window_2-anchor">
            <a:extLst>
              <a:ext uri="{FF2B5EF4-FFF2-40B4-BE49-F238E27FC236}">
                <a16:creationId xmlns:a16="http://schemas.microsoft.com/office/drawing/2014/main" id="{19FCA496-26EB-4CD8-8466-EFA36D575923}"/>
              </a:ext>
            </a:extLst>
          </p:cNvPr>
          <p:cNvSpPr>
            <a:spLocks noGrp="1"/>
          </p:cNvSpPr>
          <p:nvPr/>
        </p:nvSpPr>
        <p:spPr>
          <a:xfrm>
            <a:off x="4667250" y="1524000"/>
            <a:ext cx="2857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10" name="U06-DG-060-window_3-anchor">
            <a:extLst>
              <a:ext uri="{FF2B5EF4-FFF2-40B4-BE49-F238E27FC236}">
                <a16:creationId xmlns:a16="http://schemas.microsoft.com/office/drawing/2014/main" id="{75356BA5-21B4-4E32-ACB0-2EF9D794B901}"/>
              </a:ext>
            </a:extLst>
          </p:cNvPr>
          <p:cNvSpPr>
            <a:spLocks noGrp="1"/>
          </p:cNvSpPr>
          <p:nvPr/>
        </p:nvSpPr>
        <p:spPr>
          <a:xfrm>
            <a:off x="8334375" y="1524000"/>
            <a:ext cx="2857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56" name="U06-DG-060-chain_edge_1"/>
          <p:cNvCxnSpPr>
            <a:stCxn id="3" idx="3"/>
            <a:endCxn id="4" idx="1"/>
          </p:cNvCxnSpPr>
          <p:nvPr/>
        </p:nvCxnSpPr>
        <p:spPr>
          <a:xfrm>
            <a:off x="2754630" y="39052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7" name="U06-DG-060-chain_edge_2"/>
          <p:cNvCxnSpPr>
            <a:stCxn id="4" idx="3"/>
            <a:endCxn id="5" idx="1"/>
          </p:cNvCxnSpPr>
          <p:nvPr/>
        </p:nvCxnSpPr>
        <p:spPr>
          <a:xfrm>
            <a:off x="4918710" y="39052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8" name="U06-DG-060-chain_edge_3"/>
          <p:cNvCxnSpPr>
            <a:stCxn id="5" idx="3"/>
            <a:endCxn id="6" idx="1"/>
          </p:cNvCxnSpPr>
          <p:nvPr/>
        </p:nvCxnSpPr>
        <p:spPr>
          <a:xfrm>
            <a:off x="7082790" y="39052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9" name="U06-DG-060-chain_edge_4"/>
          <p:cNvCxnSpPr>
            <a:stCxn id="6" idx="3"/>
            <a:endCxn id="7" idx="1"/>
          </p:cNvCxnSpPr>
          <p:nvPr/>
        </p:nvCxnSpPr>
        <p:spPr>
          <a:xfrm>
            <a:off x="9246870" y="3905250"/>
            <a:ext cx="1905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0" name="U06-DG-060-window_edge_1"/>
          <p:cNvCxnSpPr>
            <a:stCxn id="8" idx="2"/>
            <a:endCxn id="4" idx="0"/>
          </p:cNvCxnSpPr>
          <p:nvPr/>
        </p:nvCxnSpPr>
        <p:spPr>
          <a:xfrm>
            <a:off x="2428875" y="2905125"/>
            <a:ext cx="1503045" cy="23812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1" name="U06-DG-060-window_edge_2"/>
          <p:cNvCxnSpPr>
            <a:stCxn id="9" idx="2"/>
            <a:endCxn id="5" idx="0"/>
          </p:cNvCxnSpPr>
          <p:nvPr/>
        </p:nvCxnSpPr>
        <p:spPr>
          <a:xfrm>
            <a:off x="6096000" y="2905125"/>
            <a:ext cx="0" cy="23812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62" name="U06-DG-060-window_edge_3"/>
          <p:cNvCxnSpPr>
            <a:stCxn id="10" idx="2"/>
            <a:endCxn id="7" idx="0"/>
          </p:cNvCxnSpPr>
          <p:nvPr/>
        </p:nvCxnSpPr>
        <p:spPr>
          <a:xfrm>
            <a:off x="9763125" y="2905125"/>
            <a:ext cx="661035" cy="23812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6-DG-060-chain_1-box" descr="Diagrama sobre «Toda prueba observa una parte de la cadena»; organiza matriz: prueba conceptual → tramo predominante → factores previos → qué no concluye sola." title="Texto alternativo U06-100">
            <a:extLst>
              <a:ext uri="{FF2B5EF4-FFF2-40B4-BE49-F238E27FC236}">
                <a16:creationId xmlns:a16="http://schemas.microsoft.com/office/drawing/2014/main" id="{33732923-27DC-411B-BDC8-072753B42F62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9" name="U06-DG-060-chain_1-title">
            <a:extLst>
              <a:ext uri="{FF2B5EF4-FFF2-40B4-BE49-F238E27FC236}">
                <a16:creationId xmlns:a16="http://schemas.microsoft.com/office/drawing/2014/main" id="{6FC167DC-D8B9-4B38-85EC-16B2BE242ADC}"/>
              </a:ext>
            </a:extLst>
          </p:cNvPr>
          <p:cNvSpPr>
            <a:spLocks noGrp="1"/>
          </p:cNvSpPr>
          <p:nvPr/>
        </p:nvSpPr>
        <p:spPr>
          <a:xfrm>
            <a:off x="971550" y="3286125"/>
            <a:ext cx="15925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CAE</a:t>
            </a:r>
          </a:p>
        </p:txBody>
      </p:sp>
      <p:sp>
        <p:nvSpPr>
          <p:cNvPr id="20" name="U06-DG-060-chain_1-body">
            <a:extLst>
              <a:ext uri="{FF2B5EF4-FFF2-40B4-BE49-F238E27FC236}">
                <a16:creationId xmlns:a16="http://schemas.microsoft.com/office/drawing/2014/main" id="{8F51D8DF-92F0-4DB0-9630-A8AC007662B9}"/>
              </a:ext>
            </a:extLst>
          </p:cNvPr>
          <p:cNvSpPr>
            <a:spLocks noGrp="1"/>
          </p:cNvSpPr>
          <p:nvPr/>
        </p:nvSpPr>
        <p:spPr>
          <a:xfrm>
            <a:off x="971550" y="3733800"/>
            <a:ext cx="159258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1" name="U06-DG-060-chain_2-box">
            <a:extLst>
              <a:ext uri="{FF2B5EF4-FFF2-40B4-BE49-F238E27FC236}">
                <a16:creationId xmlns:a16="http://schemas.microsoft.com/office/drawing/2014/main" id="{284BAD8B-FE6D-44EE-9800-77F0B32C3FE1}"/>
              </a:ext>
            </a:extLst>
          </p:cNvPr>
          <p:cNvSpPr>
            <a:spLocks noGrp="1"/>
          </p:cNvSpPr>
          <p:nvPr/>
        </p:nvSpPr>
        <p:spPr>
          <a:xfrm>
            <a:off x="2945130" y="3143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22" name="U06-DG-060-chain_2-title">
            <a:extLst>
              <a:ext uri="{FF2B5EF4-FFF2-40B4-BE49-F238E27FC236}">
                <a16:creationId xmlns:a16="http://schemas.microsoft.com/office/drawing/2014/main" id="{5A6C4CA0-3157-40E6-84E0-B0D6B0043F0D}"/>
              </a:ext>
            </a:extLst>
          </p:cNvPr>
          <p:cNvSpPr>
            <a:spLocks noGrp="1"/>
          </p:cNvSpPr>
          <p:nvPr/>
        </p:nvSpPr>
        <p:spPr>
          <a:xfrm>
            <a:off x="3135630" y="3286125"/>
            <a:ext cx="15925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23" name="U06-DG-060-chain_2-body">
            <a:extLst>
              <a:ext uri="{FF2B5EF4-FFF2-40B4-BE49-F238E27FC236}">
                <a16:creationId xmlns:a16="http://schemas.microsoft.com/office/drawing/2014/main" id="{812529D5-1189-4112-A465-54BD0DBB745E}"/>
              </a:ext>
            </a:extLst>
          </p:cNvPr>
          <p:cNvSpPr>
            <a:spLocks noGrp="1"/>
          </p:cNvSpPr>
          <p:nvPr/>
        </p:nvSpPr>
        <p:spPr>
          <a:xfrm>
            <a:off x="3135630" y="4057650"/>
            <a:ext cx="15925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transfiere</a:t>
            </a:r>
          </a:p>
        </p:txBody>
      </p:sp>
      <p:sp>
        <p:nvSpPr>
          <p:cNvPr id="24" name="U06-DG-060-chain_3-box">
            <a:extLst>
              <a:ext uri="{FF2B5EF4-FFF2-40B4-BE49-F238E27FC236}">
                <a16:creationId xmlns:a16="http://schemas.microsoft.com/office/drawing/2014/main" id="{06575CC9-AAA6-49F5-BB7C-841C0063D4A3}"/>
              </a:ext>
            </a:extLst>
          </p:cNvPr>
          <p:cNvSpPr>
            <a:spLocks noGrp="1"/>
          </p:cNvSpPr>
          <p:nvPr/>
        </p:nvSpPr>
        <p:spPr>
          <a:xfrm>
            <a:off x="5109210" y="3143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5" name="U06-DG-060-chain_3-title">
            <a:extLst>
              <a:ext uri="{FF2B5EF4-FFF2-40B4-BE49-F238E27FC236}">
                <a16:creationId xmlns:a16="http://schemas.microsoft.com/office/drawing/2014/main" id="{B53EF90C-CBDB-436F-9401-2F8289C0BDBD}"/>
              </a:ext>
            </a:extLst>
          </p:cNvPr>
          <p:cNvSpPr>
            <a:spLocks noGrp="1"/>
          </p:cNvSpPr>
          <p:nvPr/>
        </p:nvSpPr>
        <p:spPr>
          <a:xfrm>
            <a:off x="5299710" y="3286125"/>
            <a:ext cx="15925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CCE</a:t>
            </a:r>
          </a:p>
        </p:txBody>
      </p:sp>
      <p:sp>
        <p:nvSpPr>
          <p:cNvPr id="26" name="U06-DG-060-chain_3-body">
            <a:extLst>
              <a:ext uri="{FF2B5EF4-FFF2-40B4-BE49-F238E27FC236}">
                <a16:creationId xmlns:a16="http://schemas.microsoft.com/office/drawing/2014/main" id="{2EE9418F-E8D0-4164-A9BD-CAFECC24B74E}"/>
              </a:ext>
            </a:extLst>
          </p:cNvPr>
          <p:cNvSpPr>
            <a:spLocks noGrp="1"/>
          </p:cNvSpPr>
          <p:nvPr/>
        </p:nvSpPr>
        <p:spPr>
          <a:xfrm>
            <a:off x="5299710" y="3733800"/>
            <a:ext cx="159258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 activa</a:t>
            </a:r>
          </a:p>
        </p:txBody>
      </p:sp>
      <p:sp>
        <p:nvSpPr>
          <p:cNvPr id="27" name="U06-DG-060-chain_4-box">
            <a:extLst>
              <a:ext uri="{FF2B5EF4-FFF2-40B4-BE49-F238E27FC236}">
                <a16:creationId xmlns:a16="http://schemas.microsoft.com/office/drawing/2014/main" id="{607DCD40-2E9A-4120-93FA-A5069514961A}"/>
              </a:ext>
            </a:extLst>
          </p:cNvPr>
          <p:cNvSpPr>
            <a:spLocks noGrp="1"/>
          </p:cNvSpPr>
          <p:nvPr/>
        </p:nvSpPr>
        <p:spPr>
          <a:xfrm>
            <a:off x="7273290" y="3143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8" name="U06-DG-060-chain_4-title">
            <a:extLst>
              <a:ext uri="{FF2B5EF4-FFF2-40B4-BE49-F238E27FC236}">
                <a16:creationId xmlns:a16="http://schemas.microsoft.com/office/drawing/2014/main" id="{6BCABC1E-EE25-41AE-9112-19759BC14DF8}"/>
              </a:ext>
            </a:extLst>
          </p:cNvPr>
          <p:cNvSpPr>
            <a:spLocks noGrp="1"/>
          </p:cNvSpPr>
          <p:nvPr/>
        </p:nvSpPr>
        <p:spPr>
          <a:xfrm>
            <a:off x="7463790" y="3286125"/>
            <a:ext cx="15925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CCI / sinapsis</a:t>
            </a:r>
          </a:p>
        </p:txBody>
      </p:sp>
      <p:sp>
        <p:nvSpPr>
          <p:cNvPr id="29" name="U06-DG-060-chain_4-body">
            <a:extLst>
              <a:ext uri="{FF2B5EF4-FFF2-40B4-BE49-F238E27FC236}">
                <a16:creationId xmlns:a16="http://schemas.microsoft.com/office/drawing/2014/main" id="{46B20593-75B4-4294-A650-243C010D9A04}"/>
              </a:ext>
            </a:extLst>
          </p:cNvPr>
          <p:cNvSpPr>
            <a:spLocks noGrp="1"/>
          </p:cNvSpPr>
          <p:nvPr/>
        </p:nvSpPr>
        <p:spPr>
          <a:xfrm>
            <a:off x="7463790" y="4057650"/>
            <a:ext cx="159258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aferencia</a:t>
            </a:r>
          </a:p>
        </p:txBody>
      </p:sp>
      <p:sp>
        <p:nvSpPr>
          <p:cNvPr id="30" name="U06-DG-060-chain_5-box">
            <a:extLst>
              <a:ext uri="{FF2B5EF4-FFF2-40B4-BE49-F238E27FC236}">
                <a16:creationId xmlns:a16="http://schemas.microsoft.com/office/drawing/2014/main" id="{8D59BEBA-8D73-41D2-ACB2-5C6780AB2D7E}"/>
              </a:ext>
            </a:extLst>
          </p:cNvPr>
          <p:cNvSpPr>
            <a:spLocks noGrp="1"/>
          </p:cNvSpPr>
          <p:nvPr/>
        </p:nvSpPr>
        <p:spPr>
          <a:xfrm>
            <a:off x="9437370" y="3143250"/>
            <a:ext cx="1973580" cy="1524000"/>
          </a:xfrm>
          <a:prstGeom prst="roundRect">
            <a:avLst>
              <a:gd name="adj" fmla="val 62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1" name="U06-DG-060-chain_5-title">
            <a:extLst>
              <a:ext uri="{FF2B5EF4-FFF2-40B4-BE49-F238E27FC236}">
                <a16:creationId xmlns:a16="http://schemas.microsoft.com/office/drawing/2014/main" id="{4FCEE721-3C6C-42E2-9E68-311235B2E6B1}"/>
              </a:ext>
            </a:extLst>
          </p:cNvPr>
          <p:cNvSpPr>
            <a:spLocks noGrp="1"/>
          </p:cNvSpPr>
          <p:nvPr/>
        </p:nvSpPr>
        <p:spPr>
          <a:xfrm>
            <a:off x="9627870" y="3286125"/>
            <a:ext cx="15925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Nervio</a:t>
            </a:r>
          </a:p>
        </p:txBody>
      </p:sp>
      <p:sp>
        <p:nvSpPr>
          <p:cNvPr id="32" name="U06-DG-060-chain_5-body">
            <a:extLst>
              <a:ext uri="{FF2B5EF4-FFF2-40B4-BE49-F238E27FC236}">
                <a16:creationId xmlns:a16="http://schemas.microsoft.com/office/drawing/2014/main" id="{34F7571A-7A3A-4EDE-9C46-55CE91A83191}"/>
              </a:ext>
            </a:extLst>
          </p:cNvPr>
          <p:cNvSpPr>
            <a:spLocks noGrp="1"/>
          </p:cNvSpPr>
          <p:nvPr/>
        </p:nvSpPr>
        <p:spPr>
          <a:xfrm>
            <a:off x="9627870" y="3733800"/>
            <a:ext cx="159258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 tronco</a:t>
            </a:r>
          </a:p>
        </p:txBody>
      </p:sp>
      <p:sp>
        <p:nvSpPr>
          <p:cNvPr id="33" name="U06-DG-060-window_1-box">
            <a:extLst>
              <a:ext uri="{FF2B5EF4-FFF2-40B4-BE49-F238E27FC236}">
                <a16:creationId xmlns:a16="http://schemas.microsoft.com/office/drawing/2014/main" id="{DBF3D873-991F-44C1-83B5-5DF40B9E603B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8575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4" name="U06-DG-060-window_1-title">
            <a:extLst>
              <a:ext uri="{FF2B5EF4-FFF2-40B4-BE49-F238E27FC236}">
                <a16:creationId xmlns:a16="http://schemas.microsoft.com/office/drawing/2014/main" id="{BA84AA57-BAE3-40BD-BEA8-06D866EB9015}"/>
              </a:ext>
            </a:extLst>
          </p:cNvPr>
          <p:cNvSpPr>
            <a:spLocks noGrp="1"/>
          </p:cNvSpPr>
          <p:nvPr/>
        </p:nvSpPr>
        <p:spPr>
          <a:xfrm>
            <a:off x="1190625" y="166687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Timpanometría</a:t>
            </a:r>
          </a:p>
        </p:txBody>
      </p:sp>
      <p:sp>
        <p:nvSpPr>
          <p:cNvPr id="35" name="U06-DG-060-window_1-body">
            <a:extLst>
              <a:ext uri="{FF2B5EF4-FFF2-40B4-BE49-F238E27FC236}">
                <a16:creationId xmlns:a16="http://schemas.microsoft.com/office/drawing/2014/main" id="{C9C450FA-9DBE-4CDA-AACC-76120F54FDB4}"/>
              </a:ext>
            </a:extLst>
          </p:cNvPr>
          <p:cNvSpPr>
            <a:spLocks noGrp="1"/>
          </p:cNvSpPr>
          <p:nvPr/>
        </p:nvSpPr>
        <p:spPr>
          <a:xfrm>
            <a:off x="1190625" y="2114550"/>
            <a:ext cx="2476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36" name="U06-DG-060-window_2-box">
            <a:extLst>
              <a:ext uri="{FF2B5EF4-FFF2-40B4-BE49-F238E27FC236}">
                <a16:creationId xmlns:a16="http://schemas.microsoft.com/office/drawing/2014/main" id="{6EBC5F8A-AFF5-4A64-A173-B230688ADB91}"/>
              </a:ext>
            </a:extLst>
          </p:cNvPr>
          <p:cNvSpPr>
            <a:spLocks noGrp="1"/>
          </p:cNvSpPr>
          <p:nvPr/>
        </p:nvSpPr>
        <p:spPr>
          <a:xfrm>
            <a:off x="4667250" y="1524000"/>
            <a:ext cx="28575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37" name="U06-DG-060-window_2-title">
            <a:extLst>
              <a:ext uri="{FF2B5EF4-FFF2-40B4-BE49-F238E27FC236}">
                <a16:creationId xmlns:a16="http://schemas.microsoft.com/office/drawing/2014/main" id="{DF74C7FC-5B5B-41A4-884F-FE356AA872EA}"/>
              </a:ext>
            </a:extLst>
          </p:cNvPr>
          <p:cNvSpPr>
            <a:spLocks noGrp="1"/>
          </p:cNvSpPr>
          <p:nvPr/>
        </p:nvSpPr>
        <p:spPr>
          <a:xfrm>
            <a:off x="4857750" y="166687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OEA</a:t>
            </a:r>
          </a:p>
        </p:txBody>
      </p:sp>
      <p:sp>
        <p:nvSpPr>
          <p:cNvPr id="38" name="U06-DG-060-window_2-body">
            <a:extLst>
              <a:ext uri="{FF2B5EF4-FFF2-40B4-BE49-F238E27FC236}">
                <a16:creationId xmlns:a16="http://schemas.microsoft.com/office/drawing/2014/main" id="{C053C4EC-C850-46AF-B588-583F371D1107}"/>
              </a:ext>
            </a:extLst>
          </p:cNvPr>
          <p:cNvSpPr>
            <a:spLocks noGrp="1"/>
          </p:cNvSpPr>
          <p:nvPr/>
        </p:nvSpPr>
        <p:spPr>
          <a:xfrm>
            <a:off x="4857750" y="2114550"/>
            <a:ext cx="2476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CCE + retorno</a:t>
            </a:r>
          </a:p>
        </p:txBody>
      </p:sp>
      <p:sp>
        <p:nvSpPr>
          <p:cNvPr id="39" name="U06-DG-060-window_3-box">
            <a:extLst>
              <a:ext uri="{FF2B5EF4-FFF2-40B4-BE49-F238E27FC236}">
                <a16:creationId xmlns:a16="http://schemas.microsoft.com/office/drawing/2014/main" id="{0373D608-178E-4AD4-9143-32B4057CE200}"/>
              </a:ext>
            </a:extLst>
          </p:cNvPr>
          <p:cNvSpPr>
            <a:spLocks noGrp="1"/>
          </p:cNvSpPr>
          <p:nvPr/>
        </p:nvSpPr>
        <p:spPr>
          <a:xfrm>
            <a:off x="8334375" y="1524000"/>
            <a:ext cx="28575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40" name="U06-DG-060-window_3-title">
            <a:extLst>
              <a:ext uri="{FF2B5EF4-FFF2-40B4-BE49-F238E27FC236}">
                <a16:creationId xmlns:a16="http://schemas.microsoft.com/office/drawing/2014/main" id="{3AC6EA1F-039D-44E2-92DC-63369A55810F}"/>
              </a:ext>
            </a:extLst>
          </p:cNvPr>
          <p:cNvSpPr>
            <a:spLocks noGrp="1"/>
          </p:cNvSpPr>
          <p:nvPr/>
        </p:nvSpPr>
        <p:spPr>
          <a:xfrm>
            <a:off x="8524875" y="1666875"/>
            <a:ext cx="247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Potencial evocado</a:t>
            </a:r>
          </a:p>
        </p:txBody>
      </p:sp>
      <p:sp>
        <p:nvSpPr>
          <p:cNvPr id="41" name="U06-DG-060-window_3-body">
            <a:extLst>
              <a:ext uri="{FF2B5EF4-FFF2-40B4-BE49-F238E27FC236}">
                <a16:creationId xmlns:a16="http://schemas.microsoft.com/office/drawing/2014/main" id="{3210622B-8DA1-48B1-9796-4A8A5B9C7095}"/>
              </a:ext>
            </a:extLst>
          </p:cNvPr>
          <p:cNvSpPr>
            <a:spLocks noGrp="1"/>
          </p:cNvSpPr>
          <p:nvPr/>
        </p:nvSpPr>
        <p:spPr>
          <a:xfrm>
            <a:off x="8524875" y="2438400"/>
            <a:ext cx="2476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vía neural</a:t>
            </a:r>
          </a:p>
        </p:txBody>
      </p:sp>
      <p:sp>
        <p:nvSpPr>
          <p:cNvPr id="42" name="top-rail-1">
            <a:extLst>
              <a:ext uri="{FF2B5EF4-FFF2-40B4-BE49-F238E27FC236}">
                <a16:creationId xmlns:a16="http://schemas.microsoft.com/office/drawing/2014/main" id="{539DA48B-8F30-476B-892C-97054C7F104D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43" name="top-rail-2">
            <a:extLst>
              <a:ext uri="{FF2B5EF4-FFF2-40B4-BE49-F238E27FC236}">
                <a16:creationId xmlns:a16="http://schemas.microsoft.com/office/drawing/2014/main" id="{70B38AA3-34BE-468B-9F75-5B9D66D0E59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44" name="top-rail-3">
            <a:extLst>
              <a:ext uri="{FF2B5EF4-FFF2-40B4-BE49-F238E27FC236}">
                <a16:creationId xmlns:a16="http://schemas.microsoft.com/office/drawing/2014/main" id="{9A56BE72-4BAC-4A2C-BEDA-A9888F742779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45" name="eyebrow">
            <a:extLst>
              <a:ext uri="{FF2B5EF4-FFF2-40B4-BE49-F238E27FC236}">
                <a16:creationId xmlns:a16="http://schemas.microsoft.com/office/drawing/2014/main" id="{C8B51779-19AC-4711-8384-F67268F6BC1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11" name="auto-slide-number">
            <a:extLst>
              <a:ext uri="{FF2B5EF4-FFF2-40B4-BE49-F238E27FC236}">
                <a16:creationId xmlns:a16="http://schemas.microsoft.com/office/drawing/2014/main" id="{AA6C0280-6945-EA2D-930A-48B31F722828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02C3158B-684E-4E2F-845B-EC490AE471AE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A88BDDC4-71FD-447C-A4D3-00B759FA64B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potencial evocado depende de referencia y montaje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59722AD-D1C3-452C-BAA1-CFC8B9C1B360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señal registrada no es “el potencial del oído”: combina generadores, conducción y sistema de medida.</a:t>
            </a:r>
          </a:p>
        </p:txBody>
      </p:sp>
      <p:sp>
        <p:nvSpPr>
          <p:cNvPr id="3" name="measurement-0-box">
            <a:extLst>
              <a:ext uri="{FF2B5EF4-FFF2-40B4-BE49-F238E27FC236}">
                <a16:creationId xmlns:a16="http://schemas.microsoft.com/office/drawing/2014/main" id="{287A6514-CEEA-40A9-81A8-D28B657C2D47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2428875" cy="1666875"/>
          </a:xfrm>
          <a:prstGeom prst="roundRect">
            <a:avLst>
              <a:gd name="adj" fmla="val 6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4" name="measurement-0-title">
            <a:extLst>
              <a:ext uri="{FF2B5EF4-FFF2-40B4-BE49-F238E27FC236}">
                <a16:creationId xmlns:a16="http://schemas.microsoft.com/office/drawing/2014/main" id="{65533FAF-1647-4B9F-9750-40A109927A22}"/>
              </a:ext>
            </a:extLst>
          </p:cNvPr>
          <p:cNvSpPr>
            <a:spLocks noGrp="1"/>
          </p:cNvSpPr>
          <p:nvPr/>
        </p:nvSpPr>
        <p:spPr>
          <a:xfrm>
            <a:off x="790575" y="2276475"/>
            <a:ext cx="2085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5" name="measurement-0-body">
            <a:extLst>
              <a:ext uri="{FF2B5EF4-FFF2-40B4-BE49-F238E27FC236}">
                <a16:creationId xmlns:a16="http://schemas.microsoft.com/office/drawing/2014/main" id="{68B361E6-68BB-433A-8F63-6ABBFB8D8F7F}"/>
              </a:ext>
            </a:extLst>
          </p:cNvPr>
          <p:cNvSpPr>
            <a:spLocks noGrp="1"/>
          </p:cNvSpPr>
          <p:nvPr/>
        </p:nvSpPr>
        <p:spPr>
          <a:xfrm>
            <a:off x="790575" y="2676525"/>
            <a:ext cx="20859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acústica</a:t>
            </a:r>
          </a:p>
        </p:txBody>
      </p:sp>
      <p:sp>
        <p:nvSpPr>
          <p:cNvPr id="6" name="measurement-1-box">
            <a:extLst>
              <a:ext uri="{FF2B5EF4-FFF2-40B4-BE49-F238E27FC236}">
                <a16:creationId xmlns:a16="http://schemas.microsoft.com/office/drawing/2014/main" id="{8AB28FCD-607D-40B9-946A-1FDC167667E1}"/>
              </a:ext>
            </a:extLst>
          </p:cNvPr>
          <p:cNvSpPr>
            <a:spLocks noGrp="1"/>
          </p:cNvSpPr>
          <p:nvPr/>
        </p:nvSpPr>
        <p:spPr>
          <a:xfrm>
            <a:off x="3476625" y="2143125"/>
            <a:ext cx="2428875" cy="1666875"/>
          </a:xfrm>
          <a:prstGeom prst="roundRect">
            <a:avLst>
              <a:gd name="adj" fmla="val 685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measurement-1-title">
            <a:extLst>
              <a:ext uri="{FF2B5EF4-FFF2-40B4-BE49-F238E27FC236}">
                <a16:creationId xmlns:a16="http://schemas.microsoft.com/office/drawing/2014/main" id="{9D095401-F2D9-408E-953D-ED56E1B960B3}"/>
              </a:ext>
            </a:extLst>
          </p:cNvPr>
          <p:cNvSpPr>
            <a:spLocks noGrp="1"/>
          </p:cNvSpPr>
          <p:nvPr/>
        </p:nvSpPr>
        <p:spPr>
          <a:xfrm>
            <a:off x="3648075" y="2276475"/>
            <a:ext cx="2085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Generadores</a:t>
            </a:r>
          </a:p>
        </p:txBody>
      </p:sp>
      <p:sp>
        <p:nvSpPr>
          <p:cNvPr id="8" name="measurement-1-body">
            <a:extLst>
              <a:ext uri="{FF2B5EF4-FFF2-40B4-BE49-F238E27FC236}">
                <a16:creationId xmlns:a16="http://schemas.microsoft.com/office/drawing/2014/main" id="{E3E344FF-EBDC-41B5-8C85-726B01FBD078}"/>
              </a:ext>
            </a:extLst>
          </p:cNvPr>
          <p:cNvSpPr>
            <a:spLocks noGrp="1"/>
          </p:cNvSpPr>
          <p:nvPr/>
        </p:nvSpPr>
        <p:spPr>
          <a:xfrm>
            <a:off x="3648075" y="2676525"/>
            <a:ext cx="20859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cóclea y vía neural</a:t>
            </a:r>
          </a:p>
        </p:txBody>
      </p:sp>
      <p:sp>
        <p:nvSpPr>
          <p:cNvPr id="9" name="measurement-2-box">
            <a:extLst>
              <a:ext uri="{FF2B5EF4-FFF2-40B4-BE49-F238E27FC236}">
                <a16:creationId xmlns:a16="http://schemas.microsoft.com/office/drawing/2014/main" id="{BC4898A1-00B1-4A74-8F51-590339168C75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2428875" cy="1666875"/>
          </a:xfrm>
          <a:prstGeom prst="roundRect">
            <a:avLst>
              <a:gd name="adj" fmla="val 685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0" name="measurement-2-title">
            <a:extLst>
              <a:ext uri="{FF2B5EF4-FFF2-40B4-BE49-F238E27FC236}">
                <a16:creationId xmlns:a16="http://schemas.microsoft.com/office/drawing/2014/main" id="{38B86417-35E6-4F8B-9437-B19BEF1A84C3}"/>
              </a:ext>
            </a:extLst>
          </p:cNvPr>
          <p:cNvSpPr>
            <a:spLocks noGrp="1"/>
          </p:cNvSpPr>
          <p:nvPr/>
        </p:nvSpPr>
        <p:spPr>
          <a:xfrm>
            <a:off x="6505575" y="2276475"/>
            <a:ext cx="2085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Electrodos</a:t>
            </a:r>
          </a:p>
        </p:txBody>
      </p:sp>
      <p:sp>
        <p:nvSpPr>
          <p:cNvPr id="11" name="measurement-2-body">
            <a:extLst>
              <a:ext uri="{FF2B5EF4-FFF2-40B4-BE49-F238E27FC236}">
                <a16:creationId xmlns:a16="http://schemas.microsoft.com/office/drawing/2014/main" id="{D57DB71F-8BA4-47C4-98BB-0765D0AF2AE0}"/>
              </a:ext>
            </a:extLst>
          </p:cNvPr>
          <p:cNvSpPr>
            <a:spLocks noGrp="1"/>
          </p:cNvSpPr>
          <p:nvPr/>
        </p:nvSpPr>
        <p:spPr>
          <a:xfrm>
            <a:off x="6505575" y="2676525"/>
            <a:ext cx="20859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activo y referencia</a:t>
            </a:r>
          </a:p>
        </p:txBody>
      </p:sp>
      <p:sp>
        <p:nvSpPr>
          <p:cNvPr id="12" name="measurement-3-box">
            <a:extLst>
              <a:ext uri="{FF2B5EF4-FFF2-40B4-BE49-F238E27FC236}">
                <a16:creationId xmlns:a16="http://schemas.microsoft.com/office/drawing/2014/main" id="{30D039B4-22C8-4897-8848-BEE9A1E19638}"/>
              </a:ext>
            </a:extLst>
          </p:cNvPr>
          <p:cNvSpPr>
            <a:spLocks noGrp="1"/>
          </p:cNvSpPr>
          <p:nvPr/>
        </p:nvSpPr>
        <p:spPr>
          <a:xfrm>
            <a:off x="9191625" y="2143125"/>
            <a:ext cx="2428875" cy="1666875"/>
          </a:xfrm>
          <a:prstGeom prst="roundRect">
            <a:avLst>
              <a:gd name="adj" fmla="val 685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3" name="measurement-3-title">
            <a:extLst>
              <a:ext uri="{FF2B5EF4-FFF2-40B4-BE49-F238E27FC236}">
                <a16:creationId xmlns:a16="http://schemas.microsoft.com/office/drawing/2014/main" id="{3FFF9860-6B93-46AA-874D-68A896214826}"/>
              </a:ext>
            </a:extLst>
          </p:cNvPr>
          <p:cNvSpPr>
            <a:spLocks noGrp="1"/>
          </p:cNvSpPr>
          <p:nvPr/>
        </p:nvSpPr>
        <p:spPr>
          <a:xfrm>
            <a:off x="9363075" y="2276475"/>
            <a:ext cx="2085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Registro</a:t>
            </a:r>
          </a:p>
        </p:txBody>
      </p:sp>
      <p:sp>
        <p:nvSpPr>
          <p:cNvPr id="14" name="measurement-3-body">
            <a:extLst>
              <a:ext uri="{FF2B5EF4-FFF2-40B4-BE49-F238E27FC236}">
                <a16:creationId xmlns:a16="http://schemas.microsoft.com/office/drawing/2014/main" id="{1FF48626-6AA2-4ECE-BF81-0D1E89E320E6}"/>
              </a:ext>
            </a:extLst>
          </p:cNvPr>
          <p:cNvSpPr>
            <a:spLocks noGrp="1"/>
          </p:cNvSpPr>
          <p:nvPr/>
        </p:nvSpPr>
        <p:spPr>
          <a:xfrm>
            <a:off x="9363075" y="2676525"/>
            <a:ext cx="20859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 de potencial</a:t>
            </a:r>
          </a:p>
        </p:txBody>
      </p:sp>
      <p:cxnSp>
        <p:nvCxnSpPr>
          <p:cNvPr id="37" name="Conector recto de flecha 36"/>
          <p:cNvCxnSpPr>
            <a:stCxn id="3" idx="3"/>
            <a:endCxn id="6" idx="1"/>
          </p:cNvCxnSpPr>
          <p:nvPr/>
        </p:nvCxnSpPr>
        <p:spPr>
          <a:xfrm>
            <a:off x="3048000" y="2976563"/>
            <a:ext cx="428625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8" name="Conector recto de flecha 37"/>
          <p:cNvCxnSpPr>
            <a:stCxn id="6" idx="3"/>
            <a:endCxn id="9" idx="1"/>
          </p:cNvCxnSpPr>
          <p:nvPr/>
        </p:nvCxnSpPr>
        <p:spPr>
          <a:xfrm>
            <a:off x="5905500" y="2976563"/>
            <a:ext cx="428625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Conector recto de flecha 38"/>
          <p:cNvCxnSpPr>
            <a:stCxn id="9" idx="3"/>
            <a:endCxn id="12" idx="1"/>
          </p:cNvCxnSpPr>
          <p:nvPr/>
        </p:nvCxnSpPr>
        <p:spPr>
          <a:xfrm>
            <a:off x="8763000" y="2976563"/>
            <a:ext cx="428625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8" name="measurement-limit">
            <a:extLst>
              <a:ext uri="{FF2B5EF4-FFF2-40B4-BE49-F238E27FC236}">
                <a16:creationId xmlns:a16="http://schemas.microsoft.com/office/drawing/2014/main" id="{6BEE8D6B-45A5-47DD-9B79-DDA96DEEDA29}"/>
              </a:ext>
            </a:extLst>
          </p:cNvPr>
          <p:cNvSpPr>
            <a:spLocks noGrp="1"/>
          </p:cNvSpPr>
          <p:nvPr/>
        </p:nvSpPr>
        <p:spPr>
          <a:xfrm>
            <a:off x="1809750" y="461962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forma registrada depende del montaje y de la referencia; no es “el potencial del oído”.</a:t>
            </a:r>
          </a:p>
        </p:txBody>
      </p:sp>
      <p:sp>
        <p:nvSpPr>
          <p:cNvPr id="19" name="top-rail-1">
            <a:extLst>
              <a:ext uri="{FF2B5EF4-FFF2-40B4-BE49-F238E27FC236}">
                <a16:creationId xmlns:a16="http://schemas.microsoft.com/office/drawing/2014/main" id="{1D416085-6725-4698-86E7-19F6AF427B0A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0" name="top-rail-2">
            <a:extLst>
              <a:ext uri="{FF2B5EF4-FFF2-40B4-BE49-F238E27FC236}">
                <a16:creationId xmlns:a16="http://schemas.microsoft.com/office/drawing/2014/main" id="{D5B5A3CD-6C4A-446B-A864-739703CA15B6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1" name="top-rail-3">
            <a:extLst>
              <a:ext uri="{FF2B5EF4-FFF2-40B4-BE49-F238E27FC236}">
                <a16:creationId xmlns:a16="http://schemas.microsoft.com/office/drawing/2014/main" id="{3B34629F-6F37-459E-B070-F5D6176D1F8F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2" name="eyebrow">
            <a:extLst>
              <a:ext uri="{FF2B5EF4-FFF2-40B4-BE49-F238E27FC236}">
                <a16:creationId xmlns:a16="http://schemas.microsoft.com/office/drawing/2014/main" id="{0DB7D10E-CD68-4B54-B9D7-790CEE31114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15" name="auto-slide-number">
            <a:extLst>
              <a:ext uri="{FF2B5EF4-FFF2-40B4-BE49-F238E27FC236}">
                <a16:creationId xmlns:a16="http://schemas.microsoft.com/office/drawing/2014/main" id="{903F9B76-193B-98FD-7F17-E6400F1DA14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401AA49-AA23-42CB-814C-9F079131421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9A6805A6-4C9B-4FD0-9FCD-B32306D9DE8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Mismo tono, dos niveles: ¿qué cambia y qué no?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C4ACB15-411D-4F58-99F9-196483F0A20D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frecuencia mantiene aproximadamente el lugar característico; el nivel cambia amplitud, extensión y patrón de salida.</a:t>
            </a:r>
          </a:p>
        </p:txBody>
      </p:sp>
      <p:sp>
        <p:nvSpPr>
          <p:cNvPr id="3" name="U06-DG-062-cell_1-anchor">
            <a:extLst>
              <a:ext uri="{FF2B5EF4-FFF2-40B4-BE49-F238E27FC236}">
                <a16:creationId xmlns:a16="http://schemas.microsoft.com/office/drawing/2014/main" id="{17405ECF-29F1-4B95-B4A4-7AF4A2BE6722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62-cell_2-anchor">
            <a:extLst>
              <a:ext uri="{FF2B5EF4-FFF2-40B4-BE49-F238E27FC236}">
                <a16:creationId xmlns:a16="http://schemas.microsoft.com/office/drawing/2014/main" id="{DEDDBD15-F62F-4028-8840-A8F9BC3AAD92}"/>
              </a:ext>
            </a:extLst>
          </p:cNvPr>
          <p:cNvSpPr>
            <a:spLocks noGrp="1"/>
          </p:cNvSpPr>
          <p:nvPr/>
        </p:nvSpPr>
        <p:spPr>
          <a:xfrm>
            <a:off x="4435475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62-cell_3-anchor">
            <a:extLst>
              <a:ext uri="{FF2B5EF4-FFF2-40B4-BE49-F238E27FC236}">
                <a16:creationId xmlns:a16="http://schemas.microsoft.com/office/drawing/2014/main" id="{6B9C399C-40D1-4F14-82A7-A3426D951D27}"/>
              </a:ext>
            </a:extLst>
          </p:cNvPr>
          <p:cNvSpPr>
            <a:spLocks noGrp="1"/>
          </p:cNvSpPr>
          <p:nvPr/>
        </p:nvSpPr>
        <p:spPr>
          <a:xfrm>
            <a:off x="8089900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62-cell_4-anchor">
            <a:extLst>
              <a:ext uri="{FF2B5EF4-FFF2-40B4-BE49-F238E27FC236}">
                <a16:creationId xmlns:a16="http://schemas.microsoft.com/office/drawing/2014/main" id="{BAFF5051-764B-4F49-86DD-1FEC54ADA11B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62-cell_5-anchor">
            <a:extLst>
              <a:ext uri="{FF2B5EF4-FFF2-40B4-BE49-F238E27FC236}">
                <a16:creationId xmlns:a16="http://schemas.microsoft.com/office/drawing/2014/main" id="{EB264698-735C-4FE4-A29E-3E954B785AD6}"/>
              </a:ext>
            </a:extLst>
          </p:cNvPr>
          <p:cNvSpPr>
            <a:spLocks noGrp="1"/>
          </p:cNvSpPr>
          <p:nvPr/>
        </p:nvSpPr>
        <p:spPr>
          <a:xfrm>
            <a:off x="4435475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62-cell_6-anchor">
            <a:extLst>
              <a:ext uri="{FF2B5EF4-FFF2-40B4-BE49-F238E27FC236}">
                <a16:creationId xmlns:a16="http://schemas.microsoft.com/office/drawing/2014/main" id="{F403A940-E308-4AE9-88AB-2D01F158A110}"/>
              </a:ext>
            </a:extLst>
          </p:cNvPr>
          <p:cNvSpPr>
            <a:spLocks noGrp="1"/>
          </p:cNvSpPr>
          <p:nvPr/>
        </p:nvSpPr>
        <p:spPr>
          <a:xfrm>
            <a:off x="8089900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62-cell_1-box" descr="Diagrama sobre «Mismo tono, dos niveles: ¿qué cambia y qué no?»; organiza caso 2 khz a 40/70 db spl; cinco afirmaciones para seleccionar y justificar." title="Texto alternativo U06-102">
            <a:extLst>
              <a:ext uri="{FF2B5EF4-FFF2-40B4-BE49-F238E27FC236}">
                <a16:creationId xmlns:a16="http://schemas.microsoft.com/office/drawing/2014/main" id="{77C0B372-7A5F-4083-9A54-C67CC4116D5C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U06-DG-062-cell_1-title">
            <a:extLst>
              <a:ext uri="{FF2B5EF4-FFF2-40B4-BE49-F238E27FC236}">
                <a16:creationId xmlns:a16="http://schemas.microsoft.com/office/drawing/2014/main" id="{FE8F9E88-9719-48B5-B2C5-D4E431254EB9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Condición A</a:t>
            </a:r>
          </a:p>
        </p:txBody>
      </p:sp>
      <p:sp>
        <p:nvSpPr>
          <p:cNvPr id="11" name="U06-DG-062-cell_1-body">
            <a:extLst>
              <a:ext uri="{FF2B5EF4-FFF2-40B4-BE49-F238E27FC236}">
                <a16:creationId xmlns:a16="http://schemas.microsoft.com/office/drawing/2014/main" id="{04BC34F1-FE2C-4833-B455-6BA1EE57B6E7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 kHz · 40 dB SPL</a:t>
            </a:r>
          </a:p>
        </p:txBody>
      </p:sp>
      <p:sp>
        <p:nvSpPr>
          <p:cNvPr id="12" name="U06-DG-062-cell_2-box">
            <a:extLst>
              <a:ext uri="{FF2B5EF4-FFF2-40B4-BE49-F238E27FC236}">
                <a16:creationId xmlns:a16="http://schemas.microsoft.com/office/drawing/2014/main" id="{E27F493A-4749-4C22-8395-A918DA0145E6}"/>
              </a:ext>
            </a:extLst>
          </p:cNvPr>
          <p:cNvSpPr>
            <a:spLocks noGrp="1"/>
          </p:cNvSpPr>
          <p:nvPr/>
        </p:nvSpPr>
        <p:spPr>
          <a:xfrm>
            <a:off x="4435475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3" name="U06-DG-062-cell_2-title">
            <a:extLst>
              <a:ext uri="{FF2B5EF4-FFF2-40B4-BE49-F238E27FC236}">
                <a16:creationId xmlns:a16="http://schemas.microsoft.com/office/drawing/2014/main" id="{9ED4BF8D-B80C-4716-A867-B085F3A93050}"/>
              </a:ext>
            </a:extLst>
          </p:cNvPr>
          <p:cNvSpPr>
            <a:spLocks noGrp="1"/>
          </p:cNvSpPr>
          <p:nvPr/>
        </p:nvSpPr>
        <p:spPr>
          <a:xfrm>
            <a:off x="4625975" y="17145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Condición B</a:t>
            </a:r>
          </a:p>
        </p:txBody>
      </p:sp>
      <p:sp>
        <p:nvSpPr>
          <p:cNvPr id="14" name="U06-DG-062-cell_2-body">
            <a:extLst>
              <a:ext uri="{FF2B5EF4-FFF2-40B4-BE49-F238E27FC236}">
                <a16:creationId xmlns:a16="http://schemas.microsoft.com/office/drawing/2014/main" id="{05D0BDD7-4C45-4117-8892-24B931F7B3EF}"/>
              </a:ext>
            </a:extLst>
          </p:cNvPr>
          <p:cNvSpPr>
            <a:spLocks noGrp="1"/>
          </p:cNvSpPr>
          <p:nvPr/>
        </p:nvSpPr>
        <p:spPr>
          <a:xfrm>
            <a:off x="4625975" y="21621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 kHz · 70 dB SPL</a:t>
            </a:r>
          </a:p>
        </p:txBody>
      </p:sp>
      <p:sp>
        <p:nvSpPr>
          <p:cNvPr id="15" name="U06-DG-062-cell_3-box">
            <a:extLst>
              <a:ext uri="{FF2B5EF4-FFF2-40B4-BE49-F238E27FC236}">
                <a16:creationId xmlns:a16="http://schemas.microsoft.com/office/drawing/2014/main" id="{89A6F206-C823-4BCC-B392-737BDA7CEF3B}"/>
              </a:ext>
            </a:extLst>
          </p:cNvPr>
          <p:cNvSpPr>
            <a:spLocks noGrp="1"/>
          </p:cNvSpPr>
          <p:nvPr/>
        </p:nvSpPr>
        <p:spPr>
          <a:xfrm>
            <a:off x="8089900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6" name="U06-DG-062-cell_3-title">
            <a:extLst>
              <a:ext uri="{FF2B5EF4-FFF2-40B4-BE49-F238E27FC236}">
                <a16:creationId xmlns:a16="http://schemas.microsoft.com/office/drawing/2014/main" id="{52C65009-E05A-4477-AAD3-A780BD82B100}"/>
              </a:ext>
            </a:extLst>
          </p:cNvPr>
          <p:cNvSpPr>
            <a:spLocks noGrp="1"/>
          </p:cNvSpPr>
          <p:nvPr/>
        </p:nvSpPr>
        <p:spPr>
          <a:xfrm>
            <a:off x="8280400" y="1714500"/>
            <a:ext cx="2940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Lugar característico</a:t>
            </a:r>
          </a:p>
        </p:txBody>
      </p:sp>
      <p:sp>
        <p:nvSpPr>
          <p:cNvPr id="17" name="U06-DG-062-cell_3-body">
            <a:extLst>
              <a:ext uri="{FF2B5EF4-FFF2-40B4-BE49-F238E27FC236}">
                <a16:creationId xmlns:a16="http://schemas.microsoft.com/office/drawing/2014/main" id="{E632BBEA-9F90-405E-8280-8799E1F7E8B4}"/>
              </a:ext>
            </a:extLst>
          </p:cNvPr>
          <p:cNvSpPr>
            <a:spLocks noGrp="1"/>
          </p:cNvSpPr>
          <p:nvPr/>
        </p:nvSpPr>
        <p:spPr>
          <a:xfrm>
            <a:off x="8280400" y="2486025"/>
            <a:ext cx="2940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¿cambia?</a:t>
            </a:r>
          </a:p>
        </p:txBody>
      </p:sp>
      <p:sp>
        <p:nvSpPr>
          <p:cNvPr id="18" name="U06-DG-062-cell_4-box">
            <a:extLst>
              <a:ext uri="{FF2B5EF4-FFF2-40B4-BE49-F238E27FC236}">
                <a16:creationId xmlns:a16="http://schemas.microsoft.com/office/drawing/2014/main" id="{42BA0BF0-0031-4ED0-BCF5-0C05FD95FFE5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9" name="U06-DG-062-cell_4-title">
            <a:extLst>
              <a:ext uri="{FF2B5EF4-FFF2-40B4-BE49-F238E27FC236}">
                <a16:creationId xmlns:a16="http://schemas.microsoft.com/office/drawing/2014/main" id="{B47E4C4D-A5BB-4443-8FAD-22EC3B817552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Extensión</a:t>
            </a:r>
          </a:p>
        </p:txBody>
      </p:sp>
      <p:sp>
        <p:nvSpPr>
          <p:cNvPr id="20" name="U06-DG-062-cell_4-body">
            <a:extLst>
              <a:ext uri="{FF2B5EF4-FFF2-40B4-BE49-F238E27FC236}">
                <a16:creationId xmlns:a16="http://schemas.microsoft.com/office/drawing/2014/main" id="{8989D53C-35EF-4525-AAA7-68543E8ABFD9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¿cambia?</a:t>
            </a:r>
          </a:p>
        </p:txBody>
      </p:sp>
      <p:sp>
        <p:nvSpPr>
          <p:cNvPr id="21" name="U06-DG-062-cell_5-box">
            <a:extLst>
              <a:ext uri="{FF2B5EF4-FFF2-40B4-BE49-F238E27FC236}">
                <a16:creationId xmlns:a16="http://schemas.microsoft.com/office/drawing/2014/main" id="{6381B2E8-9D37-454B-B0C7-10B059BC8C2D}"/>
              </a:ext>
            </a:extLst>
          </p:cNvPr>
          <p:cNvSpPr>
            <a:spLocks noGrp="1"/>
          </p:cNvSpPr>
          <p:nvPr/>
        </p:nvSpPr>
        <p:spPr>
          <a:xfrm>
            <a:off x="4435475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2" name="U06-DG-062-cell_5-title">
            <a:extLst>
              <a:ext uri="{FF2B5EF4-FFF2-40B4-BE49-F238E27FC236}">
                <a16:creationId xmlns:a16="http://schemas.microsoft.com/office/drawing/2014/main" id="{04E06CA7-7CAA-40CD-89AB-AAAE6119631E}"/>
              </a:ext>
            </a:extLst>
          </p:cNvPr>
          <p:cNvSpPr>
            <a:spLocks noGrp="1"/>
          </p:cNvSpPr>
          <p:nvPr/>
        </p:nvSpPr>
        <p:spPr>
          <a:xfrm>
            <a:off x="4625975" y="3810000"/>
            <a:ext cx="2940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periférica</a:t>
            </a:r>
          </a:p>
        </p:txBody>
      </p:sp>
      <p:sp>
        <p:nvSpPr>
          <p:cNvPr id="23" name="U06-DG-062-cell_5-body">
            <a:extLst>
              <a:ext uri="{FF2B5EF4-FFF2-40B4-BE49-F238E27FC236}">
                <a16:creationId xmlns:a16="http://schemas.microsoft.com/office/drawing/2014/main" id="{D27EB640-EC40-48CF-8619-47F70AD8BA32}"/>
              </a:ext>
            </a:extLst>
          </p:cNvPr>
          <p:cNvSpPr>
            <a:spLocks noGrp="1"/>
          </p:cNvSpPr>
          <p:nvPr/>
        </p:nvSpPr>
        <p:spPr>
          <a:xfrm>
            <a:off x="4625975" y="4581525"/>
            <a:ext cx="2940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cambia?</a:t>
            </a:r>
          </a:p>
        </p:txBody>
      </p:sp>
      <p:sp>
        <p:nvSpPr>
          <p:cNvPr id="24" name="U06-DG-062-cell_6-box">
            <a:extLst>
              <a:ext uri="{FF2B5EF4-FFF2-40B4-BE49-F238E27FC236}">
                <a16:creationId xmlns:a16="http://schemas.microsoft.com/office/drawing/2014/main" id="{939BCC29-3FE2-4476-9097-596451A55F19}"/>
              </a:ext>
            </a:extLst>
          </p:cNvPr>
          <p:cNvSpPr>
            <a:spLocks noGrp="1"/>
          </p:cNvSpPr>
          <p:nvPr/>
        </p:nvSpPr>
        <p:spPr>
          <a:xfrm>
            <a:off x="8089900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62-cell_6-title">
            <a:extLst>
              <a:ext uri="{FF2B5EF4-FFF2-40B4-BE49-F238E27FC236}">
                <a16:creationId xmlns:a16="http://schemas.microsoft.com/office/drawing/2014/main" id="{A6D9D940-D348-4E6B-8B27-2C2D03FB8EC3}"/>
              </a:ext>
            </a:extLst>
          </p:cNvPr>
          <p:cNvSpPr>
            <a:spLocks noGrp="1"/>
          </p:cNvSpPr>
          <p:nvPr/>
        </p:nvSpPr>
        <p:spPr>
          <a:xfrm>
            <a:off x="8280400" y="38100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Sonoridad</a:t>
            </a:r>
          </a:p>
        </p:txBody>
      </p:sp>
      <p:sp>
        <p:nvSpPr>
          <p:cNvPr id="26" name="U06-DG-062-cell_6-body">
            <a:extLst>
              <a:ext uri="{FF2B5EF4-FFF2-40B4-BE49-F238E27FC236}">
                <a16:creationId xmlns:a16="http://schemas.microsoft.com/office/drawing/2014/main" id="{F9C947DD-787F-4C5D-AB5D-8DE823CFFAB6}"/>
              </a:ext>
            </a:extLst>
          </p:cNvPr>
          <p:cNvSpPr>
            <a:spLocks noGrp="1"/>
          </p:cNvSpPr>
          <p:nvPr/>
        </p:nvSpPr>
        <p:spPr>
          <a:xfrm>
            <a:off x="8280400" y="42576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no concluye?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2015EE30-B37D-448B-B583-650102669775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FBDC4D18-FD8E-4672-9BA6-421015AAD20D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4B37F12C-1F05-4326-ACD7-7EA46166AEF7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6EFE8980-8517-4266-B41F-965CD98BEECC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32" name="auto-slide-number">
            <a:extLst>
              <a:ext uri="{FF2B5EF4-FFF2-40B4-BE49-F238E27FC236}">
                <a16:creationId xmlns:a16="http://schemas.microsoft.com/office/drawing/2014/main" id="{E2E0E3E1-6D4C-E225-06AA-E89C89758EB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EDD7BC43-DD92-4A61-A1C1-4332B7644C6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title">
            <a:extLst>
              <a:ext uri="{FF2B5EF4-FFF2-40B4-BE49-F238E27FC236}">
                <a16:creationId xmlns:a16="http://schemas.microsoft.com/office/drawing/2014/main" id="{F07EBA09-2665-4BEA-B57F-6FC4A896359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estímulo a la salida: resolución del caso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66B0022-ACEC-48BA-9ABB-70A730BEDAB4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buena respuesta declara entrada, transformación por etapa, salida y lo que no puede inferirse.</a:t>
            </a:r>
          </a:p>
        </p:txBody>
      </p:sp>
      <p:sp>
        <p:nvSpPr>
          <p:cNvPr id="3" name="U06-DG-063-stage_1-anchor">
            <a:extLst>
              <a:ext uri="{FF2B5EF4-FFF2-40B4-BE49-F238E27FC236}">
                <a16:creationId xmlns:a16="http://schemas.microsoft.com/office/drawing/2014/main" id="{0DD85082-5845-4837-8873-9BA4415FB919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63-stage_2-anchor">
            <a:extLst>
              <a:ext uri="{FF2B5EF4-FFF2-40B4-BE49-F238E27FC236}">
                <a16:creationId xmlns:a16="http://schemas.microsoft.com/office/drawing/2014/main" id="{9598FB71-A6B9-40AB-8031-62E5FF970374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63-stage_3-anchor">
            <a:extLst>
              <a:ext uri="{FF2B5EF4-FFF2-40B4-BE49-F238E27FC236}">
                <a16:creationId xmlns:a16="http://schemas.microsoft.com/office/drawing/2014/main" id="{13D7F456-265D-453B-93EA-E3E561123B3F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63-stage_4-anchor">
            <a:extLst>
              <a:ext uri="{FF2B5EF4-FFF2-40B4-BE49-F238E27FC236}">
                <a16:creationId xmlns:a16="http://schemas.microsoft.com/office/drawing/2014/main" id="{D7F5FA58-12ED-4224-9449-DC90055AF886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63-stage_5-anchor">
            <a:extLst>
              <a:ext uri="{FF2B5EF4-FFF2-40B4-BE49-F238E27FC236}">
                <a16:creationId xmlns:a16="http://schemas.microsoft.com/office/drawing/2014/main" id="{9E86030B-F6D6-4E66-9F96-F5C3815ADB9F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63-stage_6-anchor">
            <a:extLst>
              <a:ext uri="{FF2B5EF4-FFF2-40B4-BE49-F238E27FC236}">
                <a16:creationId xmlns:a16="http://schemas.microsoft.com/office/drawing/2014/main" id="{71221C17-2257-420D-ADFB-A58BF2380F79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noFill/>
          <a:ln w="0">
            <a:noFill/>
            <a:prstDash val="solid"/>
          </a:ln>
        </p:spPr>
      </p:sp>
      <p:cxnSp>
        <p:nvCxnSpPr>
          <p:cNvPr id="44" name="U06-DG-063-flow_1"/>
          <p:cNvCxnSpPr>
            <a:stCxn id="3" idx="3"/>
            <a:endCxn id="4" idx="1"/>
          </p:cNvCxnSpPr>
          <p:nvPr/>
        </p:nvCxnSpPr>
        <p:spPr>
          <a:xfrm>
            <a:off x="41465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6-DG-063-flow_2"/>
          <p:cNvCxnSpPr>
            <a:stCxn id="4" idx="3"/>
            <a:endCxn id="5" idx="1"/>
          </p:cNvCxnSpPr>
          <p:nvPr/>
        </p:nvCxnSpPr>
        <p:spPr>
          <a:xfrm>
            <a:off x="7778750" y="2357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6-DG-063-flow_3"/>
          <p:cNvCxnSpPr>
            <a:stCxn id="5" idx="2"/>
            <a:endCxn id="6" idx="0"/>
          </p:cNvCxnSpPr>
          <p:nvPr/>
        </p:nvCxnSpPr>
        <p:spPr>
          <a:xfrm>
            <a:off x="9728200" y="3048000"/>
            <a:ext cx="0" cy="904875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6-DG-063-flow_4"/>
          <p:cNvCxnSpPr>
            <a:stCxn id="6" idx="1"/>
            <a:endCxn id="7" idx="3"/>
          </p:cNvCxnSpPr>
          <p:nvPr/>
        </p:nvCxnSpPr>
        <p:spPr>
          <a:xfrm flipH="1">
            <a:off x="77787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6-DG-063-flow_5"/>
          <p:cNvCxnSpPr>
            <a:stCxn id="7" idx="1"/>
            <a:endCxn id="8" idx="3"/>
          </p:cNvCxnSpPr>
          <p:nvPr/>
        </p:nvCxnSpPr>
        <p:spPr>
          <a:xfrm flipH="1">
            <a:off x="4146550" y="4643438"/>
            <a:ext cx="2667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6-DG-063-stage_1-box" descr="Diagrama sobre «Del estímulo a la salida: resolución del caso»; organiza recorrido cae → medio → cóclea → cci/cce → fibra; diferencias entre 40/70 db spl." title="Texto alternativo U06-103">
            <a:extLst>
              <a:ext uri="{FF2B5EF4-FFF2-40B4-BE49-F238E27FC236}">
                <a16:creationId xmlns:a16="http://schemas.microsoft.com/office/drawing/2014/main" id="{1D2F68E0-368F-43FA-BFC3-9288CF198615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5" name="U06-DG-063-stage_1-title">
            <a:extLst>
              <a:ext uri="{FF2B5EF4-FFF2-40B4-BE49-F238E27FC236}">
                <a16:creationId xmlns:a16="http://schemas.microsoft.com/office/drawing/2014/main" id="{8EDDC422-4217-47D2-A446-D0960C3DC032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Misma f</a:t>
            </a:r>
          </a:p>
        </p:txBody>
      </p:sp>
      <p:sp>
        <p:nvSpPr>
          <p:cNvPr id="16" name="U06-DG-063-stage_1-body">
            <a:extLst>
              <a:ext uri="{FF2B5EF4-FFF2-40B4-BE49-F238E27FC236}">
                <a16:creationId xmlns:a16="http://schemas.microsoft.com/office/drawing/2014/main" id="{6460E62D-14EB-436C-BF9E-919ED56A03BB}"/>
              </a:ext>
            </a:extLst>
          </p:cNvPr>
          <p:cNvSpPr>
            <a:spLocks noGrp="1"/>
          </p:cNvSpPr>
          <p:nvPr/>
        </p:nvSpPr>
        <p:spPr>
          <a:xfrm>
            <a:off x="9715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mismo lugar aprox.</a:t>
            </a:r>
          </a:p>
        </p:txBody>
      </p:sp>
      <p:sp>
        <p:nvSpPr>
          <p:cNvPr id="17" name="U06-DG-063-stage_2-box">
            <a:extLst>
              <a:ext uri="{FF2B5EF4-FFF2-40B4-BE49-F238E27FC236}">
                <a16:creationId xmlns:a16="http://schemas.microsoft.com/office/drawing/2014/main" id="{391B368B-AE00-4AF6-BEFD-B756A09BAB80}"/>
              </a:ext>
            </a:extLst>
          </p:cNvPr>
          <p:cNvSpPr>
            <a:spLocks noGrp="1"/>
          </p:cNvSpPr>
          <p:nvPr/>
        </p:nvSpPr>
        <p:spPr>
          <a:xfrm>
            <a:off x="44132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8" name="U06-DG-063-stage_2-title">
            <a:extLst>
              <a:ext uri="{FF2B5EF4-FFF2-40B4-BE49-F238E27FC236}">
                <a16:creationId xmlns:a16="http://schemas.microsoft.com/office/drawing/2014/main" id="{5CB7E323-E49C-42F6-8658-D7305CD9E9DD}"/>
              </a:ext>
            </a:extLst>
          </p:cNvPr>
          <p:cNvSpPr>
            <a:spLocks noGrp="1"/>
          </p:cNvSpPr>
          <p:nvPr/>
        </p:nvSpPr>
        <p:spPr>
          <a:xfrm>
            <a:off x="4603750" y="1809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Mayor nivel</a:t>
            </a:r>
          </a:p>
        </p:txBody>
      </p:sp>
      <p:sp>
        <p:nvSpPr>
          <p:cNvPr id="19" name="U06-DG-063-stage_2-body">
            <a:extLst>
              <a:ext uri="{FF2B5EF4-FFF2-40B4-BE49-F238E27FC236}">
                <a16:creationId xmlns:a16="http://schemas.microsoft.com/office/drawing/2014/main" id="{9C743A6A-9E09-422A-A2F6-8AB9FA8B1000}"/>
              </a:ext>
            </a:extLst>
          </p:cNvPr>
          <p:cNvSpPr>
            <a:spLocks noGrp="1"/>
          </p:cNvSpPr>
          <p:nvPr/>
        </p:nvSpPr>
        <p:spPr>
          <a:xfrm>
            <a:off x="4603750" y="2257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20" name="U06-DG-063-stage_3-box">
            <a:extLst>
              <a:ext uri="{FF2B5EF4-FFF2-40B4-BE49-F238E27FC236}">
                <a16:creationId xmlns:a16="http://schemas.microsoft.com/office/drawing/2014/main" id="{9518250B-F3FF-4470-BA24-AA3ADE2FD6CF}"/>
              </a:ext>
            </a:extLst>
          </p:cNvPr>
          <p:cNvSpPr>
            <a:spLocks noGrp="1"/>
          </p:cNvSpPr>
          <p:nvPr/>
        </p:nvSpPr>
        <p:spPr>
          <a:xfrm>
            <a:off x="8045450" y="1666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1" name="U06-DG-063-stage_3-title">
            <a:extLst>
              <a:ext uri="{FF2B5EF4-FFF2-40B4-BE49-F238E27FC236}">
                <a16:creationId xmlns:a16="http://schemas.microsoft.com/office/drawing/2014/main" id="{65938B02-BDC1-403B-89A9-4939CA5471C6}"/>
              </a:ext>
            </a:extLst>
          </p:cNvPr>
          <p:cNvSpPr>
            <a:spLocks noGrp="1"/>
          </p:cNvSpPr>
          <p:nvPr/>
        </p:nvSpPr>
        <p:spPr>
          <a:xfrm>
            <a:off x="8235950" y="1809750"/>
            <a:ext cx="298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Respuesta más amplia</a:t>
            </a:r>
          </a:p>
        </p:txBody>
      </p:sp>
      <p:sp>
        <p:nvSpPr>
          <p:cNvPr id="22" name="U06-DG-063-stage_3-body">
            <a:extLst>
              <a:ext uri="{FF2B5EF4-FFF2-40B4-BE49-F238E27FC236}">
                <a16:creationId xmlns:a16="http://schemas.microsoft.com/office/drawing/2014/main" id="{DC8D920F-31A7-4140-8EE6-67C412C9FCCB}"/>
              </a:ext>
            </a:extLst>
          </p:cNvPr>
          <p:cNvSpPr>
            <a:spLocks noGrp="1"/>
          </p:cNvSpPr>
          <p:nvPr/>
        </p:nvSpPr>
        <p:spPr>
          <a:xfrm>
            <a:off x="8235950" y="2581275"/>
            <a:ext cx="2984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mecánica</a:t>
            </a:r>
          </a:p>
        </p:txBody>
      </p:sp>
      <p:sp>
        <p:nvSpPr>
          <p:cNvPr id="23" name="U06-DG-063-stage_4-box">
            <a:extLst>
              <a:ext uri="{FF2B5EF4-FFF2-40B4-BE49-F238E27FC236}">
                <a16:creationId xmlns:a16="http://schemas.microsoft.com/office/drawing/2014/main" id="{F84AE7CC-0616-4D24-A9B7-0EA2449A0DE1}"/>
              </a:ext>
            </a:extLst>
          </p:cNvPr>
          <p:cNvSpPr>
            <a:spLocks noGrp="1"/>
          </p:cNvSpPr>
          <p:nvPr/>
        </p:nvSpPr>
        <p:spPr>
          <a:xfrm>
            <a:off x="80454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24" name="U06-DG-063-stage_4-title">
            <a:extLst>
              <a:ext uri="{FF2B5EF4-FFF2-40B4-BE49-F238E27FC236}">
                <a16:creationId xmlns:a16="http://schemas.microsoft.com/office/drawing/2014/main" id="{61C1EEB5-3ED9-47A1-9F39-B72E3E0E8224}"/>
              </a:ext>
            </a:extLst>
          </p:cNvPr>
          <p:cNvSpPr>
            <a:spLocks noGrp="1"/>
          </p:cNvSpPr>
          <p:nvPr/>
        </p:nvSpPr>
        <p:spPr>
          <a:xfrm>
            <a:off x="82359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Más población</a:t>
            </a:r>
          </a:p>
        </p:txBody>
      </p:sp>
      <p:sp>
        <p:nvSpPr>
          <p:cNvPr id="25" name="U06-DG-063-stage_4-body">
            <a:extLst>
              <a:ext uri="{FF2B5EF4-FFF2-40B4-BE49-F238E27FC236}">
                <a16:creationId xmlns:a16="http://schemas.microsoft.com/office/drawing/2014/main" id="{FE173D52-1B1D-4B1D-BFD9-3451232FC3CE}"/>
              </a:ext>
            </a:extLst>
          </p:cNvPr>
          <p:cNvSpPr>
            <a:spLocks noGrp="1"/>
          </p:cNvSpPr>
          <p:nvPr/>
        </p:nvSpPr>
        <p:spPr>
          <a:xfrm>
            <a:off x="82359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más fibras activas</a:t>
            </a:r>
          </a:p>
        </p:txBody>
      </p:sp>
      <p:sp>
        <p:nvSpPr>
          <p:cNvPr id="26" name="U06-DG-063-stage_5-box">
            <a:extLst>
              <a:ext uri="{FF2B5EF4-FFF2-40B4-BE49-F238E27FC236}">
                <a16:creationId xmlns:a16="http://schemas.microsoft.com/office/drawing/2014/main" id="{DAB6B965-BC79-4D55-8B1F-B0CA6371C346}"/>
              </a:ext>
            </a:extLst>
          </p:cNvPr>
          <p:cNvSpPr>
            <a:spLocks noGrp="1"/>
          </p:cNvSpPr>
          <p:nvPr/>
        </p:nvSpPr>
        <p:spPr>
          <a:xfrm>
            <a:off x="44132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7" name="U06-DG-063-stage_5-title">
            <a:extLst>
              <a:ext uri="{FF2B5EF4-FFF2-40B4-BE49-F238E27FC236}">
                <a16:creationId xmlns:a16="http://schemas.microsoft.com/office/drawing/2014/main" id="{71554249-E220-4B00-80DB-25932BA0E0E6}"/>
              </a:ext>
            </a:extLst>
          </p:cNvPr>
          <p:cNvSpPr>
            <a:spLocks noGrp="1"/>
          </p:cNvSpPr>
          <p:nvPr/>
        </p:nvSpPr>
        <p:spPr>
          <a:xfrm>
            <a:off x="46037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Señal neural</a:t>
            </a:r>
          </a:p>
        </p:txBody>
      </p:sp>
      <p:sp>
        <p:nvSpPr>
          <p:cNvPr id="28" name="U06-DG-063-stage_5-body">
            <a:extLst>
              <a:ext uri="{FF2B5EF4-FFF2-40B4-BE49-F238E27FC236}">
                <a16:creationId xmlns:a16="http://schemas.microsoft.com/office/drawing/2014/main" id="{C5BF53F3-6441-40D1-8C66-C967C51F2F1E}"/>
              </a:ext>
            </a:extLst>
          </p:cNvPr>
          <p:cNvSpPr>
            <a:spLocks noGrp="1"/>
          </p:cNvSpPr>
          <p:nvPr/>
        </p:nvSpPr>
        <p:spPr>
          <a:xfrm>
            <a:off x="46037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</a:t>
            </a:r>
          </a:p>
        </p:txBody>
      </p:sp>
      <p:sp>
        <p:nvSpPr>
          <p:cNvPr id="29" name="U06-DG-063-stage_6-box">
            <a:extLst>
              <a:ext uri="{FF2B5EF4-FFF2-40B4-BE49-F238E27FC236}">
                <a16:creationId xmlns:a16="http://schemas.microsoft.com/office/drawing/2014/main" id="{7D2DC473-1D94-4A87-8B1A-D1A44ED1D574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3365500" cy="1381125"/>
          </a:xfrm>
          <a:prstGeom prst="roundRect">
            <a:avLst>
              <a:gd name="adj" fmla="val 6897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30" name="U06-DG-063-stage_6-title">
            <a:extLst>
              <a:ext uri="{FF2B5EF4-FFF2-40B4-BE49-F238E27FC236}">
                <a16:creationId xmlns:a16="http://schemas.microsoft.com/office/drawing/2014/main" id="{E5C5339F-636D-4A61-9864-40F4E9F0F0ED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298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Sonoridad</a:t>
            </a:r>
          </a:p>
        </p:txBody>
      </p:sp>
      <p:sp>
        <p:nvSpPr>
          <p:cNvPr id="31" name="U06-DG-063-stage_6-body">
            <a:extLst>
              <a:ext uri="{FF2B5EF4-FFF2-40B4-BE49-F238E27FC236}">
                <a16:creationId xmlns:a16="http://schemas.microsoft.com/office/drawing/2014/main" id="{886B33B4-CA25-4034-9647-701B5177E167}"/>
              </a:ext>
            </a:extLst>
          </p:cNvPr>
          <p:cNvSpPr>
            <a:spLocks noGrp="1"/>
          </p:cNvSpPr>
          <p:nvPr/>
        </p:nvSpPr>
        <p:spPr>
          <a:xfrm>
            <a:off x="971550" y="4543425"/>
            <a:ext cx="29845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inferencia limitada</a:t>
            </a:r>
          </a:p>
        </p:txBody>
      </p:sp>
      <p:sp>
        <p:nvSpPr>
          <p:cNvPr id="32" name="top-rail-1">
            <a:extLst>
              <a:ext uri="{FF2B5EF4-FFF2-40B4-BE49-F238E27FC236}">
                <a16:creationId xmlns:a16="http://schemas.microsoft.com/office/drawing/2014/main" id="{B1A5F141-4E02-460B-9154-9E5C5B7B27D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33" name="top-rail-2">
            <a:extLst>
              <a:ext uri="{FF2B5EF4-FFF2-40B4-BE49-F238E27FC236}">
                <a16:creationId xmlns:a16="http://schemas.microsoft.com/office/drawing/2014/main" id="{5C3C91EC-5677-45A9-BDD6-BE2D58203BD8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34" name="top-rail-3">
            <a:extLst>
              <a:ext uri="{FF2B5EF4-FFF2-40B4-BE49-F238E27FC236}">
                <a16:creationId xmlns:a16="http://schemas.microsoft.com/office/drawing/2014/main" id="{FD8F2DC9-3FB1-492C-A52D-39C7042B6F1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5" name="eyebrow">
            <a:extLst>
              <a:ext uri="{FF2B5EF4-FFF2-40B4-BE49-F238E27FC236}">
                <a16:creationId xmlns:a16="http://schemas.microsoft.com/office/drawing/2014/main" id="{438C961B-8866-471A-8FDA-F914FE08418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79F51EA7-FDB9-03D5-A7DA-9B2BC5F676AE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28474B5-9622-43D1-B6AA-D9D4D8C9863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0BE1D07F-5867-4A77-A320-9D1528BC19B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Diez ideas que sostienen el mecanismo periférico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47FB072-DB21-44AF-A4E7-0FBB4870CBC6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cadena conserva y transforma información mediante etapas físicas, mecánicas, celulares y neurales.</a:t>
            </a:r>
          </a:p>
        </p:txBody>
      </p:sp>
      <p:sp>
        <p:nvSpPr>
          <p:cNvPr id="3" name="U06-DG-064-cell_1-anchor">
            <a:extLst>
              <a:ext uri="{FF2B5EF4-FFF2-40B4-BE49-F238E27FC236}">
                <a16:creationId xmlns:a16="http://schemas.microsoft.com/office/drawing/2014/main" id="{B7CB9896-3770-428F-B120-A305EBF1AB9A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64-cell_2-anchor">
            <a:extLst>
              <a:ext uri="{FF2B5EF4-FFF2-40B4-BE49-F238E27FC236}">
                <a16:creationId xmlns:a16="http://schemas.microsoft.com/office/drawing/2014/main" id="{59E81CE5-4E73-4C88-A492-013FA58C49B1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64-cell_3-anchor">
            <a:extLst>
              <a:ext uri="{FF2B5EF4-FFF2-40B4-BE49-F238E27FC236}">
                <a16:creationId xmlns:a16="http://schemas.microsoft.com/office/drawing/2014/main" id="{D935B854-F2D5-41EE-A980-4598C23F12F5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64-cell_4-anchor">
            <a:extLst>
              <a:ext uri="{FF2B5EF4-FFF2-40B4-BE49-F238E27FC236}">
                <a16:creationId xmlns:a16="http://schemas.microsoft.com/office/drawing/2014/main" id="{58A9D360-F6E2-4DE5-BE21-FB491AD33DEB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64-cell_1-box" descr="Diagrama sobre «Diez ideas que sostienen el mecanismo periférico»; organiza diez enunciados agrupados por oído externo, medio, interno y salida; dos errores frecuentes." title="Texto alternativo U06-104">
            <a:extLst>
              <a:ext uri="{FF2B5EF4-FFF2-40B4-BE49-F238E27FC236}">
                <a16:creationId xmlns:a16="http://schemas.microsoft.com/office/drawing/2014/main" id="{E3D2E4AE-296C-475A-A809-3B439C7D53EC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8" name="U06-DG-064-cell_1-title">
            <a:extLst>
              <a:ext uri="{FF2B5EF4-FFF2-40B4-BE49-F238E27FC236}">
                <a16:creationId xmlns:a16="http://schemas.microsoft.com/office/drawing/2014/main" id="{1346B1B1-40A2-4243-BF23-F776744FDF7A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externo</a:t>
            </a:r>
          </a:p>
        </p:txBody>
      </p:sp>
      <p:sp>
        <p:nvSpPr>
          <p:cNvPr id="9" name="U06-DG-064-cell_1-body">
            <a:extLst>
              <a:ext uri="{FF2B5EF4-FFF2-40B4-BE49-F238E27FC236}">
                <a16:creationId xmlns:a16="http://schemas.microsoft.com/office/drawing/2014/main" id="{2B0A9A50-C216-468C-8C14-CC1A00CF95CD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 · CAE presión</a:t>
            </a:r>
          </a:p>
        </p:txBody>
      </p:sp>
      <p:sp>
        <p:nvSpPr>
          <p:cNvPr id="10" name="U06-DG-064-cell_2-box">
            <a:extLst>
              <a:ext uri="{FF2B5EF4-FFF2-40B4-BE49-F238E27FC236}">
                <a16:creationId xmlns:a16="http://schemas.microsoft.com/office/drawing/2014/main" id="{E94E5527-3696-4694-B520-A0C7915C13AA}"/>
              </a:ext>
            </a:extLst>
          </p:cNvPr>
          <p:cNvSpPr>
            <a:spLocks noGrp="1"/>
          </p:cNvSpPr>
          <p:nvPr/>
        </p:nvSpPr>
        <p:spPr>
          <a:xfrm>
            <a:off x="6262688" y="15716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1" name="U06-DG-064-cell_2-title">
            <a:extLst>
              <a:ext uri="{FF2B5EF4-FFF2-40B4-BE49-F238E27FC236}">
                <a16:creationId xmlns:a16="http://schemas.microsoft.com/office/drawing/2014/main" id="{E35A0C29-4D2B-48CB-80C3-1C0F3DD684D9}"/>
              </a:ext>
            </a:extLst>
          </p:cNvPr>
          <p:cNvSpPr>
            <a:spLocks noGrp="1"/>
          </p:cNvSpPr>
          <p:nvPr/>
        </p:nvSpPr>
        <p:spPr>
          <a:xfrm>
            <a:off x="6453188" y="17145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 medio</a:t>
            </a:r>
          </a:p>
        </p:txBody>
      </p:sp>
      <p:sp>
        <p:nvSpPr>
          <p:cNvPr id="12" name="U06-DG-064-cell_2-body">
            <a:extLst>
              <a:ext uri="{FF2B5EF4-FFF2-40B4-BE49-F238E27FC236}">
                <a16:creationId xmlns:a16="http://schemas.microsoft.com/office/drawing/2014/main" id="{2E52AC9C-6AA7-4DDC-A384-26779C08B099}"/>
              </a:ext>
            </a:extLst>
          </p:cNvPr>
          <p:cNvSpPr>
            <a:spLocks noGrp="1"/>
          </p:cNvSpPr>
          <p:nvPr/>
        </p:nvSpPr>
        <p:spPr>
          <a:xfrm>
            <a:off x="6453188" y="21621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· áreas palanca</a:t>
            </a:r>
          </a:p>
        </p:txBody>
      </p:sp>
      <p:sp>
        <p:nvSpPr>
          <p:cNvPr id="13" name="U06-DG-064-cell_3-box">
            <a:extLst>
              <a:ext uri="{FF2B5EF4-FFF2-40B4-BE49-F238E27FC236}">
                <a16:creationId xmlns:a16="http://schemas.microsoft.com/office/drawing/2014/main" id="{84D18E79-E8B8-4E3A-A9C2-D1D32A073C58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64-cell_3-title">
            <a:extLst>
              <a:ext uri="{FF2B5EF4-FFF2-40B4-BE49-F238E27FC236}">
                <a16:creationId xmlns:a16="http://schemas.microsoft.com/office/drawing/2014/main" id="{87F8EAC8-45F5-4D3A-887C-F4F748229EAD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Cóclea</a:t>
            </a:r>
          </a:p>
        </p:txBody>
      </p:sp>
      <p:sp>
        <p:nvSpPr>
          <p:cNvPr id="15" name="U06-DG-064-cell_3-body">
            <a:extLst>
              <a:ext uri="{FF2B5EF4-FFF2-40B4-BE49-F238E27FC236}">
                <a16:creationId xmlns:a16="http://schemas.microsoft.com/office/drawing/2014/main" id="{4FB79280-6414-4FB0-9E6C-47B88F480524}"/>
              </a:ext>
            </a:extLst>
          </p:cNvPr>
          <p:cNvSpPr>
            <a:spLocks noGrp="1"/>
          </p:cNvSpPr>
          <p:nvPr/>
        </p:nvSpPr>
        <p:spPr>
          <a:xfrm>
            <a:off x="971550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fluidos · onda tonotopía</a:t>
            </a:r>
          </a:p>
        </p:txBody>
      </p:sp>
      <p:sp>
        <p:nvSpPr>
          <p:cNvPr id="16" name="U06-DG-064-cell_4-box">
            <a:extLst>
              <a:ext uri="{FF2B5EF4-FFF2-40B4-BE49-F238E27FC236}">
                <a16:creationId xmlns:a16="http://schemas.microsoft.com/office/drawing/2014/main" id="{1491F5A1-D117-47A9-82DE-7768411E754C}"/>
              </a:ext>
            </a:extLst>
          </p:cNvPr>
          <p:cNvSpPr>
            <a:spLocks noGrp="1"/>
          </p:cNvSpPr>
          <p:nvPr/>
        </p:nvSpPr>
        <p:spPr>
          <a:xfrm>
            <a:off x="6262688" y="3667125"/>
            <a:ext cx="5148263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7" name="U06-DG-064-cell_4-title">
            <a:extLst>
              <a:ext uri="{FF2B5EF4-FFF2-40B4-BE49-F238E27FC236}">
                <a16:creationId xmlns:a16="http://schemas.microsoft.com/office/drawing/2014/main" id="{361098BA-ABAF-499F-8329-743AC2847AB1}"/>
              </a:ext>
            </a:extLst>
          </p:cNvPr>
          <p:cNvSpPr>
            <a:spLocks noGrp="1"/>
          </p:cNvSpPr>
          <p:nvPr/>
        </p:nvSpPr>
        <p:spPr>
          <a:xfrm>
            <a:off x="6453188" y="3810000"/>
            <a:ext cx="476726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Transducción</a:t>
            </a:r>
          </a:p>
        </p:txBody>
      </p:sp>
      <p:sp>
        <p:nvSpPr>
          <p:cNvPr id="18" name="U06-DG-064-cell_4-body">
            <a:extLst>
              <a:ext uri="{FF2B5EF4-FFF2-40B4-BE49-F238E27FC236}">
                <a16:creationId xmlns:a16="http://schemas.microsoft.com/office/drawing/2014/main" id="{6D85D7A6-06F1-4FBC-94F9-FAAB5723D29B}"/>
              </a:ext>
            </a:extLst>
          </p:cNvPr>
          <p:cNvSpPr>
            <a:spLocks noGrp="1"/>
          </p:cNvSpPr>
          <p:nvPr/>
        </p:nvSpPr>
        <p:spPr>
          <a:xfrm>
            <a:off x="6453188" y="4257675"/>
            <a:ext cx="476726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CCI · CCE potenciales · nervio</a:t>
            </a:r>
          </a:p>
        </p:txBody>
      </p:sp>
      <p:sp>
        <p:nvSpPr>
          <p:cNvPr id="19" name="top-rail-1">
            <a:extLst>
              <a:ext uri="{FF2B5EF4-FFF2-40B4-BE49-F238E27FC236}">
                <a16:creationId xmlns:a16="http://schemas.microsoft.com/office/drawing/2014/main" id="{1EBA0FC0-30E8-48C5-9ABB-E7972E40278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0" name="top-rail-2">
            <a:extLst>
              <a:ext uri="{FF2B5EF4-FFF2-40B4-BE49-F238E27FC236}">
                <a16:creationId xmlns:a16="http://schemas.microsoft.com/office/drawing/2014/main" id="{DCC33D51-BBCB-4E91-A3F5-55FD7F518631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1" name="top-rail-3">
            <a:extLst>
              <a:ext uri="{FF2B5EF4-FFF2-40B4-BE49-F238E27FC236}">
                <a16:creationId xmlns:a16="http://schemas.microsoft.com/office/drawing/2014/main" id="{EA4B045D-0D0F-412B-8CBC-C49B64A2CBB4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2" name="eyebrow">
            <a:extLst>
              <a:ext uri="{FF2B5EF4-FFF2-40B4-BE49-F238E27FC236}">
                <a16:creationId xmlns:a16="http://schemas.microsoft.com/office/drawing/2014/main" id="{51D66A03-B273-470D-B830-97E9DD9DA828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24" name="auto-slide-number">
            <a:extLst>
              <a:ext uri="{FF2B5EF4-FFF2-40B4-BE49-F238E27FC236}">
                <a16:creationId xmlns:a16="http://schemas.microsoft.com/office/drawing/2014/main" id="{F856C5B4-B66B-42C8-5AD2-3AAD6A64696D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3E5703E-AA63-4A44-B587-67E77AA1395A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rk-eyebrow">
            <a:extLst>
              <a:ext uri="{FF2B5EF4-FFF2-40B4-BE49-F238E27FC236}">
                <a16:creationId xmlns:a16="http://schemas.microsoft.com/office/drawing/2014/main" id="{F4452767-DE71-43E3-8E1C-063D600B1D53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BDAA79A7-FB15-479D-AE07-E4A48405040A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668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periferia condiciona la percepción, pero no la agota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E856277-4299-4BB8-9817-08CD4B8471DE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904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U6 explica mecanismos periféricos; U7 estudiará atributos subjetivos y U8 sus mediciones/aplicaciones.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5EE8E5F9-C800-4EA2-9590-30524D8F5296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8001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D4BDC8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4BDC8"/>
                </a:solidFill>
                <a:latin typeface="Calibri"/>
                <a:ea typeface="Calibri"/>
                <a:cs typeface="Calibri"/>
              </a:rPr>
              <a:t>Ahora podemos explicar la cadena periférica y sus transformaciones. Todavía no podemos deducir percepción completa ni diagnóstico desde una respuesta aislada. Próximas preguntas: ¿cómo emerge la experiencia?, ¿cómo se mide clínicamente?</a:t>
            </a:r>
          </a:p>
        </p:txBody>
      </p:sp>
      <p:sp>
        <p:nvSpPr>
          <p:cNvPr id="6" name="auto-slide-number">
            <a:extLst>
              <a:ext uri="{FF2B5EF4-FFF2-40B4-BE49-F238E27FC236}">
                <a16:creationId xmlns:a16="http://schemas.microsoft.com/office/drawing/2014/main" id="{0F2B427C-C63F-965A-87A5-49FBB52E326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491E1A0C-E283-4DB7-BB21-F379E9D8CE70}" type="slidenum">
              <a:rPr lang="es-ES" sz="1000" smtClean="0">
                <a:solidFill>
                  <a:srgbClr val="DDDDDD"/>
                </a:solidFill>
                <a:latin typeface="Calibri" panose="020F0502020204030204" pitchFamily="34" charset="0"/>
              </a:rPr>
              <a:pPr algn="r"/>
              <a:t>105</a:t>
            </a:fld>
            <a:endParaRPr lang="es-ES" sz="1000">
              <a:solidFill>
                <a:srgbClr val="DDDD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E7AAE065-2A63-41AE-9276-244CD2AED4F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usar las slides de respaldo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DB4511F-8B78-47D6-96DC-541CE4712D02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respaldo amplía vocabulario, cálculos, mecanismos y fuentes; no constituye un bloque obligatorio.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3771B8CE-839B-437A-9514-A263D75DA101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Consultar según la duda: terminología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notación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cálculos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conducción ósea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electroquímica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reflejo fuentes anatómicas.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F4D85252-79A4-4D64-B86A-30F273459CE1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E906C708-6A68-4829-B8A8-65527924A4DF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E441B66C-1B69-43D7-AB5A-1CA057CF24A4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C15F82E0-66AB-4E90-9A40-897F388DF3F0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809106DE-DA0A-8BD0-68BD-CF647AAEB475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2912DD99-DB21-407A-A729-E609C9673200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0EA087E3-2057-4C40-9B9E-569EC62CCAA5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Terminología anatómica: equivalencias controladas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2FEFDEA-D4A6-451E-B20C-9EB360881323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Términos equivalentes deben definirse una vez y usarse con consistencia.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A0C31892-7D60-4EEC-AE71-A607687F3DBB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Conducto auditivo externo (CAE)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conducto coclear o rampa media (scala media en bibliografía internacional)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 oval o vestibular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otoemisión acústica (OEA).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98DE7D94-2BCB-4904-8098-07C9D1B78955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2DB62C7F-D1D5-4FD9-8010-0494D7FFD619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612DD76A-0197-4626-8F3E-0161CDCEFF20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0F0C15C2-DA19-4F71-91DB-72E3507D8F1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9D2EB416-576E-AC16-2309-E55A46A8BF30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1C5261A-B0D7-46A6-BA0F-E6BCC619B15B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70898D93-8A03-4D94-9DCF-2D8C3E1E831F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Símbolos de área y presión: convención del curso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7481B1D-3FEC-449A-BC4C-25A111B5F157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 debe reservarse para área y el cociente del oído medio necesita un símbolo no confundible con reflexión.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52622D52-DE19-4247-9EF6-5ACCB8944EEF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la fuente se usan A, Aₜₘ, Aₑ y Rₚ.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el curso se adoptan S, Sₜₘ, Sₑ y Mₚ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Rₚ queda reservado para el coeficiente de reflexión de presión.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0AD85F2C-44DC-4955-8DCB-6888F27DE41A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8B30954E-8D4F-41A9-8326-E2AD667C7EAC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0E346DED-B9B0-4315-AFE7-5DC37E28370C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E6DE7616-0548-40A5-932E-56717030860F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D786FDF0-BA42-916A-BCB7-C1339AC8BA3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BCCC30C3-7F5A-432E-8113-284C7B1E89A5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108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4860D028-5001-480C-B5A6-E18D387F67A8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G1: resonancia aproximada del CAE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2C32D24-E183-4EAA-8B50-1FCDAAF93500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modelo de cuarto de onda exige declarar longitud efectiva, velocidad y condición de contorno.</a:t>
            </a:r>
          </a:p>
        </p:txBody>
      </p:sp>
      <p:sp>
        <p:nvSpPr>
          <p:cNvPr id="3" name="U06-DG-009B-stage_1-anchor">
            <a:extLst>
              <a:ext uri="{FF2B5EF4-FFF2-40B4-BE49-F238E27FC236}">
                <a16:creationId xmlns:a16="http://schemas.microsoft.com/office/drawing/2014/main" id="{B2C0ED47-31B6-4056-A84E-F76E9F54C9AE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09B-stage_2-anchor">
            <a:extLst>
              <a:ext uri="{FF2B5EF4-FFF2-40B4-BE49-F238E27FC236}">
                <a16:creationId xmlns:a16="http://schemas.microsoft.com/office/drawing/2014/main" id="{7CF83C11-D326-45E7-B0F5-5D52B96F9AA8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09B-stage_3-anchor">
            <a:extLst>
              <a:ext uri="{FF2B5EF4-FFF2-40B4-BE49-F238E27FC236}">
                <a16:creationId xmlns:a16="http://schemas.microsoft.com/office/drawing/2014/main" id="{6D45F3DD-0571-481D-8A1B-F9F3708B16B1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09B-stage_4-anchor">
            <a:extLst>
              <a:ext uri="{FF2B5EF4-FFF2-40B4-BE49-F238E27FC236}">
                <a16:creationId xmlns:a16="http://schemas.microsoft.com/office/drawing/2014/main" id="{B27C0947-97B1-4D1A-B677-6935EE13D2BF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</p:sp>
      <p:cxnSp>
        <p:nvCxnSpPr>
          <p:cNvPr id="32" name="U06-DG-009B-flow_1"/>
          <p:cNvCxnSpPr>
            <a:stCxn id="3" idx="3"/>
            <a:endCxn id="4" idx="1"/>
          </p:cNvCxnSpPr>
          <p:nvPr/>
        </p:nvCxnSpPr>
        <p:spPr>
          <a:xfrm>
            <a:off x="320992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06-DG-009B-flow_2"/>
          <p:cNvCxnSpPr>
            <a:stCxn id="4" idx="3"/>
            <a:endCxn id="5" idx="1"/>
          </p:cNvCxnSpPr>
          <p:nvPr/>
        </p:nvCxnSpPr>
        <p:spPr>
          <a:xfrm>
            <a:off x="5943600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06-DG-009B-flow_3"/>
          <p:cNvCxnSpPr>
            <a:stCxn id="5" idx="3"/>
            <a:endCxn id="6" idx="1"/>
          </p:cNvCxnSpPr>
          <p:nvPr/>
        </p:nvCxnSpPr>
        <p:spPr>
          <a:xfrm>
            <a:off x="8677275" y="3262313"/>
            <a:ext cx="304800" cy="0"/>
          </a:xfrm>
          <a:prstGeom prst="straightConnector1">
            <a:avLst/>
          </a:prstGeom>
          <a:ln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U06-DG-009B-stage_1-box" descr="Diagrama sobre «G1: resonancia aproximada del CAE»; organiza datos, ecuación, sustitución, unidades, resultado e interpretación limitada." title="Texto alternativo U06-109">
            <a:extLst>
              <a:ext uri="{FF2B5EF4-FFF2-40B4-BE49-F238E27FC236}">
                <a16:creationId xmlns:a16="http://schemas.microsoft.com/office/drawing/2014/main" id="{074B02E3-E7B4-4A3D-81BA-A11486F92CA6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1" name="U06-DG-009B-stage_1-title">
            <a:extLst>
              <a:ext uri="{FF2B5EF4-FFF2-40B4-BE49-F238E27FC236}">
                <a16:creationId xmlns:a16="http://schemas.microsoft.com/office/drawing/2014/main" id="{B8708D0F-7884-4F0A-92EC-130FCAD5D1FE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204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 · Longitud</a:t>
            </a:r>
          </a:p>
        </p:txBody>
      </p:sp>
      <p:sp>
        <p:nvSpPr>
          <p:cNvPr id="12" name="U06-DG-009B-stage_1-body">
            <a:extLst>
              <a:ext uri="{FF2B5EF4-FFF2-40B4-BE49-F238E27FC236}">
                <a16:creationId xmlns:a16="http://schemas.microsoft.com/office/drawing/2014/main" id="{CD327742-805D-4604-88D4-91F9A6F6F6EF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2047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ℓ = 27 mm</a:t>
            </a:r>
          </a:p>
        </p:txBody>
      </p:sp>
      <p:sp>
        <p:nvSpPr>
          <p:cNvPr id="13" name="U06-DG-009B-stage_2-box">
            <a:extLst>
              <a:ext uri="{FF2B5EF4-FFF2-40B4-BE49-F238E27FC236}">
                <a16:creationId xmlns:a16="http://schemas.microsoft.com/office/drawing/2014/main" id="{31D6B87C-325E-4682-81C4-342A6E1349AE}"/>
              </a:ext>
            </a:extLst>
          </p:cNvPr>
          <p:cNvSpPr>
            <a:spLocks noGrp="1"/>
          </p:cNvSpPr>
          <p:nvPr/>
        </p:nvSpPr>
        <p:spPr>
          <a:xfrm>
            <a:off x="351472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4" name="U06-DG-009B-stage_2-title">
            <a:extLst>
              <a:ext uri="{FF2B5EF4-FFF2-40B4-BE49-F238E27FC236}">
                <a16:creationId xmlns:a16="http://schemas.microsoft.com/office/drawing/2014/main" id="{6CB9BCCA-1656-4C49-988E-C426EE0B1473}"/>
              </a:ext>
            </a:extLst>
          </p:cNvPr>
          <p:cNvSpPr>
            <a:spLocks noGrp="1"/>
          </p:cNvSpPr>
          <p:nvPr/>
        </p:nvSpPr>
        <p:spPr>
          <a:xfrm>
            <a:off x="370522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2 · Convertir</a:t>
            </a:r>
          </a:p>
        </p:txBody>
      </p:sp>
      <p:sp>
        <p:nvSpPr>
          <p:cNvPr id="15" name="U06-DG-009B-stage_2-body">
            <a:extLst>
              <a:ext uri="{FF2B5EF4-FFF2-40B4-BE49-F238E27FC236}">
                <a16:creationId xmlns:a16="http://schemas.microsoft.com/office/drawing/2014/main" id="{71AF6360-D3A7-4C4A-96D5-D1098833A734}"/>
              </a:ext>
            </a:extLst>
          </p:cNvPr>
          <p:cNvSpPr>
            <a:spLocks noGrp="1"/>
          </p:cNvSpPr>
          <p:nvPr/>
        </p:nvSpPr>
        <p:spPr>
          <a:xfrm>
            <a:off x="370522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0,027 m</a:t>
            </a:r>
          </a:p>
        </p:txBody>
      </p:sp>
      <p:sp>
        <p:nvSpPr>
          <p:cNvPr id="16" name="U06-DG-009B-stage_3-box">
            <a:extLst>
              <a:ext uri="{FF2B5EF4-FFF2-40B4-BE49-F238E27FC236}">
                <a16:creationId xmlns:a16="http://schemas.microsoft.com/office/drawing/2014/main" id="{E8CC8A04-992A-4588-9FB0-E937C609BBEC}"/>
              </a:ext>
            </a:extLst>
          </p:cNvPr>
          <p:cNvSpPr>
            <a:spLocks noGrp="1"/>
          </p:cNvSpPr>
          <p:nvPr/>
        </p:nvSpPr>
        <p:spPr>
          <a:xfrm>
            <a:off x="6248400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7" name="U06-DG-009B-stage_3-title">
            <a:extLst>
              <a:ext uri="{FF2B5EF4-FFF2-40B4-BE49-F238E27FC236}">
                <a16:creationId xmlns:a16="http://schemas.microsoft.com/office/drawing/2014/main" id="{75CCC6C8-3822-4B4E-94FA-AF9D97E01E27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3 · Sustituir</a:t>
            </a:r>
          </a:p>
        </p:txBody>
      </p:sp>
      <p:sp>
        <p:nvSpPr>
          <p:cNvPr id="18" name="U06-DG-009B-stage_3-body">
            <a:extLst>
              <a:ext uri="{FF2B5EF4-FFF2-40B4-BE49-F238E27FC236}">
                <a16:creationId xmlns:a16="http://schemas.microsoft.com/office/drawing/2014/main" id="{77911A7A-7CD6-4730-A3C2-E1626034A235}"/>
              </a:ext>
            </a:extLst>
          </p:cNvPr>
          <p:cNvSpPr>
            <a:spLocks noGrp="1"/>
          </p:cNvSpPr>
          <p:nvPr/>
        </p:nvSpPr>
        <p:spPr>
          <a:xfrm>
            <a:off x="6438900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343/(4·0,027)</a:t>
            </a:r>
          </a:p>
        </p:txBody>
      </p:sp>
      <p:sp>
        <p:nvSpPr>
          <p:cNvPr id="19" name="U06-DG-009B-stage_4-box">
            <a:extLst>
              <a:ext uri="{FF2B5EF4-FFF2-40B4-BE49-F238E27FC236}">
                <a16:creationId xmlns:a16="http://schemas.microsoft.com/office/drawing/2014/main" id="{82A25B7E-1121-49BE-8238-4EF2FE54DFC4}"/>
              </a:ext>
            </a:extLst>
          </p:cNvPr>
          <p:cNvSpPr>
            <a:spLocks noGrp="1"/>
          </p:cNvSpPr>
          <p:nvPr/>
        </p:nvSpPr>
        <p:spPr>
          <a:xfrm>
            <a:off x="8982075" y="2428875"/>
            <a:ext cx="2428875" cy="1666875"/>
          </a:xfrm>
          <a:prstGeom prst="roundRect">
            <a:avLst>
              <a:gd name="adj" fmla="val 571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0" name="U06-DG-009B-stage_4-title">
            <a:extLst>
              <a:ext uri="{FF2B5EF4-FFF2-40B4-BE49-F238E27FC236}">
                <a16:creationId xmlns:a16="http://schemas.microsoft.com/office/drawing/2014/main" id="{222A9777-D192-4FEF-A70F-8D8D0948F17D}"/>
              </a:ext>
            </a:extLst>
          </p:cNvPr>
          <p:cNvSpPr>
            <a:spLocks noGrp="1"/>
          </p:cNvSpPr>
          <p:nvPr/>
        </p:nvSpPr>
        <p:spPr>
          <a:xfrm>
            <a:off x="9172575" y="2571750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Resultado</a:t>
            </a:r>
          </a:p>
        </p:txBody>
      </p:sp>
      <p:sp>
        <p:nvSpPr>
          <p:cNvPr id="21" name="U06-DG-009B-stage_4-body">
            <a:extLst>
              <a:ext uri="{FF2B5EF4-FFF2-40B4-BE49-F238E27FC236}">
                <a16:creationId xmlns:a16="http://schemas.microsoft.com/office/drawing/2014/main" id="{933C9F79-3D71-4459-AA29-19A572A76244}"/>
              </a:ext>
            </a:extLst>
          </p:cNvPr>
          <p:cNvSpPr>
            <a:spLocks noGrp="1"/>
          </p:cNvSpPr>
          <p:nvPr/>
        </p:nvSpPr>
        <p:spPr>
          <a:xfrm>
            <a:off x="9172575" y="3343275"/>
            <a:ext cx="20478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≈ 3,18 kHz</a:t>
            </a:r>
          </a:p>
        </p:txBody>
      </p:sp>
      <p:sp>
        <p:nvSpPr>
          <p:cNvPr id="22" name="top-rail-1">
            <a:extLst>
              <a:ext uri="{FF2B5EF4-FFF2-40B4-BE49-F238E27FC236}">
                <a16:creationId xmlns:a16="http://schemas.microsoft.com/office/drawing/2014/main" id="{1D84C4D9-5E89-4913-86BC-D5D548BF15EB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3" name="top-rail-2">
            <a:extLst>
              <a:ext uri="{FF2B5EF4-FFF2-40B4-BE49-F238E27FC236}">
                <a16:creationId xmlns:a16="http://schemas.microsoft.com/office/drawing/2014/main" id="{D1222CAB-50EC-4A44-82D6-78F4493795C0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4" name="top-rail-3">
            <a:extLst>
              <a:ext uri="{FF2B5EF4-FFF2-40B4-BE49-F238E27FC236}">
                <a16:creationId xmlns:a16="http://schemas.microsoft.com/office/drawing/2014/main" id="{880A3D97-70EF-4D9B-87EB-44F7C7D54E62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25" name="eyebrow">
            <a:extLst>
              <a:ext uri="{FF2B5EF4-FFF2-40B4-BE49-F238E27FC236}">
                <a16:creationId xmlns:a16="http://schemas.microsoft.com/office/drawing/2014/main" id="{B98E17B1-1825-4C10-A853-6E42574D8B69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7" name="auto-slide-number">
            <a:extLst>
              <a:ext uri="{FF2B5EF4-FFF2-40B4-BE49-F238E27FC236}">
                <a16:creationId xmlns:a16="http://schemas.microsoft.com/office/drawing/2014/main" id="{8D4210C7-9422-AE15-B7D9-E163E243C7F4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9B55ACD-F75D-4A13-AF12-9769BFA6BC09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109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649968A7-B13B-4A1B-99EA-3FD81DB4E3A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G2: presión a fuerza sobre el tímpano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52B6DA3-2821-4C0B-82E5-23BAEB809591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F≈Δp·S es una aproximación que conecta presión y fuerza sin describir el movimiento.</a:t>
            </a:r>
          </a:p>
        </p:txBody>
      </p:sp>
      <p:sp>
        <p:nvSpPr>
          <p:cNvPr id="3" name="question-box">
            <a:extLst>
              <a:ext uri="{FF2B5EF4-FFF2-40B4-BE49-F238E27FC236}">
                <a16:creationId xmlns:a16="http://schemas.microsoft.com/office/drawing/2014/main" id="{AE46A0C2-8E03-4F65-9B43-0D9834E7511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191375" cy="3476625"/>
          </a:xfrm>
          <a:prstGeom prst="roundRect">
            <a:avLst>
              <a:gd name="adj" fmla="val 3288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4" name="question-title">
            <a:extLst>
              <a:ext uri="{FF2B5EF4-FFF2-40B4-BE49-F238E27FC236}">
                <a16:creationId xmlns:a16="http://schemas.microsoft.com/office/drawing/2014/main" id="{D645BEF7-9691-48DC-BBDD-09BDEB99CFD2}"/>
              </a:ext>
            </a:extLst>
          </p:cNvPr>
          <p:cNvSpPr>
            <a:spLocks noGrp="1"/>
          </p:cNvSpPr>
          <p:nvPr/>
        </p:nvSpPr>
        <p:spPr>
          <a:xfrm>
            <a:off x="857250" y="1704975"/>
            <a:ext cx="68484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5" name="question-body">
            <a:extLst>
              <a:ext uri="{FF2B5EF4-FFF2-40B4-BE49-F238E27FC236}">
                <a16:creationId xmlns:a16="http://schemas.microsoft.com/office/drawing/2014/main" id="{F8F13891-3954-45A0-AB50-2FB94F60EAC3}"/>
              </a:ext>
            </a:extLst>
          </p:cNvPr>
          <p:cNvSpPr>
            <a:spLocks noGrp="1"/>
          </p:cNvSpPr>
          <p:nvPr/>
        </p:nvSpPr>
        <p:spPr>
          <a:xfrm>
            <a:off x="857250" y="2105025"/>
            <a:ext cx="684847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Datos: Δp = 0,20 Pa, S = 50 mm² = 5,0×10⁻⁵ m². Resultado: F ≈ 1,0×10⁻⁵ N. Falta la respuesta mecánica para obtener desplazamiento.</a:t>
            </a:r>
          </a:p>
        </p:txBody>
      </p:sp>
      <p:sp>
        <p:nvSpPr>
          <p:cNvPr id="6" name="answer-guide-box">
            <a:extLst>
              <a:ext uri="{FF2B5EF4-FFF2-40B4-BE49-F238E27FC236}">
                <a16:creationId xmlns:a16="http://schemas.microsoft.com/office/drawing/2014/main" id="{A7CC2970-061B-4FFB-B906-D945724258FF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3286125" cy="3476625"/>
          </a:xfrm>
          <a:prstGeom prst="roundRect">
            <a:avLst>
              <a:gd name="adj" fmla="val 3478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7" name="answer-guide-title">
            <a:extLst>
              <a:ext uri="{FF2B5EF4-FFF2-40B4-BE49-F238E27FC236}">
                <a16:creationId xmlns:a16="http://schemas.microsoft.com/office/drawing/2014/main" id="{823A03FF-F295-457F-8DA8-9386DA0ECDA9}"/>
              </a:ext>
            </a:extLst>
          </p:cNvPr>
          <p:cNvSpPr>
            <a:spLocks noGrp="1"/>
          </p:cNvSpPr>
          <p:nvPr/>
        </p:nvSpPr>
        <p:spPr>
          <a:xfrm>
            <a:off x="8410575" y="1704975"/>
            <a:ext cx="2943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Para responder</a:t>
            </a:r>
          </a:p>
        </p:txBody>
      </p:sp>
      <p:sp>
        <p:nvSpPr>
          <p:cNvPr id="8" name="answer-guide-body">
            <a:extLst>
              <a:ext uri="{FF2B5EF4-FFF2-40B4-BE49-F238E27FC236}">
                <a16:creationId xmlns:a16="http://schemas.microsoft.com/office/drawing/2014/main" id="{E65255D1-C497-45B3-AFA9-C2355833FAAB}"/>
              </a:ext>
            </a:extLst>
          </p:cNvPr>
          <p:cNvSpPr>
            <a:spLocks noGrp="1"/>
          </p:cNvSpPr>
          <p:nvPr/>
        </p:nvSpPr>
        <p:spPr>
          <a:xfrm>
            <a:off x="8410575" y="2105025"/>
            <a:ext cx="2943225" cy="2790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Conversión de 50 mm² a 5,0×10⁻⁵ m² antes de multiplicar.</a:t>
            </a:r>
          </a:p>
        </p:txBody>
      </p:sp>
      <p:sp>
        <p:nvSpPr>
          <p:cNvPr id="9" name="top-rail-1">
            <a:extLst>
              <a:ext uri="{FF2B5EF4-FFF2-40B4-BE49-F238E27FC236}">
                <a16:creationId xmlns:a16="http://schemas.microsoft.com/office/drawing/2014/main" id="{2AF91B01-D805-49BA-805E-450AC1DAF9C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0" name="top-rail-2">
            <a:extLst>
              <a:ext uri="{FF2B5EF4-FFF2-40B4-BE49-F238E27FC236}">
                <a16:creationId xmlns:a16="http://schemas.microsoft.com/office/drawing/2014/main" id="{3517D75B-4C69-4DE6-B10C-2B010756589A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1" name="top-rail-3">
            <a:extLst>
              <a:ext uri="{FF2B5EF4-FFF2-40B4-BE49-F238E27FC236}">
                <a16:creationId xmlns:a16="http://schemas.microsoft.com/office/drawing/2014/main" id="{7132C7E4-4923-431A-9750-D280491BAA64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2" name="eyebrow">
            <a:extLst>
              <a:ext uri="{FF2B5EF4-FFF2-40B4-BE49-F238E27FC236}">
                <a16:creationId xmlns:a16="http://schemas.microsoft.com/office/drawing/2014/main" id="{A8467AD4-F4B0-4D98-B85B-E8AFCAF67F4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14" name="auto-slide-number">
            <a:extLst>
              <a:ext uri="{FF2B5EF4-FFF2-40B4-BE49-F238E27FC236}">
                <a16:creationId xmlns:a16="http://schemas.microsoft.com/office/drawing/2014/main" id="{13BDFB30-89C4-DB3D-3791-D408E15B67C6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551F52B3-235D-4705-BE03-4A4F3FCDA9F8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110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0A986AA4-D2E5-4E4B-878F-2A4C0A32AFD0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4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G3: modelo combinado del oído medio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0A4DCDB-DFBC-4B07-9E2F-2836D199459C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resultado depende de las definiciones y de las pérdidas que el modelo ideal no representa.</a:t>
            </a:r>
          </a:p>
        </p:txBody>
      </p:sp>
      <p:sp>
        <p:nvSpPr>
          <p:cNvPr id="3" name="equation-box">
            <a:extLst>
              <a:ext uri="{FF2B5EF4-FFF2-40B4-BE49-F238E27FC236}">
                <a16:creationId xmlns:a16="http://schemas.microsoft.com/office/drawing/2014/main" id="{6512EC5D-9E6B-48C7-9A93-B56DF67345D8}"/>
              </a:ext>
            </a:extLst>
          </p:cNvPr>
          <p:cNvSpPr>
            <a:spLocks noGrp="1"/>
          </p:cNvSpPr>
          <p:nvPr/>
        </p:nvSpPr>
        <p:spPr>
          <a:xfrm>
            <a:off x="904875" y="1571625"/>
            <a:ext cx="10382250" cy="1000125"/>
          </a:xfrm>
          <a:prstGeom prst="roundRect">
            <a:avLst>
              <a:gd name="adj" fmla="val 11429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</p:sp>
      <p:sp>
        <p:nvSpPr>
          <p:cNvPr id="4" name="equation">
            <a:extLst>
              <a:ext uri="{FF2B5EF4-FFF2-40B4-BE49-F238E27FC236}">
                <a16:creationId xmlns:a16="http://schemas.microsoft.com/office/drawing/2014/main" id="{3451CAF7-E343-4326-A51F-D787F7CC6C9F}"/>
              </a:ext>
            </a:extLst>
          </p:cNvPr>
          <p:cNvSpPr>
            <a:spLocks noGrp="1"/>
          </p:cNvSpPr>
          <p:nvPr/>
        </p:nvSpPr>
        <p:spPr>
          <a:xfrm>
            <a:off x="1133475" y="1685925"/>
            <a:ext cx="99250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Rₛ = 60/3,0 = 20 · Mₚ ≈ 20·1,2 = 24 · Gₚ = 20 log₁₀(24) ≈ 27,6 dB</a:t>
            </a:r>
          </a:p>
        </p:txBody>
      </p:sp>
      <p:sp>
        <p:nvSpPr>
          <p:cNvPr id="5" name="g3-data-box">
            <a:extLst>
              <a:ext uri="{FF2B5EF4-FFF2-40B4-BE49-F238E27FC236}">
                <a16:creationId xmlns:a16="http://schemas.microsoft.com/office/drawing/2014/main" id="{B795B988-24D8-4A3D-AAA7-69242C70B5BB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3143250" cy="2143125"/>
          </a:xfrm>
          <a:prstGeom prst="roundRect">
            <a:avLst>
              <a:gd name="adj" fmla="val 533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6" name="g3-data-title">
            <a:extLst>
              <a:ext uri="{FF2B5EF4-FFF2-40B4-BE49-F238E27FC236}">
                <a16:creationId xmlns:a16="http://schemas.microsoft.com/office/drawing/2014/main" id="{E03FE220-0429-4EB1-81EF-F3888D61F754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2800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 didácticos</a:t>
            </a:r>
          </a:p>
        </p:txBody>
      </p:sp>
      <p:sp>
        <p:nvSpPr>
          <p:cNvPr id="7" name="g3-data-body">
            <a:extLst>
              <a:ext uri="{FF2B5EF4-FFF2-40B4-BE49-F238E27FC236}">
                <a16:creationId xmlns:a16="http://schemas.microsoft.com/office/drawing/2014/main" id="{8A068424-27B0-4FE4-B8C5-7B5F0AF4DC7C}"/>
              </a:ext>
            </a:extLst>
          </p:cNvPr>
          <p:cNvSpPr>
            <a:spLocks noGrp="1"/>
          </p:cNvSpPr>
          <p:nvPr/>
        </p:nvSpPr>
        <p:spPr>
          <a:xfrm>
            <a:off x="1028700" y="3533775"/>
            <a:ext cx="2800350" cy="1457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Sₜₘ = 60 mm² Sₑ = 3,0 mm² Rₗ = 1,2</a:t>
            </a:r>
          </a:p>
        </p:txBody>
      </p:sp>
      <p:sp>
        <p:nvSpPr>
          <p:cNvPr id="8" name="g3-result-box">
            <a:extLst>
              <a:ext uri="{FF2B5EF4-FFF2-40B4-BE49-F238E27FC236}">
                <a16:creationId xmlns:a16="http://schemas.microsoft.com/office/drawing/2014/main" id="{04BC78B0-1634-4910-B3D6-87E7943C11F4}"/>
              </a:ext>
            </a:extLst>
          </p:cNvPr>
          <p:cNvSpPr>
            <a:spLocks noGrp="1"/>
          </p:cNvSpPr>
          <p:nvPr/>
        </p:nvSpPr>
        <p:spPr>
          <a:xfrm>
            <a:off x="4524375" y="3000375"/>
            <a:ext cx="3143250" cy="2143125"/>
          </a:xfrm>
          <a:prstGeom prst="roundRect">
            <a:avLst>
              <a:gd name="adj" fmla="val 533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9" name="g3-result-title">
            <a:extLst>
              <a:ext uri="{FF2B5EF4-FFF2-40B4-BE49-F238E27FC236}">
                <a16:creationId xmlns:a16="http://schemas.microsoft.com/office/drawing/2014/main" id="{46F17830-66BD-4BF0-BC84-AA9727059A6A}"/>
              </a:ext>
            </a:extLst>
          </p:cNvPr>
          <p:cNvSpPr>
            <a:spLocks noGrp="1"/>
          </p:cNvSpPr>
          <p:nvPr/>
        </p:nvSpPr>
        <p:spPr>
          <a:xfrm>
            <a:off x="4695825" y="3133725"/>
            <a:ext cx="2800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0" name="g3-result-body">
            <a:extLst>
              <a:ext uri="{FF2B5EF4-FFF2-40B4-BE49-F238E27FC236}">
                <a16:creationId xmlns:a16="http://schemas.microsoft.com/office/drawing/2014/main" id="{AAE7128D-73E2-4F57-8297-4E082A0BECA4}"/>
              </a:ext>
            </a:extLst>
          </p:cNvPr>
          <p:cNvSpPr>
            <a:spLocks noGrp="1"/>
          </p:cNvSpPr>
          <p:nvPr/>
        </p:nvSpPr>
        <p:spPr>
          <a:xfrm>
            <a:off x="4695825" y="3533775"/>
            <a:ext cx="2800350" cy="1457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Razón ideal de presiones: 24 Expresión logarítmica: 27,6 dB</a:t>
            </a:r>
          </a:p>
        </p:txBody>
      </p:sp>
      <p:sp>
        <p:nvSpPr>
          <p:cNvPr id="11" name="g3-limit-box">
            <a:extLst>
              <a:ext uri="{FF2B5EF4-FFF2-40B4-BE49-F238E27FC236}">
                <a16:creationId xmlns:a16="http://schemas.microsoft.com/office/drawing/2014/main" id="{87B351AA-F72A-41B4-A8C0-55D5E52798D1}"/>
              </a:ext>
            </a:extLst>
          </p:cNvPr>
          <p:cNvSpPr>
            <a:spLocks noGrp="1"/>
          </p:cNvSpPr>
          <p:nvPr/>
        </p:nvSpPr>
        <p:spPr>
          <a:xfrm>
            <a:off x="8191500" y="3000375"/>
            <a:ext cx="3143250" cy="2143125"/>
          </a:xfrm>
          <a:prstGeom prst="roundRect">
            <a:avLst>
              <a:gd name="adj" fmla="val 533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2" name="g3-limit-title">
            <a:extLst>
              <a:ext uri="{FF2B5EF4-FFF2-40B4-BE49-F238E27FC236}">
                <a16:creationId xmlns:a16="http://schemas.microsoft.com/office/drawing/2014/main" id="{18D44555-E81A-49C6-83D3-54FCB3C48AA6}"/>
              </a:ext>
            </a:extLst>
          </p:cNvPr>
          <p:cNvSpPr>
            <a:spLocks noGrp="1"/>
          </p:cNvSpPr>
          <p:nvPr/>
        </p:nvSpPr>
        <p:spPr>
          <a:xfrm>
            <a:off x="8362950" y="3133725"/>
            <a:ext cx="2800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3" name="g3-limit-body">
            <a:extLst>
              <a:ext uri="{FF2B5EF4-FFF2-40B4-BE49-F238E27FC236}">
                <a16:creationId xmlns:a16="http://schemas.microsoft.com/office/drawing/2014/main" id="{7ABF8350-732B-40D1-8A59-E8EAA3E918A4}"/>
              </a:ext>
            </a:extLst>
          </p:cNvPr>
          <p:cNvSpPr>
            <a:spLocks noGrp="1"/>
          </p:cNvSpPr>
          <p:nvPr/>
        </p:nvSpPr>
        <p:spPr>
          <a:xfrm>
            <a:off x="8362950" y="3533775"/>
            <a:ext cx="2800350" cy="1457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es dB SPL ni ganancia de energía. El oído real presenta pérdidas.</a:t>
            </a:r>
          </a:p>
        </p:txBody>
      </p:sp>
      <p:sp>
        <p:nvSpPr>
          <p:cNvPr id="14" name="top-rail-1">
            <a:extLst>
              <a:ext uri="{FF2B5EF4-FFF2-40B4-BE49-F238E27FC236}">
                <a16:creationId xmlns:a16="http://schemas.microsoft.com/office/drawing/2014/main" id="{C1A32F90-4D70-4102-82C3-D71A2CB9DD57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5" name="top-rail-2">
            <a:extLst>
              <a:ext uri="{FF2B5EF4-FFF2-40B4-BE49-F238E27FC236}">
                <a16:creationId xmlns:a16="http://schemas.microsoft.com/office/drawing/2014/main" id="{BA369D94-8E2E-4084-A4DF-72EE1A301A9E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6" name="top-rail-3">
            <a:extLst>
              <a:ext uri="{FF2B5EF4-FFF2-40B4-BE49-F238E27FC236}">
                <a16:creationId xmlns:a16="http://schemas.microsoft.com/office/drawing/2014/main" id="{F8A78E42-04A4-4949-B9BE-340E8F6A85EF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7" name="eyebrow">
            <a:extLst>
              <a:ext uri="{FF2B5EF4-FFF2-40B4-BE49-F238E27FC236}">
                <a16:creationId xmlns:a16="http://schemas.microsoft.com/office/drawing/2014/main" id="{6CA60785-9301-4BE8-B3F5-BDF84827B6F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19" name="auto-slide-number">
            <a:extLst>
              <a:ext uri="{FF2B5EF4-FFF2-40B4-BE49-F238E27FC236}">
                <a16:creationId xmlns:a16="http://schemas.microsoft.com/office/drawing/2014/main" id="{0CF9E4F7-FF3B-0ADD-2E38-C4853C76D5C0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DC7F3AF-692E-46AA-90F0-748720F35E73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111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0B33C2F0-E636-4F87-96B4-8DFD4ABA5D90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Variantes numéricas y preguntas de transferencia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E7DFA2A-4DAE-4E51-99E1-37F53EA5B55C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Cambiar datos no basta: cada variante debe pedir interpretación y límites.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6494C595-DAF8-4FDC-9534-BD3CA26B0D18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G1: variar longitud del CAE y explicar el efecto.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G2: variar Δp con área fija y comprobar proporcionalidad.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G3: variar áreas/palanca y separar razón, dB y dB SPL.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193654CB-FB95-4B17-A987-B39CB0F1BCA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59FF5D75-06AB-4126-A033-F8908A5FE153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AD3CCC22-4169-48E7-AA17-FC70EC870968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C65BD7F0-20A0-45D1-86F4-DE7BA0704D31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B499BA2C-CE90-2253-DA9A-E4CC7A7F9097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421595D-A044-4610-A47C-A0ED016B1D16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112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613E505C-2478-4526-BA0C-0C357F24AABC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Cinco mecanismos propuestos para conducción ósea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3D8CFB0-8667-4D96-8FA3-3FEFFDB2A77D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contribución relativa depende de frecuencia, transductor y condiciones; no hay una única ruta.</a:t>
            </a:r>
          </a:p>
        </p:txBody>
      </p:sp>
      <p:sp>
        <p:nvSpPr>
          <p:cNvPr id="3" name="U06-DG-026B-cell_1-anchor">
            <a:extLst>
              <a:ext uri="{FF2B5EF4-FFF2-40B4-BE49-F238E27FC236}">
                <a16:creationId xmlns:a16="http://schemas.microsoft.com/office/drawing/2014/main" id="{82099DFA-6C64-4701-AAB6-5273BABE33D9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4" name="U06-DG-026B-cell_2-anchor">
            <a:extLst>
              <a:ext uri="{FF2B5EF4-FFF2-40B4-BE49-F238E27FC236}">
                <a16:creationId xmlns:a16="http://schemas.microsoft.com/office/drawing/2014/main" id="{A7C66F56-1E84-4F65-9085-4B49A0FF5187}"/>
              </a:ext>
            </a:extLst>
          </p:cNvPr>
          <p:cNvSpPr>
            <a:spLocks noGrp="1"/>
          </p:cNvSpPr>
          <p:nvPr/>
        </p:nvSpPr>
        <p:spPr>
          <a:xfrm>
            <a:off x="4435475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5" name="U06-DG-026B-cell_3-anchor">
            <a:extLst>
              <a:ext uri="{FF2B5EF4-FFF2-40B4-BE49-F238E27FC236}">
                <a16:creationId xmlns:a16="http://schemas.microsoft.com/office/drawing/2014/main" id="{77986F4F-409C-4E4D-A948-B6ED87B85B24}"/>
              </a:ext>
            </a:extLst>
          </p:cNvPr>
          <p:cNvSpPr>
            <a:spLocks noGrp="1"/>
          </p:cNvSpPr>
          <p:nvPr/>
        </p:nvSpPr>
        <p:spPr>
          <a:xfrm>
            <a:off x="8089900" y="15716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6" name="U06-DG-026B-cell_4-anchor">
            <a:extLst>
              <a:ext uri="{FF2B5EF4-FFF2-40B4-BE49-F238E27FC236}">
                <a16:creationId xmlns:a16="http://schemas.microsoft.com/office/drawing/2014/main" id="{19D4A82D-4617-4A4B-AB16-15323FE58A79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7" name="U06-DG-026B-cell_5-anchor">
            <a:extLst>
              <a:ext uri="{FF2B5EF4-FFF2-40B4-BE49-F238E27FC236}">
                <a16:creationId xmlns:a16="http://schemas.microsoft.com/office/drawing/2014/main" id="{4396B18A-AEE9-408A-83E8-E511A2487D2F}"/>
              </a:ext>
            </a:extLst>
          </p:cNvPr>
          <p:cNvSpPr>
            <a:spLocks noGrp="1"/>
          </p:cNvSpPr>
          <p:nvPr/>
        </p:nvSpPr>
        <p:spPr>
          <a:xfrm>
            <a:off x="4435475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8" name="U06-DG-026B-cell_6-anchor">
            <a:extLst>
              <a:ext uri="{FF2B5EF4-FFF2-40B4-BE49-F238E27FC236}">
                <a16:creationId xmlns:a16="http://schemas.microsoft.com/office/drawing/2014/main" id="{3A3E201D-8968-4C63-8B16-099DE1E5D6B0}"/>
              </a:ext>
            </a:extLst>
          </p:cNvPr>
          <p:cNvSpPr>
            <a:spLocks noGrp="1"/>
          </p:cNvSpPr>
          <p:nvPr/>
        </p:nvSpPr>
        <p:spPr>
          <a:xfrm>
            <a:off x="8089900" y="3667125"/>
            <a:ext cx="3321050" cy="1809750"/>
          </a:xfrm>
          <a:prstGeom prst="roundRect">
            <a:avLst>
              <a:gd name="adj" fmla="val 5263"/>
            </a:avLst>
          </a:prstGeom>
          <a:noFill/>
          <a:ln w="0">
            <a:noFill/>
            <a:prstDash val="solid"/>
          </a:ln>
        </p:spPr>
      </p:sp>
      <p:sp>
        <p:nvSpPr>
          <p:cNvPr id="9" name="U06-DG-026B-cell_1-box" descr="Diagrama sobre «Cinco mecanismos propuestos para conducción ósea»; organiza definición ampliada, condiciones y cautelas por mecanismo." title="Texto alternativo U06-113">
            <a:extLst>
              <a:ext uri="{FF2B5EF4-FFF2-40B4-BE49-F238E27FC236}">
                <a16:creationId xmlns:a16="http://schemas.microsoft.com/office/drawing/2014/main" id="{04E6E98D-8075-4508-9870-03CDE5170618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10" name="U06-DG-026B-cell_1-title">
            <a:extLst>
              <a:ext uri="{FF2B5EF4-FFF2-40B4-BE49-F238E27FC236}">
                <a16:creationId xmlns:a16="http://schemas.microsoft.com/office/drawing/2014/main" id="{78930EF6-2DC0-4EB0-9C6D-758872B7F102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Radiación al CAE</a:t>
            </a:r>
          </a:p>
        </p:txBody>
      </p:sp>
      <p:sp>
        <p:nvSpPr>
          <p:cNvPr id="11" name="U06-DG-026B-cell_1-body">
            <a:extLst>
              <a:ext uri="{FF2B5EF4-FFF2-40B4-BE49-F238E27FC236}">
                <a16:creationId xmlns:a16="http://schemas.microsoft.com/office/drawing/2014/main" id="{AD9DB72F-796D-455B-81A7-30EA094A6F35}"/>
              </a:ext>
            </a:extLst>
          </p:cNvPr>
          <p:cNvSpPr>
            <a:spLocks noGrp="1"/>
          </p:cNvSpPr>
          <p:nvPr/>
        </p:nvSpPr>
        <p:spPr>
          <a:xfrm>
            <a:off x="971550" y="21621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pared → aire</a:t>
            </a:r>
          </a:p>
        </p:txBody>
      </p:sp>
      <p:sp>
        <p:nvSpPr>
          <p:cNvPr id="12" name="U06-DG-026B-cell_2-box">
            <a:extLst>
              <a:ext uri="{FF2B5EF4-FFF2-40B4-BE49-F238E27FC236}">
                <a16:creationId xmlns:a16="http://schemas.microsoft.com/office/drawing/2014/main" id="{C070A6F3-5C42-4FE2-81E5-146F01CCC0CF}"/>
              </a:ext>
            </a:extLst>
          </p:cNvPr>
          <p:cNvSpPr>
            <a:spLocks noGrp="1"/>
          </p:cNvSpPr>
          <p:nvPr/>
        </p:nvSpPr>
        <p:spPr>
          <a:xfrm>
            <a:off x="4435475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3" name="U06-DG-026B-cell_2-title">
            <a:extLst>
              <a:ext uri="{FF2B5EF4-FFF2-40B4-BE49-F238E27FC236}">
                <a16:creationId xmlns:a16="http://schemas.microsoft.com/office/drawing/2014/main" id="{7940ADDD-CA17-4429-9E22-8CC681DE79FE}"/>
              </a:ext>
            </a:extLst>
          </p:cNvPr>
          <p:cNvSpPr>
            <a:spLocks noGrp="1"/>
          </p:cNvSpPr>
          <p:nvPr/>
        </p:nvSpPr>
        <p:spPr>
          <a:xfrm>
            <a:off x="4625975" y="17145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 osicular</a:t>
            </a:r>
          </a:p>
        </p:txBody>
      </p:sp>
      <p:sp>
        <p:nvSpPr>
          <p:cNvPr id="14" name="U06-DG-026B-cell_2-body">
            <a:extLst>
              <a:ext uri="{FF2B5EF4-FFF2-40B4-BE49-F238E27FC236}">
                <a16:creationId xmlns:a16="http://schemas.microsoft.com/office/drawing/2014/main" id="{7276A77F-6D46-4835-A7DE-8F832AE79FD7}"/>
              </a:ext>
            </a:extLst>
          </p:cNvPr>
          <p:cNvSpPr>
            <a:spLocks noGrp="1"/>
          </p:cNvSpPr>
          <p:nvPr/>
        </p:nvSpPr>
        <p:spPr>
          <a:xfrm>
            <a:off x="4625975" y="21621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 relativo</a:t>
            </a:r>
          </a:p>
        </p:txBody>
      </p:sp>
      <p:sp>
        <p:nvSpPr>
          <p:cNvPr id="15" name="U06-DG-026B-cell_3-box">
            <a:extLst>
              <a:ext uri="{FF2B5EF4-FFF2-40B4-BE49-F238E27FC236}">
                <a16:creationId xmlns:a16="http://schemas.microsoft.com/office/drawing/2014/main" id="{87417D12-B408-4B1C-AD55-D131B11DEC72}"/>
              </a:ext>
            </a:extLst>
          </p:cNvPr>
          <p:cNvSpPr>
            <a:spLocks noGrp="1"/>
          </p:cNvSpPr>
          <p:nvPr/>
        </p:nvSpPr>
        <p:spPr>
          <a:xfrm>
            <a:off x="8089900" y="15716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6" name="U06-DG-026B-cell_3-title">
            <a:extLst>
              <a:ext uri="{FF2B5EF4-FFF2-40B4-BE49-F238E27FC236}">
                <a16:creationId xmlns:a16="http://schemas.microsoft.com/office/drawing/2014/main" id="{34F3B56E-8899-46F6-8732-D8DADA54C832}"/>
              </a:ext>
            </a:extLst>
          </p:cNvPr>
          <p:cNvSpPr>
            <a:spLocks noGrp="1"/>
          </p:cNvSpPr>
          <p:nvPr/>
        </p:nvSpPr>
        <p:spPr>
          <a:xfrm>
            <a:off x="8280400" y="1714500"/>
            <a:ext cx="2940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 de fluidos</a:t>
            </a:r>
          </a:p>
        </p:txBody>
      </p:sp>
      <p:sp>
        <p:nvSpPr>
          <p:cNvPr id="17" name="U06-DG-026B-cell_3-body">
            <a:extLst>
              <a:ext uri="{FF2B5EF4-FFF2-40B4-BE49-F238E27FC236}">
                <a16:creationId xmlns:a16="http://schemas.microsoft.com/office/drawing/2014/main" id="{340CDACA-C6F4-4DF0-8251-EC0B9203BE95}"/>
              </a:ext>
            </a:extLst>
          </p:cNvPr>
          <p:cNvSpPr>
            <a:spLocks noGrp="1"/>
          </p:cNvSpPr>
          <p:nvPr/>
        </p:nvSpPr>
        <p:spPr>
          <a:xfrm>
            <a:off x="8280400" y="2486025"/>
            <a:ext cx="2940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movimiento relativo</a:t>
            </a:r>
          </a:p>
        </p:txBody>
      </p:sp>
      <p:sp>
        <p:nvSpPr>
          <p:cNvPr id="18" name="U06-DG-026B-cell_4-box">
            <a:extLst>
              <a:ext uri="{FF2B5EF4-FFF2-40B4-BE49-F238E27FC236}">
                <a16:creationId xmlns:a16="http://schemas.microsoft.com/office/drawing/2014/main" id="{660659D4-09B0-4E66-B5F1-38DAE8C3E90E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19" name="U06-DG-026B-cell_4-title">
            <a:extLst>
              <a:ext uri="{FF2B5EF4-FFF2-40B4-BE49-F238E27FC236}">
                <a16:creationId xmlns:a16="http://schemas.microsoft.com/office/drawing/2014/main" id="{C2860B42-D386-482B-BF89-544926D31FA2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2940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Deformación coclear</a:t>
            </a:r>
          </a:p>
        </p:txBody>
      </p:sp>
      <p:sp>
        <p:nvSpPr>
          <p:cNvPr id="20" name="U06-DG-026B-cell_4-body">
            <a:extLst>
              <a:ext uri="{FF2B5EF4-FFF2-40B4-BE49-F238E27FC236}">
                <a16:creationId xmlns:a16="http://schemas.microsoft.com/office/drawing/2014/main" id="{F331A86A-CA27-4276-9D9C-AB2FEAB40715}"/>
              </a:ext>
            </a:extLst>
          </p:cNvPr>
          <p:cNvSpPr>
            <a:spLocks noGrp="1"/>
          </p:cNvSpPr>
          <p:nvPr/>
        </p:nvSpPr>
        <p:spPr>
          <a:xfrm>
            <a:off x="971550" y="4581525"/>
            <a:ext cx="2940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diferencia de presión</a:t>
            </a:r>
          </a:p>
        </p:txBody>
      </p:sp>
      <p:sp>
        <p:nvSpPr>
          <p:cNvPr id="21" name="U06-DG-026B-cell_5-box">
            <a:extLst>
              <a:ext uri="{FF2B5EF4-FFF2-40B4-BE49-F238E27FC236}">
                <a16:creationId xmlns:a16="http://schemas.microsoft.com/office/drawing/2014/main" id="{855C3806-2D89-420E-BA8D-F5B168834786}"/>
              </a:ext>
            </a:extLst>
          </p:cNvPr>
          <p:cNvSpPr>
            <a:spLocks noGrp="1"/>
          </p:cNvSpPr>
          <p:nvPr/>
        </p:nvSpPr>
        <p:spPr>
          <a:xfrm>
            <a:off x="4435475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22" name="U06-DG-026B-cell_5-title">
            <a:extLst>
              <a:ext uri="{FF2B5EF4-FFF2-40B4-BE49-F238E27FC236}">
                <a16:creationId xmlns:a16="http://schemas.microsoft.com/office/drawing/2014/main" id="{B402CB56-BB32-415C-AAC4-6D4905796426}"/>
              </a:ext>
            </a:extLst>
          </p:cNvPr>
          <p:cNvSpPr>
            <a:spLocks noGrp="1"/>
          </p:cNvSpPr>
          <p:nvPr/>
        </p:nvSpPr>
        <p:spPr>
          <a:xfrm>
            <a:off x="4625975" y="38100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Tejidos blandos</a:t>
            </a:r>
          </a:p>
        </p:txBody>
      </p:sp>
      <p:sp>
        <p:nvSpPr>
          <p:cNvPr id="23" name="U06-DG-026B-cell_5-body">
            <a:extLst>
              <a:ext uri="{FF2B5EF4-FFF2-40B4-BE49-F238E27FC236}">
                <a16:creationId xmlns:a16="http://schemas.microsoft.com/office/drawing/2014/main" id="{3165407E-8B06-42FA-B88E-3BE095E8E8AC}"/>
              </a:ext>
            </a:extLst>
          </p:cNvPr>
          <p:cNvSpPr>
            <a:spLocks noGrp="1"/>
          </p:cNvSpPr>
          <p:nvPr/>
        </p:nvSpPr>
        <p:spPr>
          <a:xfrm>
            <a:off x="4625975" y="42576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transmisión</a:t>
            </a:r>
          </a:p>
        </p:txBody>
      </p:sp>
      <p:sp>
        <p:nvSpPr>
          <p:cNvPr id="24" name="U06-DG-026B-cell_6-box">
            <a:extLst>
              <a:ext uri="{FF2B5EF4-FFF2-40B4-BE49-F238E27FC236}">
                <a16:creationId xmlns:a16="http://schemas.microsoft.com/office/drawing/2014/main" id="{80E45D6A-B268-42DD-9908-8A4B21CFC21B}"/>
              </a:ext>
            </a:extLst>
          </p:cNvPr>
          <p:cNvSpPr>
            <a:spLocks noGrp="1"/>
          </p:cNvSpPr>
          <p:nvPr/>
        </p:nvSpPr>
        <p:spPr>
          <a:xfrm>
            <a:off x="8089900" y="3667125"/>
            <a:ext cx="3321050" cy="1809750"/>
          </a:xfrm>
          <a:prstGeom prst="roundRect">
            <a:avLst>
              <a:gd name="adj" fmla="val 526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25" name="U06-DG-026B-cell_6-title">
            <a:extLst>
              <a:ext uri="{FF2B5EF4-FFF2-40B4-BE49-F238E27FC236}">
                <a16:creationId xmlns:a16="http://schemas.microsoft.com/office/drawing/2014/main" id="{B6421A2B-6A62-4488-B801-C852F70331AE}"/>
              </a:ext>
            </a:extLst>
          </p:cNvPr>
          <p:cNvSpPr>
            <a:spLocks noGrp="1"/>
          </p:cNvSpPr>
          <p:nvPr/>
        </p:nvSpPr>
        <p:spPr>
          <a:xfrm>
            <a:off x="8280400" y="3810000"/>
            <a:ext cx="294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Respuesta coclear</a:t>
            </a:r>
          </a:p>
        </p:txBody>
      </p:sp>
      <p:sp>
        <p:nvSpPr>
          <p:cNvPr id="26" name="U06-DG-026B-cell_6-body">
            <a:extLst>
              <a:ext uri="{FF2B5EF4-FFF2-40B4-BE49-F238E27FC236}">
                <a16:creationId xmlns:a16="http://schemas.microsoft.com/office/drawing/2014/main" id="{61AFF1FE-D28C-4E57-9167-59DC42E5DB74}"/>
              </a:ext>
            </a:extLst>
          </p:cNvPr>
          <p:cNvSpPr>
            <a:spLocks noGrp="1"/>
          </p:cNvSpPr>
          <p:nvPr/>
        </p:nvSpPr>
        <p:spPr>
          <a:xfrm>
            <a:off x="8280400" y="4257675"/>
            <a:ext cx="2940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 condicionada</a:t>
            </a:r>
          </a:p>
        </p:txBody>
      </p:sp>
      <p:sp>
        <p:nvSpPr>
          <p:cNvPr id="27" name="top-rail-1">
            <a:extLst>
              <a:ext uri="{FF2B5EF4-FFF2-40B4-BE49-F238E27FC236}">
                <a16:creationId xmlns:a16="http://schemas.microsoft.com/office/drawing/2014/main" id="{4C02717D-5380-4EA8-9D60-BFDC2B4E9C51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28" name="top-rail-2">
            <a:extLst>
              <a:ext uri="{FF2B5EF4-FFF2-40B4-BE49-F238E27FC236}">
                <a16:creationId xmlns:a16="http://schemas.microsoft.com/office/drawing/2014/main" id="{9BEFBAE0-1C63-4727-8E8F-F592D376B697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29" name="top-rail-3">
            <a:extLst>
              <a:ext uri="{FF2B5EF4-FFF2-40B4-BE49-F238E27FC236}">
                <a16:creationId xmlns:a16="http://schemas.microsoft.com/office/drawing/2014/main" id="{43DF0019-18B4-4144-B8C4-3B204803273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30" name="eyebrow">
            <a:extLst>
              <a:ext uri="{FF2B5EF4-FFF2-40B4-BE49-F238E27FC236}">
                <a16:creationId xmlns:a16="http://schemas.microsoft.com/office/drawing/2014/main" id="{80739417-CB3B-4AED-B4C4-96F93A1A55B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32" name="auto-slide-number">
            <a:extLst>
              <a:ext uri="{FF2B5EF4-FFF2-40B4-BE49-F238E27FC236}">
                <a16:creationId xmlns:a16="http://schemas.microsoft.com/office/drawing/2014/main" id="{654C7FD9-D052-C644-8537-0B2A41F1917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CFC48ED8-04E1-41C1-BF52-F513268E46A7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113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30EA0249-C3DE-4E81-9344-70400B5EE641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Detalle electroquímico de la transducción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3E18EED-9EDD-423A-8E8E-856589060B15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dirección de corrientes depende de gradientes electroquímicos y compartimentos, no solo de “carga positiva”.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45DEB9A3-D597-4D18-9785-AFF3A6CE2FB1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K⁺: entrada apical y despolarización.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Ca²⁺: acoplamiento basal con liberación.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Repolarización: cierre del ciclo celular.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Glutamato: comunicación con la fibra.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732D4C6A-B75D-45E5-96AA-99F21BDE3014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5BE3B713-17A2-48D6-91B2-0076FDCBA704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03209513-8103-4F32-9A55-65538EF0A790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CE2BE125-7947-4820-AD37-5EE8BCF4635A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ECE41661-0C7F-3C88-0881-B9F7AE39BB53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1E5C6497-E755-4046-83A3-BBAD50A7D155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114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07BB6298-C7B6-4AAB-877A-F21610E86716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Reflejo acústico: latencia, umbral y límites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63AB1B9-17FF-4CA2-9784-52F7835E40E9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Latencia y umbral varían con estímulo y método; no deben presentarse como constantes universales.</a:t>
            </a:r>
          </a:p>
        </p:txBody>
      </p:sp>
      <p:sp>
        <p:nvSpPr>
          <p:cNvPr id="3" name="reflex-threshold-box">
            <a:extLst>
              <a:ext uri="{FF2B5EF4-FFF2-40B4-BE49-F238E27FC236}">
                <a16:creationId xmlns:a16="http://schemas.microsoft.com/office/drawing/2014/main" id="{1B947D0C-909B-492B-829F-7CE6A3C79900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5048250" cy="1762125"/>
          </a:xfrm>
          <a:prstGeom prst="roundRect">
            <a:avLst>
              <a:gd name="adj" fmla="val 6486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4" name="reflex-threshold-title">
            <a:extLst>
              <a:ext uri="{FF2B5EF4-FFF2-40B4-BE49-F238E27FC236}">
                <a16:creationId xmlns:a16="http://schemas.microsoft.com/office/drawing/2014/main" id="{7F6D5233-F122-4AB2-A30C-94BCE8A43DAB}"/>
              </a:ext>
            </a:extLst>
          </p:cNvPr>
          <p:cNvSpPr>
            <a:spLocks noGrp="1"/>
          </p:cNvSpPr>
          <p:nvPr/>
        </p:nvSpPr>
        <p:spPr>
          <a:xfrm>
            <a:off x="885825" y="165735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Umbral</a:t>
            </a:r>
          </a:p>
        </p:txBody>
      </p:sp>
      <p:sp>
        <p:nvSpPr>
          <p:cNvPr id="5" name="reflex-threshold-body">
            <a:extLst>
              <a:ext uri="{FF2B5EF4-FFF2-40B4-BE49-F238E27FC236}">
                <a16:creationId xmlns:a16="http://schemas.microsoft.com/office/drawing/2014/main" id="{0E5E95EB-CC7E-4C98-B1D0-425825B94107}"/>
              </a:ext>
            </a:extLst>
          </p:cNvPr>
          <p:cNvSpPr>
            <a:spLocks noGrp="1"/>
          </p:cNvSpPr>
          <p:nvPr/>
        </p:nvSpPr>
        <p:spPr>
          <a:xfrm>
            <a:off x="885825" y="2057400"/>
            <a:ext cx="47053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Depende del estímulo, el método y la persona; no es una constante universal.</a:t>
            </a:r>
          </a:p>
        </p:txBody>
      </p:sp>
      <p:sp>
        <p:nvSpPr>
          <p:cNvPr id="6" name="reflex-latency-box">
            <a:extLst>
              <a:ext uri="{FF2B5EF4-FFF2-40B4-BE49-F238E27FC236}">
                <a16:creationId xmlns:a16="http://schemas.microsoft.com/office/drawing/2014/main" id="{BCD79426-9AB7-441B-9A5E-601C55D5F6F4}"/>
              </a:ext>
            </a:extLst>
          </p:cNvPr>
          <p:cNvSpPr>
            <a:spLocks noGrp="1"/>
          </p:cNvSpPr>
          <p:nvPr/>
        </p:nvSpPr>
        <p:spPr>
          <a:xfrm>
            <a:off x="6429375" y="1524000"/>
            <a:ext cx="5048250" cy="1762125"/>
          </a:xfrm>
          <a:prstGeom prst="roundRect">
            <a:avLst>
              <a:gd name="adj" fmla="val 6486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7" name="reflex-latency-title">
            <a:extLst>
              <a:ext uri="{FF2B5EF4-FFF2-40B4-BE49-F238E27FC236}">
                <a16:creationId xmlns:a16="http://schemas.microsoft.com/office/drawing/2014/main" id="{550A3A63-2128-413C-9C21-62EF40F25213}"/>
              </a:ext>
            </a:extLst>
          </p:cNvPr>
          <p:cNvSpPr>
            <a:spLocks noGrp="1"/>
          </p:cNvSpPr>
          <p:nvPr/>
        </p:nvSpPr>
        <p:spPr>
          <a:xfrm>
            <a:off x="6600825" y="165735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Latencia</a:t>
            </a:r>
          </a:p>
        </p:txBody>
      </p:sp>
      <p:sp>
        <p:nvSpPr>
          <p:cNvPr id="8" name="reflex-latency-body">
            <a:extLst>
              <a:ext uri="{FF2B5EF4-FFF2-40B4-BE49-F238E27FC236}">
                <a16:creationId xmlns:a16="http://schemas.microsoft.com/office/drawing/2014/main" id="{2303AD65-7C17-4D39-81C3-4D437EDA3114}"/>
              </a:ext>
            </a:extLst>
          </p:cNvPr>
          <p:cNvSpPr>
            <a:spLocks noGrp="1"/>
          </p:cNvSpPr>
          <p:nvPr/>
        </p:nvSpPr>
        <p:spPr>
          <a:xfrm>
            <a:off x="6600825" y="2057400"/>
            <a:ext cx="47053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Disminuye al aumentar el nivel por encima del umbral, pero la respuesta muscular no es instantánea.</a:t>
            </a:r>
          </a:p>
        </p:txBody>
      </p:sp>
      <p:sp>
        <p:nvSpPr>
          <p:cNvPr id="9" name="reflex-impulse-box">
            <a:extLst>
              <a:ext uri="{FF2B5EF4-FFF2-40B4-BE49-F238E27FC236}">
                <a16:creationId xmlns:a16="http://schemas.microsoft.com/office/drawing/2014/main" id="{A30790E1-0C7D-4648-912E-C1727C4C7E1A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5048250" cy="1762125"/>
          </a:xfrm>
          <a:prstGeom prst="roundRect">
            <a:avLst>
              <a:gd name="adj" fmla="val 6486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reflex-impulse-title">
            <a:extLst>
              <a:ext uri="{FF2B5EF4-FFF2-40B4-BE49-F238E27FC236}">
                <a16:creationId xmlns:a16="http://schemas.microsoft.com/office/drawing/2014/main" id="{B1D43D55-19F9-469A-9CC6-838ABE602781}"/>
              </a:ext>
            </a:extLst>
          </p:cNvPr>
          <p:cNvSpPr>
            <a:spLocks noGrp="1"/>
          </p:cNvSpPr>
          <p:nvPr/>
        </p:nvSpPr>
        <p:spPr>
          <a:xfrm>
            <a:off x="885825" y="375285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Impulsos breves</a:t>
            </a:r>
          </a:p>
        </p:txBody>
      </p:sp>
      <p:sp>
        <p:nvSpPr>
          <p:cNvPr id="11" name="reflex-impulse-body">
            <a:extLst>
              <a:ext uri="{FF2B5EF4-FFF2-40B4-BE49-F238E27FC236}">
                <a16:creationId xmlns:a16="http://schemas.microsoft.com/office/drawing/2014/main" id="{96A54D5B-FE4A-4BF6-8A3F-7D136A108271}"/>
              </a:ext>
            </a:extLst>
          </p:cNvPr>
          <p:cNvSpPr>
            <a:spLocks noGrp="1"/>
          </p:cNvSpPr>
          <p:nvPr/>
        </p:nvSpPr>
        <p:spPr>
          <a:xfrm>
            <a:off x="885825" y="4152900"/>
            <a:ext cx="47053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comienzo del impulso puede preceder a la contracción: no hay protección inicial garantizada.</a:t>
            </a:r>
          </a:p>
        </p:txBody>
      </p:sp>
      <p:sp>
        <p:nvSpPr>
          <p:cNvPr id="12" name="reflex-interpretation-box">
            <a:extLst>
              <a:ext uri="{FF2B5EF4-FFF2-40B4-BE49-F238E27FC236}">
                <a16:creationId xmlns:a16="http://schemas.microsoft.com/office/drawing/2014/main" id="{7AC006B8-738E-43E5-ABA5-2B15D10DEAC6}"/>
              </a:ext>
            </a:extLst>
          </p:cNvPr>
          <p:cNvSpPr>
            <a:spLocks noGrp="1"/>
          </p:cNvSpPr>
          <p:nvPr/>
        </p:nvSpPr>
        <p:spPr>
          <a:xfrm>
            <a:off x="6429375" y="3619500"/>
            <a:ext cx="5048250" cy="1762125"/>
          </a:xfrm>
          <a:prstGeom prst="roundRect">
            <a:avLst>
              <a:gd name="adj" fmla="val 6486"/>
            </a:avLst>
          </a:prstGeom>
          <a:solidFill>
            <a:srgbClr val="F7F6F2"/>
          </a:solidFill>
          <a:ln w="19050">
            <a:solidFill>
              <a:srgbClr val="969FA7"/>
            </a:solidFill>
            <a:prstDash val="solid"/>
          </a:ln>
        </p:spPr>
      </p:sp>
      <p:sp>
        <p:nvSpPr>
          <p:cNvPr id="13" name="reflex-interpretation-title">
            <a:extLst>
              <a:ext uri="{FF2B5EF4-FFF2-40B4-BE49-F238E27FC236}">
                <a16:creationId xmlns:a16="http://schemas.microsoft.com/office/drawing/2014/main" id="{309478EA-2AD4-4C69-9770-0826FC889153}"/>
              </a:ext>
            </a:extLst>
          </p:cNvPr>
          <p:cNvSpPr>
            <a:spLocks noGrp="1"/>
          </p:cNvSpPr>
          <p:nvPr/>
        </p:nvSpPr>
        <p:spPr>
          <a:xfrm>
            <a:off x="6600825" y="3752850"/>
            <a:ext cx="470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4" name="reflex-interpretation-body">
            <a:extLst>
              <a:ext uri="{FF2B5EF4-FFF2-40B4-BE49-F238E27FC236}">
                <a16:creationId xmlns:a16="http://schemas.microsoft.com/office/drawing/2014/main" id="{5113C150-5803-4062-8BC3-6C472BB24A76}"/>
              </a:ext>
            </a:extLst>
          </p:cNvPr>
          <p:cNvSpPr>
            <a:spLocks noGrp="1"/>
          </p:cNvSpPr>
          <p:nvPr/>
        </p:nvSpPr>
        <p:spPr>
          <a:xfrm>
            <a:off x="6600825" y="4152900"/>
            <a:ext cx="47053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medición del reflejo informa sobre varias partes del sistema; no identifica por sí sola una etiología.</a:t>
            </a:r>
          </a:p>
        </p:txBody>
      </p:sp>
      <p:sp>
        <p:nvSpPr>
          <p:cNvPr id="15" name="top-rail-1">
            <a:extLst>
              <a:ext uri="{FF2B5EF4-FFF2-40B4-BE49-F238E27FC236}">
                <a16:creationId xmlns:a16="http://schemas.microsoft.com/office/drawing/2014/main" id="{9AC552E8-005E-4301-B9B7-8C64E7106E3A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6" name="top-rail-2">
            <a:extLst>
              <a:ext uri="{FF2B5EF4-FFF2-40B4-BE49-F238E27FC236}">
                <a16:creationId xmlns:a16="http://schemas.microsoft.com/office/drawing/2014/main" id="{3DFF5FBF-51FE-43AE-A407-2A40E1F0512B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7" name="top-rail-3">
            <a:extLst>
              <a:ext uri="{FF2B5EF4-FFF2-40B4-BE49-F238E27FC236}">
                <a16:creationId xmlns:a16="http://schemas.microsoft.com/office/drawing/2014/main" id="{835AEE44-4381-43EC-9EF6-E96B28E2E2E7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8" name="eyebrow">
            <a:extLst>
              <a:ext uri="{FF2B5EF4-FFF2-40B4-BE49-F238E27FC236}">
                <a16:creationId xmlns:a16="http://schemas.microsoft.com/office/drawing/2014/main" id="{17F38BE7-7F57-41E8-A029-90823C03FF37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20" name="auto-slide-number">
            <a:extLst>
              <a:ext uri="{FF2B5EF4-FFF2-40B4-BE49-F238E27FC236}">
                <a16:creationId xmlns:a16="http://schemas.microsoft.com/office/drawing/2014/main" id="{47A0A4AA-C563-5D1C-BD20-E39690A5EC9F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FDBEDA4C-CB41-492C-AA33-BDAF86835779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115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A6512DB2-17F2-4D62-9C10-01E715ECECA2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Túnel de Corti: criterios de rotulado anatómico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14C6836-A4C4-4AC9-B2E4-55CAE3DE5110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visual debe mostrar límites anatómicos y relación con pilares sin distorsión.</a:t>
            </a:r>
          </a:p>
        </p:txBody>
      </p:sp>
      <p:sp>
        <p:nvSpPr>
          <p:cNvPr id="3" name="tunnel-check-1-box">
            <a:extLst>
              <a:ext uri="{FF2B5EF4-FFF2-40B4-BE49-F238E27FC236}">
                <a16:creationId xmlns:a16="http://schemas.microsoft.com/office/drawing/2014/main" id="{D551815D-DD51-4D39-A47D-08EAC157BDDC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3333750" cy="2952750"/>
          </a:xfrm>
          <a:prstGeom prst="roundRect">
            <a:avLst>
              <a:gd name="adj" fmla="val 387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</p:sp>
      <p:sp>
        <p:nvSpPr>
          <p:cNvPr id="4" name="tunnel-check-1-title">
            <a:extLst>
              <a:ext uri="{FF2B5EF4-FFF2-40B4-BE49-F238E27FC236}">
                <a16:creationId xmlns:a16="http://schemas.microsoft.com/office/drawing/2014/main" id="{C278DCFD-F31F-4A96-BABF-7556DFF343EE}"/>
              </a:ext>
            </a:extLst>
          </p:cNvPr>
          <p:cNvSpPr>
            <a:spLocks noGrp="1"/>
          </p:cNvSpPr>
          <p:nvPr/>
        </p:nvSpPr>
        <p:spPr>
          <a:xfrm>
            <a:off x="838200" y="1800225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Ubicación</a:t>
            </a:r>
          </a:p>
        </p:txBody>
      </p:sp>
      <p:sp>
        <p:nvSpPr>
          <p:cNvPr id="5" name="tunnel-check-1-body">
            <a:extLst>
              <a:ext uri="{FF2B5EF4-FFF2-40B4-BE49-F238E27FC236}">
                <a16:creationId xmlns:a16="http://schemas.microsoft.com/office/drawing/2014/main" id="{7D2B85FF-692B-4A26-BC6C-2F82A0BE4C5B}"/>
              </a:ext>
            </a:extLst>
          </p:cNvPr>
          <p:cNvSpPr>
            <a:spLocks noGrp="1"/>
          </p:cNvSpPr>
          <p:nvPr/>
        </p:nvSpPr>
        <p:spPr>
          <a:xfrm>
            <a:off x="838200" y="2200275"/>
            <a:ext cx="29908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Órgano de Corti, sobre la membrana basilar.</a:t>
            </a:r>
          </a:p>
        </p:txBody>
      </p:sp>
      <p:sp>
        <p:nvSpPr>
          <p:cNvPr id="6" name="tunnel-check-2-box">
            <a:extLst>
              <a:ext uri="{FF2B5EF4-FFF2-40B4-BE49-F238E27FC236}">
                <a16:creationId xmlns:a16="http://schemas.microsoft.com/office/drawing/2014/main" id="{1B950324-F20B-4199-8135-195C6BABAEE1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2952750"/>
          </a:xfrm>
          <a:prstGeom prst="roundRect">
            <a:avLst>
              <a:gd name="adj" fmla="val 3871"/>
            </a:avLst>
          </a:prstGeom>
          <a:solidFill>
            <a:srgbClr val="F4E9EF"/>
          </a:solidFill>
          <a:ln w="19050">
            <a:solidFill>
              <a:srgbClr val="4D1434"/>
            </a:solidFill>
            <a:prstDash val="solid"/>
          </a:ln>
        </p:spPr>
      </p:sp>
      <p:sp>
        <p:nvSpPr>
          <p:cNvPr id="7" name="tunnel-check-2-title">
            <a:extLst>
              <a:ext uri="{FF2B5EF4-FFF2-40B4-BE49-F238E27FC236}">
                <a16:creationId xmlns:a16="http://schemas.microsoft.com/office/drawing/2014/main" id="{F81076C2-A7E7-4AA4-8C93-54DB4CB870BF}"/>
              </a:ext>
            </a:extLst>
          </p:cNvPr>
          <p:cNvSpPr>
            <a:spLocks noGrp="1"/>
          </p:cNvSpPr>
          <p:nvPr/>
        </p:nvSpPr>
        <p:spPr>
          <a:xfrm>
            <a:off x="4600575" y="1800225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Límites</a:t>
            </a:r>
          </a:p>
        </p:txBody>
      </p:sp>
      <p:sp>
        <p:nvSpPr>
          <p:cNvPr id="8" name="tunnel-check-2-body">
            <a:extLst>
              <a:ext uri="{FF2B5EF4-FFF2-40B4-BE49-F238E27FC236}">
                <a16:creationId xmlns:a16="http://schemas.microsoft.com/office/drawing/2014/main" id="{F211C4C9-A8AD-4E53-A30A-69DACF61C00A}"/>
              </a:ext>
            </a:extLst>
          </p:cNvPr>
          <p:cNvSpPr>
            <a:spLocks noGrp="1"/>
          </p:cNvSpPr>
          <p:nvPr/>
        </p:nvSpPr>
        <p:spPr>
          <a:xfrm>
            <a:off x="4600575" y="2200275"/>
            <a:ext cx="29908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Pilar interno, pilar externo y zona arcuata de la membrana basilar.</a:t>
            </a:r>
          </a:p>
        </p:txBody>
      </p:sp>
      <p:sp>
        <p:nvSpPr>
          <p:cNvPr id="9" name="tunnel-check-3-box">
            <a:extLst>
              <a:ext uri="{FF2B5EF4-FFF2-40B4-BE49-F238E27FC236}">
                <a16:creationId xmlns:a16="http://schemas.microsoft.com/office/drawing/2014/main" id="{422C2769-889F-4314-9089-263B28AED291}"/>
              </a:ext>
            </a:extLst>
          </p:cNvPr>
          <p:cNvSpPr>
            <a:spLocks noGrp="1"/>
          </p:cNvSpPr>
          <p:nvPr/>
        </p:nvSpPr>
        <p:spPr>
          <a:xfrm>
            <a:off x="8191500" y="1666875"/>
            <a:ext cx="3333750" cy="2952750"/>
          </a:xfrm>
          <a:prstGeom prst="roundRect">
            <a:avLst>
              <a:gd name="adj" fmla="val 387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</p:sp>
      <p:sp>
        <p:nvSpPr>
          <p:cNvPr id="10" name="tunnel-check-3-title">
            <a:extLst>
              <a:ext uri="{FF2B5EF4-FFF2-40B4-BE49-F238E27FC236}">
                <a16:creationId xmlns:a16="http://schemas.microsoft.com/office/drawing/2014/main" id="{C759D40A-D8A9-4BE3-9708-4955919DB9E4}"/>
              </a:ext>
            </a:extLst>
          </p:cNvPr>
          <p:cNvSpPr>
            <a:spLocks noGrp="1"/>
          </p:cNvSpPr>
          <p:nvPr/>
        </p:nvSpPr>
        <p:spPr>
          <a:xfrm>
            <a:off x="8362950" y="1800225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3 · Lectura</a:t>
            </a:r>
          </a:p>
        </p:txBody>
      </p:sp>
      <p:sp>
        <p:nvSpPr>
          <p:cNvPr id="11" name="tunnel-check-3-body">
            <a:extLst>
              <a:ext uri="{FF2B5EF4-FFF2-40B4-BE49-F238E27FC236}">
                <a16:creationId xmlns:a16="http://schemas.microsoft.com/office/drawing/2014/main" id="{B54BC80C-FA90-45CC-A46E-78A692AB9C24}"/>
              </a:ext>
            </a:extLst>
          </p:cNvPr>
          <p:cNvSpPr>
            <a:spLocks noGrp="1"/>
          </p:cNvSpPr>
          <p:nvPr/>
        </p:nvSpPr>
        <p:spPr>
          <a:xfrm>
            <a:off x="8362950" y="2200275"/>
            <a:ext cx="29908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Espacio triangular; esquema conceptual, no escala anatómica.</a:t>
            </a:r>
          </a:p>
        </p:txBody>
      </p:sp>
      <p:sp>
        <p:nvSpPr>
          <p:cNvPr id="12" name="tunnel-check-warning">
            <a:extLst>
              <a:ext uri="{FF2B5EF4-FFF2-40B4-BE49-F238E27FC236}">
                <a16:creationId xmlns:a16="http://schemas.microsoft.com/office/drawing/2014/main" id="{B5195B5C-9DA9-4CF8-B2E7-9027A3D908F5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Rotular sin confundir el túnel con una célula, una membrana o el espacio de Nuel.</a:t>
            </a:r>
          </a:p>
        </p:txBody>
      </p:sp>
      <p:sp>
        <p:nvSpPr>
          <p:cNvPr id="13" name="top-rail-1">
            <a:extLst>
              <a:ext uri="{FF2B5EF4-FFF2-40B4-BE49-F238E27FC236}">
                <a16:creationId xmlns:a16="http://schemas.microsoft.com/office/drawing/2014/main" id="{4EA12A33-AA1A-4FC1-BA0B-4EF480FCE251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14" name="top-rail-2">
            <a:extLst>
              <a:ext uri="{FF2B5EF4-FFF2-40B4-BE49-F238E27FC236}">
                <a16:creationId xmlns:a16="http://schemas.microsoft.com/office/drawing/2014/main" id="{F7F476E9-3C2F-4156-B260-8375F5AC8DD8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15" name="top-rail-3">
            <a:extLst>
              <a:ext uri="{FF2B5EF4-FFF2-40B4-BE49-F238E27FC236}">
                <a16:creationId xmlns:a16="http://schemas.microsoft.com/office/drawing/2014/main" id="{758F745B-C055-47A3-8134-4584B02A653F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16" name="eyebrow">
            <a:extLst>
              <a:ext uri="{FF2B5EF4-FFF2-40B4-BE49-F238E27FC236}">
                <a16:creationId xmlns:a16="http://schemas.microsoft.com/office/drawing/2014/main" id="{AEF2D904-C0E1-41DD-A1E0-B90AF0185F96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18" name="auto-slide-number">
            <a:extLst>
              <a:ext uri="{FF2B5EF4-FFF2-40B4-BE49-F238E27FC236}">
                <a16:creationId xmlns:a16="http://schemas.microsoft.com/office/drawing/2014/main" id="{C70266A5-19EF-7872-95B9-9BA0044E0EB2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32A067A7-20FF-4B50-B2E3-9617B7E11F4A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116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7B7DFC69-75A4-4CA2-918D-4FD5FC8E94AB}"/>
              </a:ext>
            </a:extLst>
          </p:cNvPr>
          <p:cNvSpPr>
            <a:spLocks noGrp="1"/>
          </p:cNvSpPr>
          <p:nvPr/>
        </p:nvSpPr>
        <p:spPr>
          <a:xfrm>
            <a:off x="495300" y="409575"/>
            <a:ext cx="11163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0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Fuentes, glosario y decisiones de alcance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EB4BDC7-650B-4849-80F6-C933B4762FE5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Cada ampliación, visual y decisión debe poder rastrearse.</a:t>
            </a:r>
          </a:p>
        </p:txBody>
      </p:sp>
      <p:sp>
        <p:nvSpPr>
          <p:cNvPr id="3" name="main-ideas">
            <a:extLst>
              <a:ext uri="{FF2B5EF4-FFF2-40B4-BE49-F238E27FC236}">
                <a16:creationId xmlns:a16="http://schemas.microsoft.com/office/drawing/2014/main" id="{3723476E-4989-459B-BCE0-B46BC833B15E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Programa oficial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capítulo LaTeX/PDF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bibliografía del capítulo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glosario y notación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manifiesto de assets</a:t>
            </a:r>
          </a:p>
          <a:p>
            <a:pPr marL="28" indent="-15">
              <a:lnSpc>
                <a:spcPct val="104000"/>
              </a:lnSpc>
              <a:spcAft>
                <a:spcPts val="11"/>
              </a:spcAft>
              <a:buNone/>
              <a:defRPr sz="2175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decisiones de alcance documentadas.</a:t>
            </a:r>
          </a:p>
        </p:txBody>
      </p:sp>
      <p:sp>
        <p:nvSpPr>
          <p:cNvPr id="4" name="top-rail-1">
            <a:extLst>
              <a:ext uri="{FF2B5EF4-FFF2-40B4-BE49-F238E27FC236}">
                <a16:creationId xmlns:a16="http://schemas.microsoft.com/office/drawing/2014/main" id="{C92EBF1B-823A-43BE-B041-2D9983322B75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3657600" cy="47625"/>
          </a:xfrm>
          <a:prstGeom prst="rect">
            <a:avLst/>
          </a:prstGeom>
          <a:solidFill>
            <a:srgbClr val="4D1434"/>
          </a:solidFill>
          <a:ln w="0">
            <a:solidFill>
              <a:srgbClr val="4D1434"/>
            </a:solidFill>
            <a:prstDash val="solid"/>
          </a:ln>
        </p:spPr>
      </p:sp>
      <p:sp>
        <p:nvSpPr>
          <p:cNvPr id="5" name="top-rail-2">
            <a:extLst>
              <a:ext uri="{FF2B5EF4-FFF2-40B4-BE49-F238E27FC236}">
                <a16:creationId xmlns:a16="http://schemas.microsoft.com/office/drawing/2014/main" id="{5F3F70DC-1691-4106-9AC1-E0392E2A9128}"/>
              </a:ext>
            </a:extLst>
          </p:cNvPr>
          <p:cNvSpPr>
            <a:spLocks noGrp="1"/>
          </p:cNvSpPr>
          <p:nvPr/>
        </p:nvSpPr>
        <p:spPr>
          <a:xfrm>
            <a:off x="4371975" y="257175"/>
            <a:ext cx="3657600" cy="47625"/>
          </a:xfrm>
          <a:prstGeom prst="rect">
            <a:avLst/>
          </a:prstGeom>
          <a:solidFill>
            <a:srgbClr val="903163"/>
          </a:solidFill>
          <a:ln w="0">
            <a:solidFill>
              <a:srgbClr val="903163"/>
            </a:solidFill>
            <a:prstDash val="solid"/>
          </a:ln>
        </p:spPr>
      </p:sp>
      <p:sp>
        <p:nvSpPr>
          <p:cNvPr id="6" name="top-rail-3">
            <a:extLst>
              <a:ext uri="{FF2B5EF4-FFF2-40B4-BE49-F238E27FC236}">
                <a16:creationId xmlns:a16="http://schemas.microsoft.com/office/drawing/2014/main" id="{5CAE6485-F3A6-47B0-ABD7-EBC6C132E06B}"/>
              </a:ext>
            </a:extLst>
          </p:cNvPr>
          <p:cNvSpPr>
            <a:spLocks noGrp="1"/>
          </p:cNvSpPr>
          <p:nvPr/>
        </p:nvSpPr>
        <p:spPr>
          <a:xfrm>
            <a:off x="8124825" y="257175"/>
            <a:ext cx="3457575" cy="47625"/>
          </a:xfrm>
          <a:prstGeom prst="rect">
            <a:avLst/>
          </a:prstGeom>
          <a:solidFill>
            <a:srgbClr val="969FA7"/>
          </a:solidFill>
          <a:ln w="0">
            <a:solidFill>
              <a:srgbClr val="969FA7"/>
            </a:solidFill>
            <a:prstDash val="solid"/>
          </a:ln>
        </p:spPr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F40988CB-0DDF-46F2-BF96-1B466749F99B}"/>
              </a:ext>
            </a:extLst>
          </p:cNvPr>
          <p:cNvSpPr>
            <a:spLocks noGrp="1"/>
          </p:cNvSpPr>
          <p:nvPr/>
        </p:nvSpPr>
        <p:spPr>
          <a:xfrm>
            <a:off x="476250" y="19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6 · ENCUENTRO 4 · RUTA CENTRAL</a:t>
            </a:r>
          </a:p>
        </p:txBody>
      </p:sp>
      <p:sp>
        <p:nvSpPr>
          <p:cNvPr id="9" name="auto-slide-number">
            <a:extLst>
              <a:ext uri="{FF2B5EF4-FFF2-40B4-BE49-F238E27FC236}">
                <a16:creationId xmlns:a16="http://schemas.microsoft.com/office/drawing/2014/main" id="{FC1CE378-68A5-B2ED-4AAA-5854DE9776E5}"/>
              </a:ext>
            </a:extLst>
          </p:cNvPr>
          <p:cNvSpPr txBox="1"/>
          <p:nvPr/>
        </p:nvSpPr>
        <p:spPr>
          <a:xfrm>
            <a:off x="11557000" y="6540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fld id="{54F03DD3-166D-4CE5-AFDA-2AB2D0618CB1}" type="slidenum">
              <a:rPr lang="es-ES" sz="1000" smtClean="0">
                <a:solidFill>
                  <a:srgbClr val="888888"/>
                </a:solidFill>
                <a:latin typeface="Calibri" panose="020F0502020204030204" pitchFamily="34" charset="0"/>
              </a:rPr>
              <a:pPr algn="r"/>
              <a:t>117</a:t>
            </a:fld>
            <a:endParaRPr lang="es-ES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22711</Words>
  <Application>Microsoft Office PowerPoint</Application>
  <DocSecurity>0</DocSecurity>
  <PresentationFormat>Panorámica</PresentationFormat>
  <Paragraphs>2410</Paragraphs>
  <Slides>117</Slides>
  <Notes>117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117</vt:i4>
      </vt:variant>
    </vt:vector>
  </HeadingPairs>
  <TitlesOfParts>
    <vt:vector size="124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2026-08-10T23:46:26Z</dcterms:created>
  <dcterms:modified xsi:type="dcterms:W3CDTF">2026-08-10T23:47:02Z</dcterms:modified>
</cp:coreProperties>
</file>