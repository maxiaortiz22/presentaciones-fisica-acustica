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e430f2cf83e46ce" /><Relationship Type="http://schemas.openxmlformats.org/officeDocument/2006/relationships/extended-properties" Target="/docProps/app.xml" Id="R24ae9672232f435e" /><Relationship Type="http://schemas.openxmlformats.org/officeDocument/2006/relationships/officeDocument" Target="/ppt/presentation.xml" Id="R9d6e0162a0f64fe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514fdffb2b24eb7"/>
  </p:sldMasterIdLst>
  <p:notesMasterIdLst>
    <p:notesMasterId xmlns:r="http://schemas.openxmlformats.org/officeDocument/2006/relationships" r:id="R99c4e797a4ea49c8"/>
  </p:notesMasterIdLst>
  <p:sldIdLst>
    <p:sldId xmlns:r="http://schemas.openxmlformats.org/officeDocument/2006/relationships" id="256" r:id="Rc5f842ce6f8849f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e254325361a4ab6" /><Relationship Type="http://schemas.openxmlformats.org/officeDocument/2006/relationships/slideMaster" Target="/ppt/slideMasters/slideMaster1.xml" Id="R5514fdffb2b24eb7" /><Relationship Type="http://schemas.openxmlformats.org/officeDocument/2006/relationships/notesMaster" Target="/ppt/notesMasters/notesMaster1.xml" Id="R99c4e797a4ea49c8" /><Relationship Type="http://schemas.openxmlformats.org/officeDocument/2006/relationships/presProps" Target="/ppt/presProps.xml" Id="R98e1f92b32ce4bbf" /><Relationship Type="http://schemas.openxmlformats.org/officeDocument/2006/relationships/tableStyles" Target="/ppt/tableStyles.xml" Id="Re950a034f21e4980" /><Relationship Type="http://schemas.openxmlformats.org/officeDocument/2006/relationships/slide" Target="/ppt/slides/slide1.xml" Id="Rc5f842ce6f8849f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01d9dea6a72486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d93b60554364deb" /><Relationship Type="http://schemas.openxmlformats.org/officeDocument/2006/relationships/notesMaster" Target="/ppt/notesMasters/notesMaster1.xml" Id="R83571c7424674d3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a3baba6a8542a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636c5ef36ae4256" /><Relationship Type="http://schemas.openxmlformats.org/officeDocument/2006/relationships/slideLayout" Target="/ppt/slideLayouts/slideLayout1.xml" Id="R1c35407e1b6e499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c35407e1b6e499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0db258120a4103" /><Relationship Type="http://schemas.openxmlformats.org/officeDocument/2006/relationships/notesSlide" Target="/ppt/notesSlides/notesSlide1.xml" Id="R1718e2d51467457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B956E366-EBCC-48A9-A22B-18BB2B8F9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E859F2B3-7DED-4CFB-9219-781E2201E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65D0C816-A078-4842-A46F-C7CA9D22F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3CD9950F-91B0-40F9-A25C-7F4D88340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La conducción ósea reúne varios mecanismos</a:t>
            </a:r>
          </a:p>
        </p:txBody>
      </p:sp>
      <p:sp>
        <p:nvSpPr>
          <p:cNvPr id="5" name="central_box">
            <a:extLst xmlns:a="http://schemas.openxmlformats.org/drawingml/2006/main">
              <a:ext uri="{FF2B5EF4-FFF2-40B4-BE49-F238E27FC236}">
                <a16:creationId xmlns:a16="http://schemas.microsoft.com/office/drawing/2014/main" id="{E768690F-6711-4462-8AE0-EF58E1B13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381125"/>
            <a:ext cx="4762500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6" name="branch_1_box">
            <a:extLst xmlns:a="http://schemas.openxmlformats.org/drawingml/2006/main">
              <a:ext uri="{FF2B5EF4-FFF2-40B4-BE49-F238E27FC236}">
                <a16:creationId xmlns:a16="http://schemas.microsoft.com/office/drawing/2014/main" id="{E9C3114F-3415-444F-837B-1B75EF516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19500"/>
            <a:ext cx="1958340" cy="18097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7" name="branch_2_box">
            <a:extLst xmlns:a="http://schemas.openxmlformats.org/drawingml/2006/main">
              <a:ext uri="{FF2B5EF4-FFF2-40B4-BE49-F238E27FC236}">
                <a16:creationId xmlns:a16="http://schemas.microsoft.com/office/drawing/2014/main" id="{509EAA5A-5679-4189-A95F-F99B6D245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8940" y="3619500"/>
            <a:ext cx="1958340" cy="18097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8" name="branch_3_box">
            <a:extLst xmlns:a="http://schemas.openxmlformats.org/drawingml/2006/main">
              <a:ext uri="{FF2B5EF4-FFF2-40B4-BE49-F238E27FC236}">
                <a16:creationId xmlns:a16="http://schemas.microsoft.com/office/drawing/2014/main" id="{25581E7E-0FC4-409B-AA89-BF7549461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6830" y="3619500"/>
            <a:ext cx="1958340" cy="18097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9" name="branch_4_box">
            <a:extLst xmlns:a="http://schemas.openxmlformats.org/drawingml/2006/main">
              <a:ext uri="{FF2B5EF4-FFF2-40B4-BE49-F238E27FC236}">
                <a16:creationId xmlns:a16="http://schemas.microsoft.com/office/drawing/2014/main" id="{AFE929AA-7A27-4F29-AA2A-808BFE2AC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4720" y="3619500"/>
            <a:ext cx="1958340" cy="18097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10" name="branch_5_box">
            <a:extLst xmlns:a="http://schemas.openxmlformats.org/drawingml/2006/main">
              <a:ext uri="{FF2B5EF4-FFF2-40B4-BE49-F238E27FC236}">
                <a16:creationId xmlns:a16="http://schemas.microsoft.com/office/drawing/2014/main" id="{C7A0A9A0-A43D-4D3B-B395-254B385C8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2610" y="3619500"/>
            <a:ext cx="1958340" cy="18097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cxnSp>
        <p:nvCxnSpPr>
          <p:cNvPr id="40" name="branch_edge_1"/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 flipH="1">
            <a:off x="1760220" y="2667000"/>
            <a:ext cx="4335780" cy="9525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1" name="branch_edge_2"/>
          <p:cNvCxnSpPr>
            <a:stCxn xmlns:a="http://schemas.openxmlformats.org/drawingml/2006/main" id="5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 flipH="1">
            <a:off x="3928110" y="2667000"/>
            <a:ext cx="2167890" cy="9525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2" name="branch_edge_3"/>
          <p:cNvCxnSpPr>
            <a:stCxn xmlns:a="http://schemas.openxmlformats.org/drawingml/2006/main" id="5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6096000" y="2667000"/>
            <a:ext cx="0" cy="9525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3" name="branch_edge_4"/>
          <p:cNvCxnSpPr>
            <a:stCxn xmlns:a="http://schemas.openxmlformats.org/drawingml/2006/main" id="5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6096000" y="2667000"/>
            <a:ext cx="2167890" cy="9525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4" name="branch_edge_5"/>
          <p:cNvCxnSpPr>
            <a:stCxn xmlns:a="http://schemas.openxmlformats.org/drawingml/2006/main" id="5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6096000" y="2667000"/>
            <a:ext cx="4335780" cy="9525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6" name="central_title">
            <a:extLst xmlns:a="http://schemas.openxmlformats.org/drawingml/2006/main">
              <a:ext uri="{FF2B5EF4-FFF2-40B4-BE49-F238E27FC236}">
                <a16:creationId xmlns:a16="http://schemas.microsoft.com/office/drawing/2014/main" id="{A17573E7-DE20-4CD7-A229-E421266ED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52400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Respuesta coclear</a:t>
            </a:r>
          </a:p>
        </p:txBody>
      </p:sp>
      <p:sp>
        <p:nvSpPr>
          <p:cNvPr id="17" name="central_body">
            <a:extLst xmlns:a="http://schemas.openxmlformats.org/drawingml/2006/main">
              <a:ext uri="{FF2B5EF4-FFF2-40B4-BE49-F238E27FC236}">
                <a16:creationId xmlns:a16="http://schemas.microsoft.com/office/drawing/2014/main" id="{00F88D7F-D4B1-4724-8B40-1C76A5EB8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971675"/>
            <a:ext cx="4381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resultado combinado</a:t>
            </a:r>
          </a:p>
        </p:txBody>
      </p:sp>
      <p:sp>
        <p:nvSpPr>
          <p:cNvPr id="18" name="branch_1_title">
            <a:extLst xmlns:a="http://schemas.openxmlformats.org/drawingml/2006/main">
              <a:ext uri="{FF2B5EF4-FFF2-40B4-BE49-F238E27FC236}">
                <a16:creationId xmlns:a16="http://schemas.microsoft.com/office/drawing/2014/main" id="{8097A001-1F1C-4644-848D-EE177CA56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62375"/>
            <a:ext cx="157734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Radiación</a:t>
            </a:r>
          </a:p>
        </p:txBody>
      </p:sp>
      <p:sp>
        <p:nvSpPr>
          <p:cNvPr id="19" name="branch_1_body">
            <a:extLst xmlns:a="http://schemas.openxmlformats.org/drawingml/2006/main">
              <a:ext uri="{FF2B5EF4-FFF2-40B4-BE49-F238E27FC236}">
                <a16:creationId xmlns:a16="http://schemas.microsoft.com/office/drawing/2014/main" id="{07941B05-B1A3-4B96-B8BE-93D5626A5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10050"/>
            <a:ext cx="157734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al CAE</a:t>
            </a:r>
          </a:p>
        </p:txBody>
      </p:sp>
      <p:sp>
        <p:nvSpPr>
          <p:cNvPr id="20" name="branch_2_title">
            <a:extLst xmlns:a="http://schemas.openxmlformats.org/drawingml/2006/main">
              <a:ext uri="{FF2B5EF4-FFF2-40B4-BE49-F238E27FC236}">
                <a16:creationId xmlns:a16="http://schemas.microsoft.com/office/drawing/2014/main" id="{FACBAABD-FECC-4C77-A56F-5E0A3383F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9440" y="3762375"/>
            <a:ext cx="157734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Inercia</a:t>
            </a:r>
          </a:p>
        </p:txBody>
      </p:sp>
      <p:sp>
        <p:nvSpPr>
          <p:cNvPr id="21" name="branch_2_body">
            <a:extLst xmlns:a="http://schemas.openxmlformats.org/drawingml/2006/main">
              <a:ext uri="{FF2B5EF4-FFF2-40B4-BE49-F238E27FC236}">
                <a16:creationId xmlns:a16="http://schemas.microsoft.com/office/drawing/2014/main" id="{79537E1B-E948-41E7-A5FD-E2C83BD92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9440" y="4210050"/>
            <a:ext cx="157734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osicular</a:t>
            </a:r>
          </a:p>
        </p:txBody>
      </p:sp>
      <p:sp>
        <p:nvSpPr>
          <p:cNvPr id="22" name="branch_3_title">
            <a:extLst xmlns:a="http://schemas.openxmlformats.org/drawingml/2006/main">
              <a:ext uri="{FF2B5EF4-FFF2-40B4-BE49-F238E27FC236}">
                <a16:creationId xmlns:a16="http://schemas.microsoft.com/office/drawing/2014/main" id="{6DF59A93-BA93-45AF-A4E3-EC01D8FAA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7330" y="3762375"/>
            <a:ext cx="157734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Inercia</a:t>
            </a:r>
          </a:p>
        </p:txBody>
      </p:sp>
      <p:sp>
        <p:nvSpPr>
          <p:cNvPr id="23" name="branch_3_body">
            <a:extLst xmlns:a="http://schemas.openxmlformats.org/drawingml/2006/main">
              <a:ext uri="{FF2B5EF4-FFF2-40B4-BE49-F238E27FC236}">
                <a16:creationId xmlns:a16="http://schemas.microsoft.com/office/drawing/2014/main" id="{BC07E996-9282-49E4-9ADC-DD599E16E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7330" y="4210050"/>
            <a:ext cx="157734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de fluidos</a:t>
            </a:r>
          </a:p>
        </p:txBody>
      </p:sp>
      <p:sp>
        <p:nvSpPr>
          <p:cNvPr id="24" name="branch_4_title">
            <a:extLst xmlns:a="http://schemas.openxmlformats.org/drawingml/2006/main">
              <a:ext uri="{FF2B5EF4-FFF2-40B4-BE49-F238E27FC236}">
                <a16:creationId xmlns:a16="http://schemas.microsoft.com/office/drawing/2014/main" id="{E1CAC51D-4F57-45EC-90C9-124030F35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5220" y="3762375"/>
            <a:ext cx="157734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Cambio de</a:t>
            </a:r>
          </a:p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forma</a:t>
            </a:r>
          </a:p>
        </p:txBody>
      </p:sp>
      <p:sp>
        <p:nvSpPr>
          <p:cNvPr id="25" name="branch_4_body">
            <a:extLst xmlns:a="http://schemas.openxmlformats.org/drawingml/2006/main">
              <a:ext uri="{FF2B5EF4-FFF2-40B4-BE49-F238E27FC236}">
                <a16:creationId xmlns:a16="http://schemas.microsoft.com/office/drawing/2014/main" id="{9F9F31D8-1616-44E7-9D54-18FD0FBC9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5220" y="4533900"/>
            <a:ext cx="157734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coclear</a:t>
            </a:r>
          </a:p>
        </p:txBody>
      </p:sp>
      <p:sp>
        <p:nvSpPr>
          <p:cNvPr id="26" name="branch_5_title">
            <a:extLst xmlns:a="http://schemas.openxmlformats.org/drawingml/2006/main">
              <a:ext uri="{FF2B5EF4-FFF2-40B4-BE49-F238E27FC236}">
                <a16:creationId xmlns:a16="http://schemas.microsoft.com/office/drawing/2014/main" id="{82A9BE56-E359-437C-94E4-BBB53AAF3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3110" y="3762375"/>
            <a:ext cx="157734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Tejidos</a:t>
            </a:r>
          </a:p>
        </p:txBody>
      </p:sp>
      <p:sp>
        <p:nvSpPr>
          <p:cNvPr id="27" name="branch_5_body">
            <a:extLst xmlns:a="http://schemas.openxmlformats.org/drawingml/2006/main">
              <a:ext uri="{FF2B5EF4-FFF2-40B4-BE49-F238E27FC236}">
                <a16:creationId xmlns:a16="http://schemas.microsoft.com/office/drawing/2014/main" id="{10D8894B-B531-4398-BF94-7924718F9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3110" y="4210050"/>
            <a:ext cx="157734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blandos</a:t>
            </a:r>
          </a:p>
        </p:txBody>
      </p:sp>
      <p:sp>
        <p:nvSpPr>
          <p:cNvPr id="28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A547E461-C450-4DE3-ACE6-2A919670F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0"/>
            <a:ext cx="1062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3D3D3D"/>
                </a:solidFill>
              </a:defRPr>
            </a:pPr>
            <a:r>
              <a:rPr sz="1650" b="0">
                <a:solidFill>
                  <a:srgbClr val="3D3D3D"/>
                </a:solidFill>
              </a:rPr>
              <a:t>Figura conceptual; no está a escala.</a:t>
            </a:r>
          </a:p>
        </p:txBody>
      </p:sp>
      <p:sp>
        <p:nvSpPr>
          <p:cNvPr id="29" name="source_note">
            <a:extLst xmlns:a="http://schemas.openxmlformats.org/drawingml/2006/main">
              <a:ext uri="{FF2B5EF4-FFF2-40B4-BE49-F238E27FC236}">
                <a16:creationId xmlns:a16="http://schemas.microsoft.com/office/drawing/2014/main" id="{C6CAB0C0-E3FC-4094-B7EE-C3F3CCD3B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69FA7"/>
                </a:solidFill>
              </a:defRPr>
            </a:pPr>
            <a:r>
              <a:rPr sz="1200" b="0">
                <a:solidFill>
                  <a:srgbClr val="969FA7"/>
                </a:solidFill>
              </a:rPr>
              <a:t>Libro del curso, sección de conducción ósea; Stenfelt (revisión citada en el capítulo); elaboración propia.</a:t>
            </a:r>
          </a:p>
        </p:txBody>
      </p:sp>
    </p:spTree>
    <p:extLst>
      <p:ext uri="{BB962C8B-B14F-4D97-AF65-F5344CB8AC3E}">
        <p14:creationId xmlns:p14="http://schemas.microsoft.com/office/powerpoint/2010/main" val="13061006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2026-08-10T18:35:56.6210000Z</dcterms:created>
  <dcterms:modified xsi:type="dcterms:W3CDTF">2026-08-10T18:35:56.6210000Z</dcterms:modified>
</coreProperties>
</file>