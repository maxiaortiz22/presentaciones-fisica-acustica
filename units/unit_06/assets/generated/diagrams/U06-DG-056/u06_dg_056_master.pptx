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c788f4a6b437c" /><Relationship Type="http://schemas.openxmlformats.org/officeDocument/2006/relationships/extended-properties" Target="/docProps/app.xml" Id="R587a974b56bf495c" /><Relationship Type="http://schemas.openxmlformats.org/officeDocument/2006/relationships/officeDocument" Target="/ppt/presentation.xml" Id="Rb324a20864e1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d929a84ed4d80"/>
  </p:sldMasterIdLst>
  <p:notesMasterIdLst>
    <p:notesMasterId xmlns:r="http://schemas.openxmlformats.org/officeDocument/2006/relationships" r:id="R1021e2f4b1e04632"/>
  </p:notesMasterIdLst>
  <p:sldIdLst>
    <p:sldId xmlns:r="http://schemas.openxmlformats.org/officeDocument/2006/relationships" id="256" r:id="R0c8c48320d6d47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d4c567a9a648db" /><Relationship Type="http://schemas.openxmlformats.org/officeDocument/2006/relationships/slideMaster" Target="/ppt/slideMasters/slideMaster1.xml" Id="Rfb5d929a84ed4d80" /><Relationship Type="http://schemas.openxmlformats.org/officeDocument/2006/relationships/notesMaster" Target="/ppt/notesMasters/notesMaster1.xml" Id="R1021e2f4b1e04632" /><Relationship Type="http://schemas.openxmlformats.org/officeDocument/2006/relationships/presProps" Target="/ppt/presProps.xml" Id="R86f033b492804c65" /><Relationship Type="http://schemas.openxmlformats.org/officeDocument/2006/relationships/tableStyles" Target="/ppt/tableStyles.xml" Id="R439e81a004c342e8" /><Relationship Type="http://schemas.openxmlformats.org/officeDocument/2006/relationships/slide" Target="/ppt/slides/slide1.xml" Id="R0c8c48320d6d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ced2a860a34d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c5959f81a34454" /><Relationship Type="http://schemas.openxmlformats.org/officeDocument/2006/relationships/notesMaster" Target="/ppt/notesMasters/notesMaster1.xml" Id="Rf5ed5568f7864c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1641565c54b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3d141a3d184281" /><Relationship Type="http://schemas.openxmlformats.org/officeDocument/2006/relationships/slideLayout" Target="/ppt/slideLayouts/slideLayout1.xml" Id="Rb0970928d8854d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970928d8854d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fc173a639439e" /><Relationship Type="http://schemas.openxmlformats.org/officeDocument/2006/relationships/notesSlide" Target="/ppt/notesSlides/notesSlide1.xml" Id="Rf0c6db00359b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F3DC41D-95A2-4524-BA8F-02471F7C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8DDA5D0-1215-492C-960D-7FD517FA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91B0CF1-F50E-4739-91DD-A5F5D551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50FD082-4BC1-4EB6-B3A9-051334D4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Del potencial receptor a la señal neural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3A68913E-AF93-4BAC-BC8F-1661DA7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50B07C83-A6C5-4ABC-9BA8-D1ADCDF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9A832164-144B-4E12-9BC8-52DF2867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CF84CDF6-411E-404F-8C0A-E4697079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52875"/>
            <a:ext cx="51816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stage_5_box">
            <a:extLst xmlns:a="http://schemas.openxmlformats.org/drawingml/2006/main">
              <a:ext uri="{FF2B5EF4-FFF2-40B4-BE49-F238E27FC236}">
                <a16:creationId xmlns:a16="http://schemas.microsoft.com/office/drawing/2014/main" id="{A4F4123A-E900-45BC-BDA9-93301C5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51816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5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465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787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820150" y="3048000"/>
            <a:ext cx="90805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552450" y="4643438"/>
            <a:ext cx="11087100" cy="804863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5FD6A529-F6E9-4B9E-983E-B33AFEF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Potencial receptor</a:t>
            </a:r>
          </a:p>
        </p:txBody>
      </p:sp>
      <p:sp>
        <p:nvSpPr>
          <p:cNvPr id="15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CBC49B6A-A88E-4CF2-9FC6-41DA2274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graduado</a:t>
            </a:r>
          </a:p>
        </p:txBody>
      </p:sp>
      <p:sp>
        <p:nvSpPr>
          <p:cNvPr id="16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470DEC21-BE5F-4B88-838F-3A82E63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Canales de Ca²⁺</a:t>
            </a:r>
          </a:p>
        </p:txBody>
      </p:sp>
      <p:sp>
        <p:nvSpPr>
          <p:cNvPr id="17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7CE0C372-3A68-4691-83BA-D046EEC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zona basal</a:t>
            </a:r>
          </a:p>
        </p:txBody>
      </p:sp>
      <p:sp>
        <p:nvSpPr>
          <p:cNvPr id="18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AC543625-D140-4B00-9F0B-6E21D36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Glutamato</a:t>
            </a:r>
          </a:p>
        </p:txBody>
      </p:sp>
      <p:sp>
        <p:nvSpPr>
          <p:cNvPr id="19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662A31FB-EE7C-4786-B425-C2EB340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sinapsis</a:t>
            </a:r>
          </a:p>
        </p:txBody>
      </p:sp>
      <p:sp>
        <p:nvSpPr>
          <p:cNvPr id="20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BFB1A6FE-A786-4811-8367-C266CFC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Fibra aferente</a:t>
            </a:r>
          </a:p>
        </p:txBody>
      </p:sp>
      <p:sp>
        <p:nvSpPr>
          <p:cNvPr id="21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563F1C39-59D6-4B65-B2D0-A779287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43425"/>
            <a:ext cx="4800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integra señal</a:t>
            </a:r>
          </a:p>
        </p:txBody>
      </p:sp>
      <p:sp>
        <p:nvSpPr>
          <p:cNvPr id="22" name="stage_5_title">
            <a:extLst xmlns:a="http://schemas.openxmlformats.org/drawingml/2006/main">
              <a:ext uri="{FF2B5EF4-FFF2-40B4-BE49-F238E27FC236}">
                <a16:creationId xmlns:a16="http://schemas.microsoft.com/office/drawing/2014/main" id="{6C72271E-3159-4CA4-BF1C-8558D6B0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Potencial de acción</a:t>
            </a:r>
          </a:p>
        </p:txBody>
      </p:sp>
      <p:sp>
        <p:nvSpPr>
          <p:cNvPr id="23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F4CBFCDF-23B0-4787-BC35-F6E891A0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4800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eventos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01ACB70-4A3B-40F9-80CC-B60D02F3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35BDCFD-8080-4BD7-8AC4-1D71291C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453603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2026-08-10T18:36:07.2260000Z</dcterms:created>
  <dcterms:modified xsi:type="dcterms:W3CDTF">2026-08-10T18:36:07.2270000Z</dcterms:modified>
</coreProperties>
</file>