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74f16aabc84e94" /><Relationship Type="http://schemas.openxmlformats.org/officeDocument/2006/relationships/extended-properties" Target="/docProps/app.xml" Id="R88d6db44507e4ace" /><Relationship Type="http://schemas.openxmlformats.org/officeDocument/2006/relationships/officeDocument" Target="/ppt/presentation.xml" Id="R047694e977904c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7e68f61afa4a80"/>
  </p:sldMasterIdLst>
  <p:notesMasterIdLst>
    <p:notesMasterId xmlns:r="http://schemas.openxmlformats.org/officeDocument/2006/relationships" r:id="Rf9824387c3de4d41"/>
  </p:notesMasterIdLst>
  <p:sldIdLst>
    <p:sldId xmlns:r="http://schemas.openxmlformats.org/officeDocument/2006/relationships" id="256" r:id="Re3d7aba785bf44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442647a53d48de" /><Relationship Type="http://schemas.openxmlformats.org/officeDocument/2006/relationships/slideMaster" Target="/ppt/slideMasters/slideMaster1.xml" Id="R7a7e68f61afa4a80" /><Relationship Type="http://schemas.openxmlformats.org/officeDocument/2006/relationships/notesMaster" Target="/ppt/notesMasters/notesMaster1.xml" Id="Rf9824387c3de4d41" /><Relationship Type="http://schemas.openxmlformats.org/officeDocument/2006/relationships/presProps" Target="/ppt/presProps.xml" Id="R5d197cf207e24cce" /><Relationship Type="http://schemas.openxmlformats.org/officeDocument/2006/relationships/tableStyles" Target="/ppt/tableStyles.xml" Id="Ra12a0e334a0c46fa" /><Relationship Type="http://schemas.openxmlformats.org/officeDocument/2006/relationships/slide" Target="/ppt/slides/slide1.xml" Id="Re3d7aba785bf44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13100ad0bb44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e630b8116b45ed" /><Relationship Type="http://schemas.openxmlformats.org/officeDocument/2006/relationships/notesMaster" Target="/ppt/notesMasters/notesMaster1.xml" Id="R210911f72bed4a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2a2c484f94f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29f111090b4694" /><Relationship Type="http://schemas.openxmlformats.org/officeDocument/2006/relationships/slideLayout" Target="/ppt/slideLayouts/slideLayout1.xml" Id="Ra76ce828ccae4a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ce828ccae4a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def8c9c34448f" /><Relationship Type="http://schemas.openxmlformats.org/officeDocument/2006/relationships/notesSlide" Target="/ppt/notesSlides/notesSlide1.xml" Id="Rd351079f078c43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F407E0D-DB8F-4F92-9BE1-72C150ED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3FBBAA15-CDBD-4B0D-A480-CED8E4AA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6717671-554E-4927-8EE6-70574683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88BB83A-C647-44CE-BD6F-EEEB8AB6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CCI convierte movimiento en señal aferente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670A85EF-E24C-45EE-BF08-6F794DB0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92DDDE3E-EC87-4384-95B1-482C36CA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02FC80BA-A51C-4FC2-89E8-EDEB4029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1A820FC9-03DC-4640-A67F-B8B499A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F6F7B36D-2AA9-4FB7-A7B6-B86A937A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Haz de CCI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1945897B-B9CA-467E-97E9-5D24A22F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deflecta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5C173705-8FC2-49ED-8B6D-0224E634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Potencial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receptor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77A6D4C5-9F11-483E-8D99-CD04C378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graduado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43EEE821-1BB8-4515-9771-D3143A44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Glutamato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93E41DFE-385E-4099-864B-824AD16B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sinapsis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F151D79E-ACE6-4E4A-9823-9BCB6E8D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Fibra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aferente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3C8EF1F6-8C71-4467-B417-A2B13B18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potencial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acción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71AE48C-5AA9-4820-B41A-C0D6C1B0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EB685F4-0015-4A21-90F9-D070AE6B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891686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2026-08-10T18:36:02.9570000Z</dcterms:created>
  <dcterms:modified xsi:type="dcterms:W3CDTF">2026-08-10T18:36:02.9570000Z</dcterms:modified>
</coreProperties>
</file>