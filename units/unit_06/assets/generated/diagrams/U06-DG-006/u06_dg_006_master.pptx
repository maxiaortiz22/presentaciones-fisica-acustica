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48b9875d214171" /><Relationship Type="http://schemas.openxmlformats.org/officeDocument/2006/relationships/extended-properties" Target="/docProps/app.xml" Id="Re3455cbc9bd64212" /><Relationship Type="http://schemas.openxmlformats.org/officeDocument/2006/relationships/officeDocument" Target="/ppt/presentation.xml" Id="R27417e8c73824e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f2bbb01bef4cbb"/>
  </p:sldMasterIdLst>
  <p:notesMasterIdLst>
    <p:notesMasterId xmlns:r="http://schemas.openxmlformats.org/officeDocument/2006/relationships" r:id="R132841eafc764b52"/>
  </p:notesMasterIdLst>
  <p:sldIdLst>
    <p:sldId xmlns:r="http://schemas.openxmlformats.org/officeDocument/2006/relationships" id="256" r:id="Rc882177f9a9940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0d6bc304f64bc1" /><Relationship Type="http://schemas.openxmlformats.org/officeDocument/2006/relationships/slideMaster" Target="/ppt/slideMasters/slideMaster1.xml" Id="R1cf2bbb01bef4cbb" /><Relationship Type="http://schemas.openxmlformats.org/officeDocument/2006/relationships/notesMaster" Target="/ppt/notesMasters/notesMaster1.xml" Id="R132841eafc764b52" /><Relationship Type="http://schemas.openxmlformats.org/officeDocument/2006/relationships/presProps" Target="/ppt/presProps.xml" Id="Rda793d5565d64ee3" /><Relationship Type="http://schemas.openxmlformats.org/officeDocument/2006/relationships/tableStyles" Target="/ppt/tableStyles.xml" Id="R53cd3d0084574417" /><Relationship Type="http://schemas.openxmlformats.org/officeDocument/2006/relationships/slide" Target="/ppt/slides/slide1.xml" Id="Rc882177f9a9940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a9909801b244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299aecb78b4780" /><Relationship Type="http://schemas.openxmlformats.org/officeDocument/2006/relationships/notesMaster" Target="/ppt/notesMasters/notesMaster1.xml" Id="R12be4a29ac424d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560161e22847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82cab786fb4c3d" /><Relationship Type="http://schemas.openxmlformats.org/officeDocument/2006/relationships/slideLayout" Target="/ppt/slideLayouts/slideLayout1.xml" Id="R807938b3db6b47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7938b3db6b47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4c21e4d4c433c" /><Relationship Type="http://schemas.openxmlformats.org/officeDocument/2006/relationships/notesSlide" Target="/ppt/notesSlides/notesSlide1.xml" Id="Rb73ee94a2df248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F15C56AE-DCAF-4268-B15F-BA58BA30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EE0B9829-C23D-478B-8346-D3BB8514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573F52A8-2316-4B87-8B25-2A63D7B1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D8CB236E-91E2-4A35-A57A-759BB1B4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presión cambia con la posición dentro del CAE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24C143F0-A57D-425E-81D0-02492E0F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411AA0F2-114E-4E69-942B-5C7E4373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F2C48D72-6212-4E2A-A019-153D33EC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B4082E3F-A7B2-45EF-B9B6-8505C1E0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0992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43600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7727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EED0C422-2F35-4AEB-8CA7-D14134F2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Entrada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8C68A913-4D02-4984-B83A-AAC505EB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onda incidente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08EAF99D-E156-4E19-9DD1-C8AC17D7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Conducto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B30EAEA0-B899-48B7-9AF6-8DEB44EA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superposición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27630789-FF70-41FC-ACD3-01CDF4FA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Puntos A–B–C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F4097AE0-67D7-45D6-A1F6-EC239CE4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presiones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distintas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CB3ABFC2-A8FF-4D4D-BDF7-630E3639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Tímpano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3DC70C66-3E7E-4DCC-BC66-3B05727C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extremo del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modelo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A83868DB-A987-4325-B902-B0E35B08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Esquema ondulatorio conceptual; el CAE real no es un tubo uniforme.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F4E01F4A-0C5D-45E7-AA65-0FB7E0A6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6; brief y storyboard U06;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11750587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2026-08-10T18:35:50.6290000Z</dcterms:created>
  <dcterms:modified xsi:type="dcterms:W3CDTF">2026-08-10T18:35:50.6290000Z</dcterms:modified>
</coreProperties>
</file>