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e728a6ab004ea9" /><Relationship Type="http://schemas.openxmlformats.org/officeDocument/2006/relationships/extended-properties" Target="/docProps/app.xml" Id="R853f16ce25c342fb" /><Relationship Type="http://schemas.openxmlformats.org/officeDocument/2006/relationships/officeDocument" Target="/ppt/presentation.xml" Id="R6c40a883dff34e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3e0b68169447fe"/>
  </p:sldMasterIdLst>
  <p:notesMasterIdLst>
    <p:notesMasterId xmlns:r="http://schemas.openxmlformats.org/officeDocument/2006/relationships" r:id="R4cf82260c8f745d6"/>
  </p:notesMasterIdLst>
  <p:sldIdLst>
    <p:sldId xmlns:r="http://schemas.openxmlformats.org/officeDocument/2006/relationships" id="256" r:id="R9cad07dfb48e44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4c44a893d542e8" /><Relationship Type="http://schemas.openxmlformats.org/officeDocument/2006/relationships/slideMaster" Target="/ppt/slideMasters/slideMaster1.xml" Id="Rf53e0b68169447fe" /><Relationship Type="http://schemas.openxmlformats.org/officeDocument/2006/relationships/notesMaster" Target="/ppt/notesMasters/notesMaster1.xml" Id="R4cf82260c8f745d6" /><Relationship Type="http://schemas.openxmlformats.org/officeDocument/2006/relationships/presProps" Target="/ppt/presProps.xml" Id="R55d891c7344e4435" /><Relationship Type="http://schemas.openxmlformats.org/officeDocument/2006/relationships/tableStyles" Target="/ppt/tableStyles.xml" Id="Rdab24310ebb24091" /><Relationship Type="http://schemas.openxmlformats.org/officeDocument/2006/relationships/slide" Target="/ppt/slides/slide1.xml" Id="R9cad07dfb48e44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a724d9c2b744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9585f7a65f45a4" /><Relationship Type="http://schemas.openxmlformats.org/officeDocument/2006/relationships/notesMaster" Target="/ppt/notesMasters/notesMaster1.xml" Id="R25553ba9672c40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d8959f57c646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f4c82d315f4bb2" /><Relationship Type="http://schemas.openxmlformats.org/officeDocument/2006/relationships/slideLayout" Target="/ppt/slideLayouts/slideLayout1.xml" Id="R3cb33fc5646841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b33fc5646841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0b2534da544aa" /><Relationship Type="http://schemas.openxmlformats.org/officeDocument/2006/relationships/notesSlide" Target="/ppt/notesSlides/notesSlide1.xml" Id="Ra2e7a652290043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9B776EBF-E049-4F77-831D-6EFE9420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113F2893-78C1-46EF-B13F-E2AA0623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CCD1A501-CD10-41AB-8E04-6ACB5CFF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F8365404-D9F5-4A80-A2C6-61A0AEA8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Aumentar presión no significa crear energía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9907CF3F-9115-4E39-99FB-F74F8976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A707FD5B-E103-4DD4-A348-F83E58AB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B54DD424-3E2B-44EB-88F5-089C989D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4207B4E0-9641-4760-95D4-FB11662A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0992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43600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67727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8AA81CF9-B5B3-47A4-ABF6-BA35FBC4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204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Energía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incidente</a:t>
            </a:r>
          </a:p>
        </p:txBody>
      </p:sp>
      <p:sp>
        <p:nvSpPr>
          <p:cNvPr id="13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FDEE71CC-246B-40E9-BE6C-507CCD96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43275"/>
            <a:ext cx="2047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entrada</a:t>
            </a:r>
          </a:p>
        </p:txBody>
      </p:sp>
      <p:sp>
        <p:nvSpPr>
          <p:cNvPr id="14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A48710B6-EE76-4C42-AB91-3A6E2A9E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Oído medio</a:t>
            </a:r>
          </a:p>
        </p:txBody>
      </p:sp>
      <p:sp>
        <p:nvSpPr>
          <p:cNvPr id="15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D93228B8-890E-46B7-91B2-C798357D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transforma</a:t>
            </a:r>
          </a:p>
        </p:txBody>
      </p:sp>
      <p:sp>
        <p:nvSpPr>
          <p:cNvPr id="16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988F487A-2471-4FA8-B15F-C50E1F5C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204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Entrada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coclear</a:t>
            </a:r>
          </a:p>
        </p:txBody>
      </p:sp>
      <p:sp>
        <p:nvSpPr>
          <p:cNvPr id="1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40DDA0AB-4C95-4D15-87BC-15549101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43275"/>
            <a:ext cx="2047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energía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transferida</a:t>
            </a:r>
          </a:p>
        </p:txBody>
      </p:sp>
      <p:sp>
        <p:nvSpPr>
          <p:cNvPr id="18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927E49E0-16B9-4ABE-B0F5-E09AF57D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Pérdidas</a:t>
            </a:r>
          </a:p>
        </p:txBody>
      </p:sp>
      <p:sp>
        <p:nvSpPr>
          <p:cNvPr id="19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2367C610-D6EA-4DF8-81A0-1DBD1DF1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reflexión ·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disipación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987CB89C-10C3-404E-8512-75A7F42F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Balance conceptual; el grosor de las flechas no codifica cantidad.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EA6FCF4B-0433-497F-800D-1C1633E4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6; brief y storyboard U06;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8823560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2026-08-10T18:35:54.9440000Z</dcterms:created>
  <dcterms:modified xsi:type="dcterms:W3CDTF">2026-08-10T18:35:54.9440000Z</dcterms:modified>
</coreProperties>
</file>