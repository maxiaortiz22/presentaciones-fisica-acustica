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01bef8e434662" /><Relationship Type="http://schemas.openxmlformats.org/officeDocument/2006/relationships/extended-properties" Target="/docProps/app.xml" Id="R856966ba4b874235" /><Relationship Type="http://schemas.openxmlformats.org/officeDocument/2006/relationships/officeDocument" Target="/ppt/presentation.xml" Id="Re16a7c21d890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41f940e804e90"/>
  </p:sldMasterIdLst>
  <p:notesMasterIdLst>
    <p:notesMasterId xmlns:r="http://schemas.openxmlformats.org/officeDocument/2006/relationships" r:id="Raab0ad8758974fb6"/>
  </p:notesMasterIdLst>
  <p:sldIdLst>
    <p:sldId xmlns:r="http://schemas.openxmlformats.org/officeDocument/2006/relationships" id="256" r:id="R871bcd01401641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8c96f322d4ad1" /><Relationship Type="http://schemas.openxmlformats.org/officeDocument/2006/relationships/slideMaster" Target="/ppt/slideMasters/slideMaster1.xml" Id="R31741f940e804e90" /><Relationship Type="http://schemas.openxmlformats.org/officeDocument/2006/relationships/notesMaster" Target="/ppt/notesMasters/notesMaster1.xml" Id="Raab0ad8758974fb6" /><Relationship Type="http://schemas.openxmlformats.org/officeDocument/2006/relationships/presProps" Target="/ppt/presProps.xml" Id="R0ccd1ac2a93a4f5e" /><Relationship Type="http://schemas.openxmlformats.org/officeDocument/2006/relationships/tableStyles" Target="/ppt/tableStyles.xml" Id="Re752fd16e8bc46a7" /><Relationship Type="http://schemas.openxmlformats.org/officeDocument/2006/relationships/slide" Target="/ppt/slides/slide1.xml" Id="R871bcd01401641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4df95645f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a1a24cd6f4ee8" /><Relationship Type="http://schemas.openxmlformats.org/officeDocument/2006/relationships/notesMaster" Target="/ppt/notesMasters/notesMaster1.xml" Id="R1182b54e5de1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1c0f63f25642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1e8c36b1e457c" /><Relationship Type="http://schemas.openxmlformats.org/officeDocument/2006/relationships/slideLayout" Target="/ppt/slideLayouts/slideLayout1.xml" Id="Rcd1ab44790d5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ab44790d5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8986a76aa429b" /><Relationship Type="http://schemas.openxmlformats.org/officeDocument/2006/relationships/notesSlide" Target="/ppt/notesSlides/notesSlide1.xml" Id="Rc6c29cad3bd1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AC84BF8-AE4D-4EF2-8DFD-AC7C261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DB3CCCE-DC09-484A-86AF-EA90F2B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7BF7413-3DA7-4CB7-86A9-1DCCE1B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86B733E-0BD2-49D9-A34C-5A14639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Caso: misma frecuencia, dos niveles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98B15E95-9A22-4B29-B231-D67B1C5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CE9D80AD-DBD5-4F94-867D-D1FE0C1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61857221-1551-4F64-BE46-B7C63F8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5716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312DBA19-CB79-47EE-9F8B-2542A0BB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30E4F455-D757-4723-B0DC-CC93B6D4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70F611D8-13A1-4AF7-913A-8715A4B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667125"/>
            <a:ext cx="33210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E40F10D4-E0DA-424F-9096-CAD7C21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Condición A</a:t>
            </a:r>
          </a:p>
        </p:txBody>
      </p:sp>
      <p:sp>
        <p:nvSpPr>
          <p:cNvPr id="12" name="cell_1_body">
            <a:extLst xmlns:a="http://schemas.openxmlformats.org/drawingml/2006/main">
              <a:ext uri="{FF2B5EF4-FFF2-40B4-BE49-F238E27FC236}">
                <a16:creationId xmlns:a16="http://schemas.microsoft.com/office/drawing/2014/main" id="{13872D71-9400-4A44-9960-7C005E2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2 kHz · 40 dB SPL</a:t>
            </a:r>
          </a:p>
        </p:txBody>
      </p:sp>
      <p:sp>
        <p:nvSpPr>
          <p:cNvPr id="13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B25AA997-4DEF-4F73-A61A-344A8A5F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17145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Condición B</a:t>
            </a:r>
          </a:p>
        </p:txBody>
      </p:sp>
      <p:sp>
        <p:nvSpPr>
          <p:cNvPr id="14" name="cell_2_body">
            <a:extLst xmlns:a="http://schemas.openxmlformats.org/drawingml/2006/main">
              <a:ext uri="{FF2B5EF4-FFF2-40B4-BE49-F238E27FC236}">
                <a16:creationId xmlns:a16="http://schemas.microsoft.com/office/drawing/2014/main" id="{1BD13F9D-90C5-4221-A0BA-A39B516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21621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2 kHz · 70 dB SPL</a:t>
            </a:r>
          </a:p>
        </p:txBody>
      </p:sp>
      <p:sp>
        <p:nvSpPr>
          <p:cNvPr id="15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9C3136CD-2C0D-4763-88F9-4A5846D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714500"/>
            <a:ext cx="2940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Lugar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característico</a:t>
            </a:r>
          </a:p>
        </p:txBody>
      </p:sp>
      <p:sp>
        <p:nvSpPr>
          <p:cNvPr id="16" name="cell_3_body">
            <a:extLst xmlns:a="http://schemas.openxmlformats.org/drawingml/2006/main">
              <a:ext uri="{FF2B5EF4-FFF2-40B4-BE49-F238E27FC236}">
                <a16:creationId xmlns:a16="http://schemas.microsoft.com/office/drawing/2014/main" id="{1426BDF0-ED0A-49D4-8D31-200C216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486025"/>
            <a:ext cx="2940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¿cambia?</a:t>
            </a:r>
          </a:p>
        </p:txBody>
      </p:sp>
      <p:sp>
        <p:nvSpPr>
          <p:cNvPr id="17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C41782E7-7E8F-44EF-A4E6-9D75BC9D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Extensión</a:t>
            </a:r>
          </a:p>
        </p:txBody>
      </p:sp>
      <p:sp>
        <p:nvSpPr>
          <p:cNvPr id="18" name="cell_4_body">
            <a:extLst xmlns:a="http://schemas.openxmlformats.org/drawingml/2006/main">
              <a:ext uri="{FF2B5EF4-FFF2-40B4-BE49-F238E27FC236}">
                <a16:creationId xmlns:a16="http://schemas.microsoft.com/office/drawing/2014/main" id="{4926FD92-2AFC-40F9-9879-6B8D0FA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¿cambia?</a:t>
            </a:r>
          </a:p>
        </p:txBody>
      </p:sp>
      <p:sp>
        <p:nvSpPr>
          <p:cNvPr id="19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6DBE7083-5513-4762-8131-8FCE926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3810000"/>
            <a:ext cx="2940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Respuesta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periférica</a:t>
            </a:r>
          </a:p>
        </p:txBody>
      </p:sp>
      <p:sp>
        <p:nvSpPr>
          <p:cNvPr id="20" name="cell_5_body">
            <a:extLst xmlns:a="http://schemas.openxmlformats.org/drawingml/2006/main">
              <a:ext uri="{FF2B5EF4-FFF2-40B4-BE49-F238E27FC236}">
                <a16:creationId xmlns:a16="http://schemas.microsoft.com/office/drawing/2014/main" id="{DD31124E-77DD-487B-82DF-0F80903A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975" y="4581525"/>
            <a:ext cx="2940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¿cómo cambia?</a:t>
            </a:r>
          </a:p>
        </p:txBody>
      </p:sp>
      <p:sp>
        <p:nvSpPr>
          <p:cNvPr id="21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FAC838BD-4F04-4CA1-AC11-AC934D5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810000"/>
            <a:ext cx="294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22" name="cell_6_body">
            <a:extLst xmlns:a="http://schemas.openxmlformats.org/drawingml/2006/main">
              <a:ext uri="{FF2B5EF4-FFF2-40B4-BE49-F238E27FC236}">
                <a16:creationId xmlns:a16="http://schemas.microsoft.com/office/drawing/2014/main" id="{644B2531-E42D-4286-9D86-5F8705A0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257675"/>
            <a:ext cx="2940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 no concluye?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B0ACC03-E725-4640-B73B-F4F94D14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Actividad cualitativa; los niveles no se convierten en predicciones universales.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C69A281-475B-47A2-880F-3503B465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066773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2026-08-10T18:36:10.1070000Z</dcterms:created>
  <dcterms:modified xsi:type="dcterms:W3CDTF">2026-08-10T18:36:10.1070000Z</dcterms:modified>
</coreProperties>
</file>