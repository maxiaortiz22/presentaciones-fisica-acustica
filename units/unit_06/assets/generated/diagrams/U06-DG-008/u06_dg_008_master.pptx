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4ae7b0896f41ae" /><Relationship Type="http://schemas.openxmlformats.org/officeDocument/2006/relationships/extended-properties" Target="/docProps/app.xml" Id="R098c27ced3c14b08" /><Relationship Type="http://schemas.openxmlformats.org/officeDocument/2006/relationships/officeDocument" Target="/ppt/presentation.xml" Id="Re72c3d2f353e41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d79e5c53ed43fe"/>
  </p:sldMasterIdLst>
  <p:notesMasterIdLst>
    <p:notesMasterId xmlns:r="http://schemas.openxmlformats.org/officeDocument/2006/relationships" r:id="Rbcdf8f212011476e"/>
  </p:notesMasterIdLst>
  <p:sldIdLst>
    <p:sldId xmlns:r="http://schemas.openxmlformats.org/officeDocument/2006/relationships" id="256" r:id="Rb11a452f698645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7e4a3a991647f4" /><Relationship Type="http://schemas.openxmlformats.org/officeDocument/2006/relationships/slideMaster" Target="/ppt/slideMasters/slideMaster1.xml" Id="R31d79e5c53ed43fe" /><Relationship Type="http://schemas.openxmlformats.org/officeDocument/2006/relationships/notesMaster" Target="/ppt/notesMasters/notesMaster1.xml" Id="Rbcdf8f212011476e" /><Relationship Type="http://schemas.openxmlformats.org/officeDocument/2006/relationships/presProps" Target="/ppt/presProps.xml" Id="Rc4aa020ee0754c06" /><Relationship Type="http://schemas.openxmlformats.org/officeDocument/2006/relationships/tableStyles" Target="/ppt/tableStyles.xml" Id="R589a266d4f9c4796" /><Relationship Type="http://schemas.openxmlformats.org/officeDocument/2006/relationships/slide" Target="/ppt/slides/slide1.xml" Id="Rb11a452f698645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5f1732a57c46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3d0b46a35044b1" /><Relationship Type="http://schemas.openxmlformats.org/officeDocument/2006/relationships/notesMaster" Target="/ppt/notesMasters/notesMaster1.xml" Id="Ra97b38ab4c7142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736e03bcb4a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cec3d470fe48ee" /><Relationship Type="http://schemas.openxmlformats.org/officeDocument/2006/relationships/slideLayout" Target="/ppt/slideLayouts/slideLayout1.xml" Id="R377d620fdc6143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7d620fdc6143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de2a2936041d7" /><Relationship Type="http://schemas.openxmlformats.org/officeDocument/2006/relationships/notesSlide" Target="/ppt/notesSlides/notesSlide1.xml" Id="Rc430bb7681a54b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F1C6A08-A0C6-4F1D-9873-70A5E426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8E2F9D1-E62C-4341-828C-3CFE59D6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E8751C9-E571-471C-88AC-C0DE7B31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0CF122F-F4B1-4263-B799-F7D65DA9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primer modo ideal ocupa un cuarto de longitud de onda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BA339B67-A623-444E-B574-60E6C52F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590550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0F860B7A-52A5-45C4-BD78-41D5033E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90625"/>
            <a:ext cx="2476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363BC34D-2261-48F9-AF88-285B8905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90625"/>
            <a:ext cx="2571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28D7DEAE-3F35-4243-B52C-AC0524D8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762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3143250" y="1881188"/>
            <a:ext cx="1143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>
            <a:off x="8934450" y="1881188"/>
            <a:ext cx="1143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3143250" y="3309938"/>
            <a:ext cx="40005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equation_title">
            <a:extLst xmlns:a="http://schemas.openxmlformats.org/drawingml/2006/main">
              <a:ext uri="{FF2B5EF4-FFF2-40B4-BE49-F238E27FC236}">
                <a16:creationId xmlns:a16="http://schemas.microsoft.com/office/drawing/2014/main" id="{8CF71BF5-F35D-42AD-A9AD-EF18BA56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λ ≈ 4ℓ</a:t>
            </a:r>
          </a:p>
        </p:txBody>
      </p:sp>
      <p:sp>
        <p:nvSpPr>
          <p:cNvPr id="13" name="equation_body">
            <a:extLst xmlns:a="http://schemas.openxmlformats.org/drawingml/2006/main">
              <a:ext uri="{FF2B5EF4-FFF2-40B4-BE49-F238E27FC236}">
                <a16:creationId xmlns:a16="http://schemas.microsoft.com/office/drawing/2014/main" id="{072A6A51-ED0D-4E0B-9DB8-FC6131B3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05175"/>
            <a:ext cx="552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modelo de cuarto de onda</a:t>
            </a:r>
          </a:p>
        </p:txBody>
      </p:sp>
      <p:sp>
        <p:nvSpPr>
          <p:cNvPr id="14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50F8647C-1747-4FE8-8477-7A0B8F62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Entrada</a:t>
            </a:r>
          </a:p>
        </p:txBody>
      </p:sp>
      <p:sp>
        <p:nvSpPr>
          <p:cNvPr id="15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9B61530D-6A33-4493-AD58-9EAAFDFD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209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antinodo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presión</a:t>
            </a:r>
          </a:p>
        </p:txBody>
      </p:sp>
      <p:sp>
        <p:nvSpPr>
          <p:cNvPr id="16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88D8B1D0-A541-4CB0-B0A3-4CD3148C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Fondo ideal</a:t>
            </a:r>
          </a:p>
        </p:txBody>
      </p:sp>
      <p:sp>
        <p:nvSpPr>
          <p:cNvPr id="17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58EFE757-DD4D-4D66-90B5-F062E589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81175"/>
            <a:ext cx="2190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nodo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velocidad</a:t>
            </a:r>
          </a:p>
        </p:txBody>
      </p:sp>
      <p:sp>
        <p:nvSpPr>
          <p:cNvPr id="18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A0D44075-2FAE-496A-B3A6-A87BF931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ℓ</a:t>
            </a:r>
          </a:p>
        </p:txBody>
      </p:sp>
      <p:sp>
        <p:nvSpPr>
          <p:cNvPr id="19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E1A3C232-7046-4350-8C00-C45665D2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longitud del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conducto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8AA8572-3BD9-47F3-86E5-D2182F48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83644B0-85EC-4871-9549-B79DE68C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962654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2026-08-10T18:35:51.1560000Z</dcterms:created>
  <dcterms:modified xsi:type="dcterms:W3CDTF">2026-08-10T18:35:51.1560000Z</dcterms:modified>
</coreProperties>
</file>