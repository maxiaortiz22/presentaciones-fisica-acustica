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349c8622be433d" /><Relationship Type="http://schemas.openxmlformats.org/officeDocument/2006/relationships/extended-properties" Target="/docProps/app.xml" Id="Reae1b30a94d44ec4" /><Relationship Type="http://schemas.openxmlformats.org/officeDocument/2006/relationships/officeDocument" Target="/ppt/presentation.xml" Id="R45e4663c2dc243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db93ce767b4832"/>
  </p:sldMasterIdLst>
  <p:notesMasterIdLst>
    <p:notesMasterId xmlns:r="http://schemas.openxmlformats.org/officeDocument/2006/relationships" r:id="R4cf4b5ecde174aa6"/>
  </p:notesMasterIdLst>
  <p:sldIdLst>
    <p:sldId xmlns:r="http://schemas.openxmlformats.org/officeDocument/2006/relationships" id="256" r:id="R03b1e3b54b0845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57237c0a944e37" /><Relationship Type="http://schemas.openxmlformats.org/officeDocument/2006/relationships/slideMaster" Target="/ppt/slideMasters/slideMaster1.xml" Id="Rd2db93ce767b4832" /><Relationship Type="http://schemas.openxmlformats.org/officeDocument/2006/relationships/notesMaster" Target="/ppt/notesMasters/notesMaster1.xml" Id="R4cf4b5ecde174aa6" /><Relationship Type="http://schemas.openxmlformats.org/officeDocument/2006/relationships/presProps" Target="/ppt/presProps.xml" Id="R3060c008c92a4af6" /><Relationship Type="http://schemas.openxmlformats.org/officeDocument/2006/relationships/tableStyles" Target="/ppt/tableStyles.xml" Id="R7a63d15845b641ad" /><Relationship Type="http://schemas.openxmlformats.org/officeDocument/2006/relationships/slide" Target="/ppt/slides/slide1.xml" Id="R03b1e3b54b0845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767a5591e14b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87f36b94fe4b63" /><Relationship Type="http://schemas.openxmlformats.org/officeDocument/2006/relationships/notesMaster" Target="/ppt/notesMasters/notesMaster1.xml" Id="R8763674103b54f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0f125e7644d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d31fef21a34360" /><Relationship Type="http://schemas.openxmlformats.org/officeDocument/2006/relationships/slideLayout" Target="/ppt/slideLayouts/slideLayout1.xml" Id="Raecc071faf2b45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cc071faf2b45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170a830a94298" /><Relationship Type="http://schemas.openxmlformats.org/officeDocument/2006/relationships/notesSlide" Target="/ppt/notesSlides/notesSlide1.xml" Id="R9619e40a8caf4b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34BB78C9-7894-49D9-848E-E2D946A5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C572B4B-4BE2-4B15-9BA0-97DC61B7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D46BB6F-9D8F-4093-BF71-CEE5C351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4A5231C-3536-493F-8EC5-6849391A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Frecuencia y pitch están relacionados, pero no son equivalentes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A9BC3BD4-EBA8-42B1-B932-7AD6C52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7B982AAB-E337-4B7D-AB4F-E98D5DFA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CAD17F82-C421-49F2-A198-6F72ADCD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A0CA5BA8-615C-4458-AC14-4410C068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FD7844F4-3F8E-49ED-945D-5D405F57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Frecuencia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8E7125B7-9E81-4396-907A-C2B840EE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magnitud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física · Hz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B4AE43F3-3AEB-49E8-B7AA-44BA4927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Código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F683A793-2505-425B-8811-73E9E6F5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lugar + tiempo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D1C2C2DF-D866-4D75-8706-6FCB841F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Integración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B00F4B0E-5E67-426D-A2C4-09E38CF4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claves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neurales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A96EC4F8-613A-4980-986D-DFF5EE11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Pitch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81E8FDA6-24FE-4ECE-8D95-AAB376D1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percepto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330115B-D67C-4C04-A1D8-F59E821E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Relación conceptual; contribuye a no significa equivalencia.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AD0F7AA-2BCD-4CD0-8A21-597F6F3D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843597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2026-08-10T18:36:08.4090000Z</dcterms:created>
  <dcterms:modified xsi:type="dcterms:W3CDTF">2026-08-10T18:36:08.4090000Z</dcterms:modified>
</coreProperties>
</file>