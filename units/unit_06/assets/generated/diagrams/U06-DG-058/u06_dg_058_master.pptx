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cc39ea1bdb4543" /><Relationship Type="http://schemas.openxmlformats.org/officeDocument/2006/relationships/extended-properties" Target="/docProps/app.xml" Id="R36e8a56e0c8e4a8b" /><Relationship Type="http://schemas.openxmlformats.org/officeDocument/2006/relationships/officeDocument" Target="/ppt/presentation.xml" Id="R793464be81de44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94e0522a3844e9"/>
  </p:sldMasterIdLst>
  <p:notesMasterIdLst>
    <p:notesMasterId xmlns:r="http://schemas.openxmlformats.org/officeDocument/2006/relationships" r:id="Rc96ad71d37ba469e"/>
  </p:notesMasterIdLst>
  <p:sldIdLst>
    <p:sldId xmlns:r="http://schemas.openxmlformats.org/officeDocument/2006/relationships" id="256" r:id="R89374e71039549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d31456f21d4ea7" /><Relationship Type="http://schemas.openxmlformats.org/officeDocument/2006/relationships/slideMaster" Target="/ppt/slideMasters/slideMaster1.xml" Id="R1c94e0522a3844e9" /><Relationship Type="http://schemas.openxmlformats.org/officeDocument/2006/relationships/notesMaster" Target="/ppt/notesMasters/notesMaster1.xml" Id="Rc96ad71d37ba469e" /><Relationship Type="http://schemas.openxmlformats.org/officeDocument/2006/relationships/presProps" Target="/ppt/presProps.xml" Id="R9a986c5a0c0e48f7" /><Relationship Type="http://schemas.openxmlformats.org/officeDocument/2006/relationships/tableStyles" Target="/ppt/tableStyles.xml" Id="Re140c8c7daf74f65" /><Relationship Type="http://schemas.openxmlformats.org/officeDocument/2006/relationships/slide" Target="/ppt/slides/slide1.xml" Id="R89374e71039549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39d358d3034c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ac4ca3315643ac" /><Relationship Type="http://schemas.openxmlformats.org/officeDocument/2006/relationships/notesMaster" Target="/ppt/notesMasters/notesMaster1.xml" Id="Read258c5d42d42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b981b927844c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ddf64506e34906" /><Relationship Type="http://schemas.openxmlformats.org/officeDocument/2006/relationships/slideLayout" Target="/ppt/slideLayouts/slideLayout1.xml" Id="Rc3bb53aff97a45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bb53aff97a45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be12e727e4ab6" /><Relationship Type="http://schemas.openxmlformats.org/officeDocument/2006/relationships/notesSlide" Target="/ppt/notesSlides/notesSlide1.xml" Id="Rca5851181f6b48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6A27B93B-A50F-455D-B4DA-36C97DD1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9313ADFA-EF65-4135-9F01-DF61044D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D600D227-FCAA-4945-82F0-3DEDBB21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18CD9162-40B0-4AAA-9DDC-869BDAE3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Una firma espacial contribuye al código de frecuencia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793E5093-8B9B-429F-B114-386CABAD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AEB0AC7B-30AA-44B6-A419-4F7BCE4C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BAAC9665-1B75-4FFD-A501-73BF0A4C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4F650FDA-73AD-4F03-A8D6-631C1CAB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0992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43600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7727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B51BF555-9ED8-4ECA-8EF4-263062AD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Respuesta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451CD978-15E0-4046-B1E5-16AC4A2B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mecánica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espacial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0E353119-5E69-4978-8082-1D5F4395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Población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8D215DB2-5CC2-43AD-81FA-0DE85CCD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actividad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distribuida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11C7C165-EEFE-45C1-9989-48545402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Código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029F2697-CF38-4334-A24B-FBE67FF9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señales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aferentes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1DC29E7F-3E6E-4AA1-89AF-4540DB3D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Frecuencia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8326AB3A-8880-4E49-A3FB-B60F7CE0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del estímulo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3B01920E-6E57-46DF-94BC-3871EF76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Insertar U06-CH-004 en el layout final; este master conserva el mapa editable.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06A6CD56-DA4A-410D-9710-A300228F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9222419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2026-08-10T18:36:08.0450000Z</dcterms:created>
  <dcterms:modified xsi:type="dcterms:W3CDTF">2026-08-10T18:36:08.0450000Z</dcterms:modified>
</coreProperties>
</file>