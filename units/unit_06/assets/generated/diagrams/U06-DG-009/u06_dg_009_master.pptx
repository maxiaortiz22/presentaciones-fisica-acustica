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5158178c4346c3" /><Relationship Type="http://schemas.openxmlformats.org/officeDocument/2006/relationships/extended-properties" Target="/docProps/app.xml" Id="R32bc38acaa4a4c14" /><Relationship Type="http://schemas.openxmlformats.org/officeDocument/2006/relationships/officeDocument" Target="/ppt/presentation.xml" Id="R8b9b757f178d4c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ac3c8fd9214f7e"/>
  </p:sldMasterIdLst>
  <p:notesMasterIdLst>
    <p:notesMasterId xmlns:r="http://schemas.openxmlformats.org/officeDocument/2006/relationships" r:id="R3c589d2e6da54709"/>
  </p:notesMasterIdLst>
  <p:sldIdLst>
    <p:sldId xmlns:r="http://schemas.openxmlformats.org/officeDocument/2006/relationships" id="256" r:id="Rc6e17d8403a74e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383cd608ff44b9" /><Relationship Type="http://schemas.openxmlformats.org/officeDocument/2006/relationships/slideMaster" Target="/ppt/slideMasters/slideMaster1.xml" Id="R24ac3c8fd9214f7e" /><Relationship Type="http://schemas.openxmlformats.org/officeDocument/2006/relationships/notesMaster" Target="/ppt/notesMasters/notesMaster1.xml" Id="R3c589d2e6da54709" /><Relationship Type="http://schemas.openxmlformats.org/officeDocument/2006/relationships/presProps" Target="/ppt/presProps.xml" Id="R8966bfa189f14a2d" /><Relationship Type="http://schemas.openxmlformats.org/officeDocument/2006/relationships/tableStyles" Target="/ppt/tableStyles.xml" Id="Rfbcbff8909ff454c" /><Relationship Type="http://schemas.openxmlformats.org/officeDocument/2006/relationships/slide" Target="/ppt/slides/slide1.xml" Id="Rc6e17d8403a74e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fad0842a9c4d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30b6fb1622446b" /><Relationship Type="http://schemas.openxmlformats.org/officeDocument/2006/relationships/notesMaster" Target="/ppt/notesMasters/notesMaster1.xml" Id="Rc32b10cda1c34d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91ae6bbd54f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508c6e774c4907" /><Relationship Type="http://schemas.openxmlformats.org/officeDocument/2006/relationships/slideLayout" Target="/ppt/slideLayouts/slideLayout1.xml" Id="Rf8533ee14bc846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533ee14bc846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6e7bd44f24823" /><Relationship Type="http://schemas.openxmlformats.org/officeDocument/2006/relationships/notesSlide" Target="/ppt/notesSlides/notesSlide1.xml" Id="R0b76b7084c6c4b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EB740531-5B6C-49DD-B856-78816D70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C911E409-2DB6-48E5-8926-053C80DB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EE112774-F195-4F86-9C32-2D9C7614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F262D4D1-E7DF-40EC-A55E-D8A26406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resonancia ideal depende de c y ℓ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8A25B16E-9EED-41BD-A420-F219DFD6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5905500" cy="11906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2D50BEB2-143D-4D3D-8651-D99D39A9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90625"/>
            <a:ext cx="2476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47A9619C-2005-42C1-9692-49C19EC9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90625"/>
            <a:ext cx="25717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2DCBFF93-8B05-421A-BC2A-85F09596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2762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D2B987D5-B3C8-4FF0-8B59-F9CB7E87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38625"/>
            <a:ext cx="2857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5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>
            <a:off x="3143250" y="1881188"/>
            <a:ext cx="11430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>
            <a:off x="8934450" y="1881188"/>
            <a:ext cx="11430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 flipV="1">
            <a:off x="3143250" y="3309938"/>
            <a:ext cx="40005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V="1">
            <a:off x="8648700" y="3309938"/>
            <a:ext cx="40005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itle">
            <a:extLst xmlns:a="http://schemas.openxmlformats.org/drawingml/2006/main">
              <a:ext uri="{FF2B5EF4-FFF2-40B4-BE49-F238E27FC236}">
                <a16:creationId xmlns:a16="http://schemas.microsoft.com/office/drawing/2014/main" id="{BFE21737-A3D6-4DE0-A55D-7DE913D6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f_res ≈ c / 4ℓ</a:t>
            </a:r>
          </a:p>
        </p:txBody>
      </p:sp>
      <p:sp>
        <p:nvSpPr>
          <p:cNvPr id="15" name="equation_body">
            <a:extLst xmlns:a="http://schemas.openxmlformats.org/drawingml/2006/main">
              <a:ext uri="{FF2B5EF4-FFF2-40B4-BE49-F238E27FC236}">
                <a16:creationId xmlns:a16="http://schemas.microsoft.com/office/drawing/2014/main" id="{B7D99C25-727A-439B-AB1B-08FA47C6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05175"/>
            <a:ext cx="552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modelo ideal</a:t>
            </a:r>
          </a:p>
        </p:txBody>
      </p:sp>
      <p:sp>
        <p:nvSpPr>
          <p:cNvPr id="16" name="callout_1_title">
            <a:extLst xmlns:a="http://schemas.openxmlformats.org/drawingml/2006/main">
              <a:ext uri="{FF2B5EF4-FFF2-40B4-BE49-F238E27FC236}">
                <a16:creationId xmlns:a16="http://schemas.microsoft.com/office/drawing/2014/main" id="{27088B37-DFFB-4DF4-9CCF-248C4AAD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33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f_res</a:t>
            </a:r>
          </a:p>
        </p:txBody>
      </p:sp>
      <p:sp>
        <p:nvSpPr>
          <p:cNvPr id="17" name="callout_1_body">
            <a:extLst xmlns:a="http://schemas.openxmlformats.org/drawingml/2006/main">
              <a:ext uri="{FF2B5EF4-FFF2-40B4-BE49-F238E27FC236}">
                <a16:creationId xmlns:a16="http://schemas.microsoft.com/office/drawing/2014/main" id="{70145997-91F5-43A1-AAF3-72C45E20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209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frecuencia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Hz</a:t>
            </a:r>
          </a:p>
        </p:txBody>
      </p:sp>
      <p:sp>
        <p:nvSpPr>
          <p:cNvPr id="18" name="callout_2_title">
            <a:extLst xmlns:a="http://schemas.openxmlformats.org/drawingml/2006/main">
              <a:ext uri="{FF2B5EF4-FFF2-40B4-BE49-F238E27FC236}">
                <a16:creationId xmlns:a16="http://schemas.microsoft.com/office/drawing/2014/main" id="{8CD13F25-F55B-4165-8B94-846C18DA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</a:t>
            </a:r>
          </a:p>
        </p:txBody>
      </p:sp>
      <p:sp>
        <p:nvSpPr>
          <p:cNvPr id="19" name="callout_2_body">
            <a:extLst xmlns:a="http://schemas.openxmlformats.org/drawingml/2006/main">
              <a:ext uri="{FF2B5EF4-FFF2-40B4-BE49-F238E27FC236}">
                <a16:creationId xmlns:a16="http://schemas.microsoft.com/office/drawing/2014/main" id="{9C7DB6EF-0EAF-4E43-84BC-682F7A17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81175"/>
            <a:ext cx="2190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rapidez · m/s</a:t>
            </a:r>
          </a:p>
        </p:txBody>
      </p:sp>
      <p:sp>
        <p:nvSpPr>
          <p:cNvPr id="20" name="callout_3_title">
            <a:extLst xmlns:a="http://schemas.openxmlformats.org/drawingml/2006/main">
              <a:ext uri="{FF2B5EF4-FFF2-40B4-BE49-F238E27FC236}">
                <a16:creationId xmlns:a16="http://schemas.microsoft.com/office/drawing/2014/main" id="{747383D4-9C99-4AD9-836C-7F53C707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ℓ</a:t>
            </a:r>
          </a:p>
        </p:txBody>
      </p:sp>
      <p:sp>
        <p:nvSpPr>
          <p:cNvPr id="21" name="callout_3_body">
            <a:extLst xmlns:a="http://schemas.openxmlformats.org/drawingml/2006/main">
              <a:ext uri="{FF2B5EF4-FFF2-40B4-BE49-F238E27FC236}">
                <a16:creationId xmlns:a16="http://schemas.microsoft.com/office/drawing/2014/main" id="{97536DA3-C8F9-41BD-87A8-FC28B01B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29175"/>
            <a:ext cx="238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longitud · m</a:t>
            </a:r>
          </a:p>
        </p:txBody>
      </p:sp>
      <p:sp>
        <p:nvSpPr>
          <p:cNvPr id="22" name="callout_4_title">
            <a:extLst xmlns:a="http://schemas.openxmlformats.org/drawingml/2006/main">
              <a:ext uri="{FF2B5EF4-FFF2-40B4-BE49-F238E27FC236}">
                <a16:creationId xmlns:a16="http://schemas.microsoft.com/office/drawing/2014/main" id="{605E8273-F6A5-41E4-A010-8C46445C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81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≈</a:t>
            </a:r>
          </a:p>
        </p:txBody>
      </p:sp>
      <p:sp>
        <p:nvSpPr>
          <p:cNvPr id="23" name="callout_4_body">
            <a:extLst xmlns:a="http://schemas.openxmlformats.org/drawingml/2006/main">
              <a:ext uri="{FF2B5EF4-FFF2-40B4-BE49-F238E27FC236}">
                <a16:creationId xmlns:a16="http://schemas.microsoft.com/office/drawing/2014/main" id="{9F52534A-51F0-4F84-842D-A49FDA4A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29175"/>
            <a:ext cx="2476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aproximación</a:t>
            </a:r>
          </a:p>
        </p:txBody>
      </p:sp>
      <p:sp>
        <p:nvSpPr>
          <p:cNvPr id="24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61618A5F-BCF5-4496-9DC4-367F98CF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25" name="source_note">
            <a:extLst xmlns:a="http://schemas.openxmlformats.org/drawingml/2006/main">
              <a:ext uri="{FF2B5EF4-FFF2-40B4-BE49-F238E27FC236}">
                <a16:creationId xmlns:a16="http://schemas.microsoft.com/office/drawing/2014/main" id="{6F0A9CEA-5ACC-4C53-86BE-F174C4E8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6; brief y storyboard U06;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533732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2026-08-10T18:35:51.5660000Z</dcterms:created>
  <dcterms:modified xsi:type="dcterms:W3CDTF">2026-08-10T18:35:51.5660000Z</dcterms:modified>
</coreProperties>
</file>