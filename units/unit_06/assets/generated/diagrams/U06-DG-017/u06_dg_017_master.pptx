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e5cb9e44d524293" /><Relationship Type="http://schemas.openxmlformats.org/officeDocument/2006/relationships/extended-properties" Target="/docProps/app.xml" Id="R575e5a1b2bc04c33" /><Relationship Type="http://schemas.openxmlformats.org/officeDocument/2006/relationships/officeDocument" Target="/ppt/presentation.xml" Id="R9d205e0e41504cf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e2c050a21be48fd"/>
  </p:sldMasterIdLst>
  <p:notesMasterIdLst>
    <p:notesMasterId xmlns:r="http://schemas.openxmlformats.org/officeDocument/2006/relationships" r:id="Reb359c414a6c40a2"/>
  </p:notesMasterIdLst>
  <p:sldIdLst>
    <p:sldId xmlns:r="http://schemas.openxmlformats.org/officeDocument/2006/relationships" id="256" r:id="Rd0ed81c2fa8d472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5a29eccc68c4734" /><Relationship Type="http://schemas.openxmlformats.org/officeDocument/2006/relationships/slideMaster" Target="/ppt/slideMasters/slideMaster1.xml" Id="Rce2c050a21be48fd" /><Relationship Type="http://schemas.openxmlformats.org/officeDocument/2006/relationships/notesMaster" Target="/ppt/notesMasters/notesMaster1.xml" Id="Reb359c414a6c40a2" /><Relationship Type="http://schemas.openxmlformats.org/officeDocument/2006/relationships/presProps" Target="/ppt/presProps.xml" Id="Rf69fb2c051c040c7" /><Relationship Type="http://schemas.openxmlformats.org/officeDocument/2006/relationships/tableStyles" Target="/ppt/tableStyles.xml" Id="R21159adb8a21447c" /><Relationship Type="http://schemas.openxmlformats.org/officeDocument/2006/relationships/slide" Target="/ppt/slides/slide1.xml" Id="Rd0ed81c2fa8d472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a57c4a228e94b7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1015813ee9b4df9" /><Relationship Type="http://schemas.openxmlformats.org/officeDocument/2006/relationships/notesMaster" Target="/ppt/notesMasters/notesMaster1.xml" Id="R45861e3c539a490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4725443f41410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43dd150db94458c" /><Relationship Type="http://schemas.openxmlformats.org/officeDocument/2006/relationships/slideLayout" Target="/ppt/slideLayouts/slideLayout1.xml" Id="R3c407f11b59c406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c407f11b59c406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446ad3203b4b57" /><Relationship Type="http://schemas.openxmlformats.org/officeDocument/2006/relationships/notesSlide" Target="/ppt/notesSlides/notesSlide1.xml" Id="R516ab25555c548d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30D261AA-1743-4147-9369-1068FBA56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1AF19DA5-FD48-48DD-BC2F-DC94DA4FD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D7111978-7CA5-49F2-923D-040C682B8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DAB1812B-A450-4111-B3B4-E254DBC26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Dos mecanismos preparan la entrada coclear</a:t>
            </a:r>
          </a:p>
        </p:txBody>
      </p:sp>
      <p:sp>
        <p:nvSpPr>
          <p:cNvPr id="5" name="stage_1_box">
            <a:extLst xmlns:a="http://schemas.openxmlformats.org/drawingml/2006/main">
              <a:ext uri="{FF2B5EF4-FFF2-40B4-BE49-F238E27FC236}">
                <a16:creationId xmlns:a16="http://schemas.microsoft.com/office/drawing/2014/main" id="{12DA11B0-42C5-4771-918A-AB8BA379A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28875"/>
            <a:ext cx="3340100" cy="166687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6" name="stage_2_box">
            <a:extLst xmlns:a="http://schemas.openxmlformats.org/drawingml/2006/main">
              <a:ext uri="{FF2B5EF4-FFF2-40B4-BE49-F238E27FC236}">
                <a16:creationId xmlns:a16="http://schemas.microsoft.com/office/drawing/2014/main" id="{924E866C-0A75-44C7-BBAD-05D9C989C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5950" y="2428875"/>
            <a:ext cx="3340100" cy="166687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7" name="stage_3_box">
            <a:extLst xmlns:a="http://schemas.openxmlformats.org/drawingml/2006/main">
              <a:ext uri="{FF2B5EF4-FFF2-40B4-BE49-F238E27FC236}">
                <a16:creationId xmlns:a16="http://schemas.microsoft.com/office/drawing/2014/main" id="{FE487670-8DF7-46C2-85BA-27CDE34F8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2428875"/>
            <a:ext cx="3340100" cy="166687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cxnSp>
        <p:nvCxnSpPr>
          <p:cNvPr id="25" name="flow_1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121150" y="3262313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26" name="flow_2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766050" y="3262313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0" name="stage_1_title">
            <a:extLst xmlns:a="http://schemas.openxmlformats.org/drawingml/2006/main">
              <a:ext uri="{FF2B5EF4-FFF2-40B4-BE49-F238E27FC236}">
                <a16:creationId xmlns:a16="http://schemas.microsoft.com/office/drawing/2014/main" id="{037A1D71-4A88-404F-A17D-06CB0412D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71750"/>
            <a:ext cx="295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Relación de áreas</a:t>
            </a:r>
          </a:p>
        </p:txBody>
      </p:sp>
      <p:sp>
        <p:nvSpPr>
          <p:cNvPr id="11" name="stage_1_body">
            <a:extLst xmlns:a="http://schemas.openxmlformats.org/drawingml/2006/main">
              <a:ext uri="{FF2B5EF4-FFF2-40B4-BE49-F238E27FC236}">
                <a16:creationId xmlns:a16="http://schemas.microsoft.com/office/drawing/2014/main" id="{2B9A91E0-4602-4136-9FDD-A5D5FF8AF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29591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concentra presión</a:t>
            </a:r>
          </a:p>
        </p:txBody>
      </p:sp>
      <p:sp>
        <p:nvSpPr>
          <p:cNvPr id="12" name="stage_2_title">
            <a:extLst xmlns:a="http://schemas.openxmlformats.org/drawingml/2006/main">
              <a:ext uri="{FF2B5EF4-FFF2-40B4-BE49-F238E27FC236}">
                <a16:creationId xmlns:a16="http://schemas.microsoft.com/office/drawing/2014/main" id="{B059BF14-7F4B-4B76-9B15-72414D520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6450" y="2571750"/>
            <a:ext cx="295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Palanca osicular</a:t>
            </a:r>
          </a:p>
        </p:txBody>
      </p:sp>
      <p:sp>
        <p:nvSpPr>
          <p:cNvPr id="13" name="stage_2_body">
            <a:extLst xmlns:a="http://schemas.openxmlformats.org/drawingml/2006/main">
              <a:ext uri="{FF2B5EF4-FFF2-40B4-BE49-F238E27FC236}">
                <a16:creationId xmlns:a16="http://schemas.microsoft.com/office/drawing/2014/main" id="{515B98DE-F82C-47E2-B085-4F4778D9B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6450" y="3019425"/>
            <a:ext cx="29591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intercambia fuerza y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movimiento</a:t>
            </a:r>
          </a:p>
        </p:txBody>
      </p:sp>
      <p:sp>
        <p:nvSpPr>
          <p:cNvPr id="14" name="stage_3_title">
            <a:extLst xmlns:a="http://schemas.openxmlformats.org/drawingml/2006/main">
              <a:ext uri="{FF2B5EF4-FFF2-40B4-BE49-F238E27FC236}">
                <a16:creationId xmlns:a16="http://schemas.microsoft.com/office/drawing/2014/main" id="{3FE05313-9C97-4E4C-8FC7-87ACB3DD6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1350" y="2571750"/>
            <a:ext cx="295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Ventana oval</a:t>
            </a:r>
          </a:p>
        </p:txBody>
      </p:sp>
      <p:sp>
        <p:nvSpPr>
          <p:cNvPr id="15" name="stage_3_body">
            <a:extLst xmlns:a="http://schemas.openxmlformats.org/drawingml/2006/main">
              <a:ext uri="{FF2B5EF4-FFF2-40B4-BE49-F238E27FC236}">
                <a16:creationId xmlns:a16="http://schemas.microsoft.com/office/drawing/2014/main" id="{BF000295-3E22-4D61-9213-FB21FB0DD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1350" y="3019425"/>
            <a:ext cx="29591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entrada al fluido</a:t>
            </a:r>
          </a:p>
        </p:txBody>
      </p:sp>
      <p:sp>
        <p:nvSpPr>
          <p:cNvPr id="16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67C0C6AF-12FF-4E37-B8E4-CE04CA0C1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0"/>
            <a:ext cx="1062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3D3D3D"/>
                </a:solidFill>
              </a:defRPr>
            </a:pPr>
            <a:r>
              <a:rPr sz="1650" b="0">
                <a:solidFill>
                  <a:srgbClr val="3D3D3D"/>
                </a:solidFill>
              </a:rPr>
              <a:t>Figura conceptual; no está a escala.</a:t>
            </a:r>
          </a:p>
        </p:txBody>
      </p:sp>
      <p:sp>
        <p:nvSpPr>
          <p:cNvPr id="17" name="source_note">
            <a:extLst xmlns:a="http://schemas.openxmlformats.org/drawingml/2006/main">
              <a:ext uri="{FF2B5EF4-FFF2-40B4-BE49-F238E27FC236}">
                <a16:creationId xmlns:a16="http://schemas.microsoft.com/office/drawing/2014/main" id="{846E4DD7-6C2C-439F-8F27-5AC80B9DF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69FA7"/>
                </a:solidFill>
              </a:defRPr>
            </a:pPr>
            <a:r>
              <a:rPr sz="1200" b="0">
                <a:solidFill>
                  <a:srgbClr val="969FA7"/>
                </a:solidFill>
              </a:rPr>
              <a:t>Libro del curso (TEX/PDF), Unidad 6; brief y storyboard U06; elaboración propia.</a:t>
            </a:r>
          </a:p>
        </p:txBody>
      </p:sp>
    </p:spTree>
    <p:extLst>
      <p:ext uri="{BB962C8B-B14F-4D97-AF65-F5344CB8AC3E}">
        <p14:creationId xmlns:p14="http://schemas.microsoft.com/office/powerpoint/2010/main" val="18053530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2026-08-10T18:35:54.0800000Z</dcterms:created>
  <dcterms:modified xsi:type="dcterms:W3CDTF">2026-08-10T18:35:54.0800000Z</dcterms:modified>
</coreProperties>
</file>