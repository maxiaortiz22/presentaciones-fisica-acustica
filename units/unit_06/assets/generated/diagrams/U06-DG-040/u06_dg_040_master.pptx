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c2fe5829a14034" /><Relationship Type="http://schemas.openxmlformats.org/officeDocument/2006/relationships/extended-properties" Target="/docProps/app.xml" Id="Rb41b3dcc8c1e4563" /><Relationship Type="http://schemas.openxmlformats.org/officeDocument/2006/relationships/officeDocument" Target="/ppt/presentation.xml" Id="R72405dcecad346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79304a51214d22"/>
  </p:sldMasterIdLst>
  <p:notesMasterIdLst>
    <p:notesMasterId xmlns:r="http://schemas.openxmlformats.org/officeDocument/2006/relationships" r:id="Rec00138c4e3a4775"/>
  </p:notesMasterIdLst>
  <p:sldIdLst>
    <p:sldId xmlns:r="http://schemas.openxmlformats.org/officeDocument/2006/relationships" id="256" r:id="R2eae1c18a65f4e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0c531fc0374263" /><Relationship Type="http://schemas.openxmlformats.org/officeDocument/2006/relationships/slideMaster" Target="/ppt/slideMasters/slideMaster1.xml" Id="Rd879304a51214d22" /><Relationship Type="http://schemas.openxmlformats.org/officeDocument/2006/relationships/notesMaster" Target="/ppt/notesMasters/notesMaster1.xml" Id="Rec00138c4e3a4775" /><Relationship Type="http://schemas.openxmlformats.org/officeDocument/2006/relationships/presProps" Target="/ppt/presProps.xml" Id="R380c99ce627c4d47" /><Relationship Type="http://schemas.openxmlformats.org/officeDocument/2006/relationships/tableStyles" Target="/ppt/tableStyles.xml" Id="R19ca8708f9b34900" /><Relationship Type="http://schemas.openxmlformats.org/officeDocument/2006/relationships/slide" Target="/ppt/slides/slide1.xml" Id="R2eae1c18a65f4e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4733503edd4c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3ebe0f860e4c70" /><Relationship Type="http://schemas.openxmlformats.org/officeDocument/2006/relationships/notesMaster" Target="/ppt/notesMasters/notesMaster1.xml" Id="Rad2f0152f2934c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e3c7afca0249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7e3b7db6764885" /><Relationship Type="http://schemas.openxmlformats.org/officeDocument/2006/relationships/slideLayout" Target="/ppt/slideLayouts/slideLayout1.xml" Id="Rf269d68c8df848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69d68c8df848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9ed9aa4e94511" /><Relationship Type="http://schemas.openxmlformats.org/officeDocument/2006/relationships/notesSlide" Target="/ppt/notesSlides/notesSlide1.xml" Id="R2a9b469ad4bc4b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CBB49388-EF28-4155-B073-FFCFB147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03264F4E-DCCE-429E-BFF3-46FE732B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584CEF66-E398-4272-AE11-68F1614C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B971568B-DC01-42FC-8B14-C0FED1F4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Lugar característico y tonotopía no son sinónimos</a:t>
            </a:r>
          </a:p>
        </p:txBody>
      </p:sp>
      <p:sp>
        <p:nvSpPr>
          <p:cNvPr id="5" name="panel_left_box">
            <a:extLst xmlns:a="http://schemas.openxmlformats.org/drawingml/2006/main">
              <a:ext uri="{FF2B5EF4-FFF2-40B4-BE49-F238E27FC236}">
                <a16:creationId xmlns:a16="http://schemas.microsoft.com/office/drawing/2014/main" id="{405CCBB0-6622-452F-B645-E4266E61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panel_right_box">
            <a:extLst xmlns:a="http://schemas.openxmlformats.org/drawingml/2006/main">
              <a:ext uri="{FF2B5EF4-FFF2-40B4-BE49-F238E27FC236}">
                <a16:creationId xmlns:a16="http://schemas.microsoft.com/office/drawing/2014/main" id="{A986E1A1-CB58-4C26-ACB7-29EF6230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panel_left_title">
            <a:extLst xmlns:a="http://schemas.openxmlformats.org/drawingml/2006/main">
              <a:ext uri="{FF2B5EF4-FFF2-40B4-BE49-F238E27FC236}">
                <a16:creationId xmlns:a16="http://schemas.microsoft.com/office/drawing/2014/main" id="{B1C76803-AA5C-480E-82E4-3DBA737F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Lugar característico</a:t>
            </a:r>
          </a:p>
        </p:txBody>
      </p:sp>
      <p:sp>
        <p:nvSpPr>
          <p:cNvPr id="8" name="panel_left_body">
            <a:extLst xmlns:a="http://schemas.openxmlformats.org/drawingml/2006/main">
              <a:ext uri="{FF2B5EF4-FFF2-40B4-BE49-F238E27FC236}">
                <a16:creationId xmlns:a16="http://schemas.microsoft.com/office/drawing/2014/main" id="{71D7FEDC-2D3B-4346-AA8D-57E55B45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máxima respuesta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para una condición</a:t>
            </a:r>
          </a:p>
        </p:txBody>
      </p:sp>
      <p:sp>
        <p:nvSpPr>
          <p:cNvPr id="9" name="panel_right_title">
            <a:extLst xmlns:a="http://schemas.openxmlformats.org/drawingml/2006/main">
              <a:ext uri="{FF2B5EF4-FFF2-40B4-BE49-F238E27FC236}">
                <a16:creationId xmlns:a16="http://schemas.microsoft.com/office/drawing/2014/main" id="{2FF11FDA-C1F6-4AB5-BC4B-C82D4554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Tonotopía</a:t>
            </a:r>
          </a:p>
        </p:txBody>
      </p:sp>
      <p:sp>
        <p:nvSpPr>
          <p:cNvPr id="10" name="panel_right_body">
            <a:extLst xmlns:a="http://schemas.openxmlformats.org/drawingml/2006/main">
              <a:ext uri="{FF2B5EF4-FFF2-40B4-BE49-F238E27FC236}">
                <a16:creationId xmlns:a16="http://schemas.microsoft.com/office/drawing/2014/main" id="{1F4743E9-0DFA-49CA-B1EF-9960C509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muchos lugares ordenados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continuo espacial</a:t>
            </a:r>
          </a:p>
        </p:txBody>
      </p:sp>
      <p:sp>
        <p:nvSpPr>
          <p:cNvPr id="11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1A13D1C8-0EE4-4029-AF2A-6649198A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1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8F3C248-6D5F-4C30-867D-9E13D8B4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151609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2026-08-10T18:36:01.3640000Z</dcterms:created>
  <dcterms:modified xsi:type="dcterms:W3CDTF">2026-08-10T18:36:01.3640000Z</dcterms:modified>
</coreProperties>
</file>