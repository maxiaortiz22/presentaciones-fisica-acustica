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8ef377c17f24753" /><Relationship Type="http://schemas.openxmlformats.org/officeDocument/2006/relationships/extended-properties" Target="/docProps/app.xml" Id="R8f6b0b2b3a9441c7" /><Relationship Type="http://schemas.openxmlformats.org/officeDocument/2006/relationships/officeDocument" Target="/ppt/presentation.xml" Id="Rcd6eaf442dac44d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f195abdd9b4b10"/>
  </p:sldMasterIdLst>
  <p:notesMasterIdLst>
    <p:notesMasterId xmlns:r="http://schemas.openxmlformats.org/officeDocument/2006/relationships" r:id="R5e84af3c01dd4b3e"/>
  </p:notesMasterIdLst>
  <p:sldIdLst>
    <p:sldId xmlns:r="http://schemas.openxmlformats.org/officeDocument/2006/relationships" id="256" r:id="R7f0541f911bd45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defc2ee6c14a4c" /><Relationship Type="http://schemas.openxmlformats.org/officeDocument/2006/relationships/slideMaster" Target="/ppt/slideMasters/slideMaster1.xml" Id="Rbff195abdd9b4b10" /><Relationship Type="http://schemas.openxmlformats.org/officeDocument/2006/relationships/notesMaster" Target="/ppt/notesMasters/notesMaster1.xml" Id="R5e84af3c01dd4b3e" /><Relationship Type="http://schemas.openxmlformats.org/officeDocument/2006/relationships/presProps" Target="/ppt/presProps.xml" Id="R0d83b23d1efb49ed" /><Relationship Type="http://schemas.openxmlformats.org/officeDocument/2006/relationships/tableStyles" Target="/ppt/tableStyles.xml" Id="Rb42f60da445349c2" /><Relationship Type="http://schemas.openxmlformats.org/officeDocument/2006/relationships/slide" Target="/ppt/slides/slide1.xml" Id="R7f0541f911bd45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d4024f4eb4243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1346cb02ec419b" /><Relationship Type="http://schemas.openxmlformats.org/officeDocument/2006/relationships/notesMaster" Target="/ppt/notesMasters/notesMaster1.xml" Id="R64afe58b184242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bf5382587247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f59ddf025a4185" /><Relationship Type="http://schemas.openxmlformats.org/officeDocument/2006/relationships/slideLayout" Target="/ppt/slideLayouts/slideLayout1.xml" Id="R8ab3c0ac31c64f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b3c0ac31c64f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71df907cfe4db1" /><Relationship Type="http://schemas.openxmlformats.org/officeDocument/2006/relationships/notesSlide" Target="/ppt/notesSlides/notesSlide1.xml" Id="Re6f1018000f744d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5CD5A07-0460-4BAC-BAF3-F271D65E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B8CDF7B1-2683-4BA5-AD27-5242ECE7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6351139F-E0E2-4523-9064-80AC8948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2DE4065-71ED-4AF4-9837-6592ABA1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Diez ideas se organizan en cuatro zonas</a:t>
            </a:r>
          </a:p>
        </p:txBody>
      </p:sp>
      <p:sp>
        <p:nvSpPr>
          <p:cNvPr id="5" name="cell_1_box">
            <a:extLst xmlns:a="http://schemas.openxmlformats.org/drawingml/2006/main">
              <a:ext uri="{FF2B5EF4-FFF2-40B4-BE49-F238E27FC236}">
                <a16:creationId xmlns:a16="http://schemas.microsoft.com/office/drawing/2014/main" id="{2CC4E8E5-7618-4F09-8D06-8AC44999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ell_2_box">
            <a:extLst xmlns:a="http://schemas.openxmlformats.org/drawingml/2006/main">
              <a:ext uri="{FF2B5EF4-FFF2-40B4-BE49-F238E27FC236}">
                <a16:creationId xmlns:a16="http://schemas.microsoft.com/office/drawing/2014/main" id="{68AE9FA3-9EC4-4ED0-8396-08F534E9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15716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ell_3_box">
            <a:extLst xmlns:a="http://schemas.openxmlformats.org/drawingml/2006/main">
              <a:ext uri="{FF2B5EF4-FFF2-40B4-BE49-F238E27FC236}">
                <a16:creationId xmlns:a16="http://schemas.microsoft.com/office/drawing/2014/main" id="{9313409F-2796-4708-A502-8E564642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8" name="cell_4_box">
            <a:extLst xmlns:a="http://schemas.openxmlformats.org/drawingml/2006/main">
              <a:ext uri="{FF2B5EF4-FFF2-40B4-BE49-F238E27FC236}">
                <a16:creationId xmlns:a16="http://schemas.microsoft.com/office/drawing/2014/main" id="{6ABD98E8-7B0D-424A-B83E-A7F967E1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2688" y="3667125"/>
            <a:ext cx="5148263" cy="18097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ell_1_title">
            <a:extLst xmlns:a="http://schemas.openxmlformats.org/drawingml/2006/main">
              <a:ext uri="{FF2B5EF4-FFF2-40B4-BE49-F238E27FC236}">
                <a16:creationId xmlns:a16="http://schemas.microsoft.com/office/drawing/2014/main" id="{BAF8A24F-3BC0-4A62-813F-C3743DB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145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Oído externo</a:t>
            </a:r>
          </a:p>
        </p:txBody>
      </p:sp>
      <p:sp>
        <p:nvSpPr>
          <p:cNvPr id="10" name="cell_1_body">
            <a:extLst xmlns:a="http://schemas.openxmlformats.org/drawingml/2006/main">
              <a:ext uri="{FF2B5EF4-FFF2-40B4-BE49-F238E27FC236}">
                <a16:creationId xmlns:a16="http://schemas.microsoft.com/office/drawing/2014/main" id="{F1CC2578-746E-418C-A95B-EFF80F5F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621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dirección · CAE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presión</a:t>
            </a:r>
          </a:p>
        </p:txBody>
      </p:sp>
      <p:sp>
        <p:nvSpPr>
          <p:cNvPr id="11" name="cell_2_title">
            <a:extLst xmlns:a="http://schemas.openxmlformats.org/drawingml/2006/main">
              <a:ext uri="{FF2B5EF4-FFF2-40B4-BE49-F238E27FC236}">
                <a16:creationId xmlns:a16="http://schemas.microsoft.com/office/drawing/2014/main" id="{0AA426A2-60B9-471A-80D2-B58D9526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17145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Oído medio</a:t>
            </a:r>
          </a:p>
        </p:txBody>
      </p:sp>
      <p:sp>
        <p:nvSpPr>
          <p:cNvPr id="12" name="cell_2_body">
            <a:extLst xmlns:a="http://schemas.openxmlformats.org/drawingml/2006/main">
              <a:ext uri="{FF2B5EF4-FFF2-40B4-BE49-F238E27FC236}">
                <a16:creationId xmlns:a16="http://schemas.microsoft.com/office/drawing/2014/main" id="{7A566772-E1B7-46FC-9D02-F133F28E9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21621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fuerza · áreas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palanca</a:t>
            </a:r>
          </a:p>
        </p:txBody>
      </p:sp>
      <p:sp>
        <p:nvSpPr>
          <p:cNvPr id="13" name="cell_3_title">
            <a:extLst xmlns:a="http://schemas.openxmlformats.org/drawingml/2006/main">
              <a:ext uri="{FF2B5EF4-FFF2-40B4-BE49-F238E27FC236}">
                <a16:creationId xmlns:a16="http://schemas.microsoft.com/office/drawing/2014/main" id="{5D84EBE9-4E90-46CE-8E06-8A2D1F06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100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Cóclea</a:t>
            </a:r>
          </a:p>
        </p:txBody>
      </p:sp>
      <p:sp>
        <p:nvSpPr>
          <p:cNvPr id="14" name="cell_3_body">
            <a:extLst xmlns:a="http://schemas.openxmlformats.org/drawingml/2006/main">
              <a:ext uri="{FF2B5EF4-FFF2-40B4-BE49-F238E27FC236}">
                <a16:creationId xmlns:a16="http://schemas.microsoft.com/office/drawing/2014/main" id="{35460173-BAE2-4AA7-917C-C42C575D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576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fluidos · onda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tonotopía</a:t>
            </a:r>
          </a:p>
        </p:txBody>
      </p:sp>
      <p:sp>
        <p:nvSpPr>
          <p:cNvPr id="15" name="cell_4_title">
            <a:extLst xmlns:a="http://schemas.openxmlformats.org/drawingml/2006/main">
              <a:ext uri="{FF2B5EF4-FFF2-40B4-BE49-F238E27FC236}">
                <a16:creationId xmlns:a16="http://schemas.microsoft.com/office/drawing/2014/main" id="{DEEF237D-5172-471A-954A-E41062AD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3810000"/>
            <a:ext cx="4767263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Transducción</a:t>
            </a:r>
          </a:p>
        </p:txBody>
      </p:sp>
      <p:sp>
        <p:nvSpPr>
          <p:cNvPr id="16" name="cell_4_body">
            <a:extLst xmlns:a="http://schemas.openxmlformats.org/drawingml/2006/main">
              <a:ext uri="{FF2B5EF4-FFF2-40B4-BE49-F238E27FC236}">
                <a16:creationId xmlns:a16="http://schemas.microsoft.com/office/drawing/2014/main" id="{EC97DE85-4CCF-4581-80FC-D6EBEAC1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3188" y="4257675"/>
            <a:ext cx="4767263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CCI · CCE</a:t>
            </a:r>
          </a:p>
          <a:p xmlns:a="http://schemas.openxmlformats.org/drawingml/2006/main">
            <a:pPr algn="ctr">
              <a:defRPr sz="2250" b="0">
                <a:solidFill>
                  <a:srgbClr val="3D3D3D"/>
                </a:solidFill>
              </a:defRPr>
            </a:pPr>
            <a:r>
              <a:rPr sz="2250" b="0">
                <a:solidFill>
                  <a:srgbClr val="3D3D3D"/>
                </a:solidFill>
              </a:rPr>
              <a:t>potenciales · nervio</a:t>
            </a:r>
          </a:p>
        </p:txBody>
      </p:sp>
      <p:sp>
        <p:nvSpPr>
          <p:cNvPr id="17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7538C52D-31D4-4689-8418-D4A4E807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0"/>
            <a:ext cx="10629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3D3D3D"/>
                </a:solidFill>
              </a:defRPr>
            </a:pPr>
            <a:r>
              <a:rPr sz="1650" b="0">
                <a:solidFill>
                  <a:srgbClr val="3D3D3D"/>
                </a:solidFill>
              </a:rPr>
              <a:t>Mapa de recuperación; no reemplaza la secuencia causal completa.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DD131915-9839-478A-88EC-9CE56F3F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69FA7"/>
                </a:solidFill>
              </a:defRPr>
            </a:pPr>
            <a:r>
              <a:rPr sz="1200" b="0">
                <a:solidFill>
                  <a:srgbClr val="969FA7"/>
                </a:solidFill>
              </a:rPr>
              <a:t>Libro del curso (TEX/PDF), Unidad 6; brief y storyboard U06; elaboración propia.</a:t>
            </a:r>
          </a:p>
        </p:txBody>
      </p:sp>
    </p:spTree>
    <p:extLst>
      <p:ext uri="{BB962C8B-B14F-4D97-AF65-F5344CB8AC3E}">
        <p14:creationId xmlns:p14="http://schemas.microsoft.com/office/powerpoint/2010/main" val="16039760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2026-08-10T18:36:10.9100000Z</dcterms:created>
  <dcterms:modified xsi:type="dcterms:W3CDTF">2026-08-10T18:36:10.9100000Z</dcterms:modified>
</coreProperties>
</file>