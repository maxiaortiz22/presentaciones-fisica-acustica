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ad4ad224d346de" /><Relationship Type="http://schemas.openxmlformats.org/officeDocument/2006/relationships/extended-properties" Target="/docProps/app.xml" Id="Rd6d238f3166f4fff" /><Relationship Type="http://schemas.openxmlformats.org/officeDocument/2006/relationships/officeDocument" Target="/ppt/presentation.xml" Id="R939d97b2267d44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ad57ffb5a74433"/>
  </p:sldMasterIdLst>
  <p:notesMasterIdLst>
    <p:notesMasterId xmlns:r="http://schemas.openxmlformats.org/officeDocument/2006/relationships" r:id="R39eb965937664179"/>
  </p:notesMasterIdLst>
  <p:sldIdLst>
    <p:sldId xmlns:r="http://schemas.openxmlformats.org/officeDocument/2006/relationships" id="256" r:id="Rc65a02ddab0149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95cb04791241bf" /><Relationship Type="http://schemas.openxmlformats.org/officeDocument/2006/relationships/slideMaster" Target="/ppt/slideMasters/slideMaster1.xml" Id="R52ad57ffb5a74433" /><Relationship Type="http://schemas.openxmlformats.org/officeDocument/2006/relationships/notesMaster" Target="/ppt/notesMasters/notesMaster1.xml" Id="R39eb965937664179" /><Relationship Type="http://schemas.openxmlformats.org/officeDocument/2006/relationships/presProps" Target="/ppt/presProps.xml" Id="Ra0dc73d5e74d4074" /><Relationship Type="http://schemas.openxmlformats.org/officeDocument/2006/relationships/tableStyles" Target="/ppt/tableStyles.xml" Id="R394a67fc25444088" /><Relationship Type="http://schemas.openxmlformats.org/officeDocument/2006/relationships/slide" Target="/ppt/slides/slide1.xml" Id="Rc65a02ddab01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00260ce0444c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1efe4b6074a01" /><Relationship Type="http://schemas.openxmlformats.org/officeDocument/2006/relationships/notesMaster" Target="/ppt/notesMasters/notesMaster1.xml" Id="R3563d2e5a85e44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4e6e43fe6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d5ce198f56451c" /><Relationship Type="http://schemas.openxmlformats.org/officeDocument/2006/relationships/slideLayout" Target="/ppt/slideLayouts/slideLayout1.xml" Id="Rb3080df9c482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080df9c482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2e729e154f30" /><Relationship Type="http://schemas.openxmlformats.org/officeDocument/2006/relationships/notesSlide" Target="/ppt/notesSlides/notesSlide1.xml" Id="R73204e4f7b82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D5B28D9-30C5-4988-A78D-47651D81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59F3B90-88C3-49F3-B86E-B10A8D4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02F1811-CA7F-4B60-94E2-90AE9722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2D8D787-D5A5-46D7-AA9E-86D7A220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Una razón en dB no es automáticamente dB SPL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583D0CCF-1828-431B-87D7-F2955F82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CC7D8109-C595-4E66-8D31-9FE8357C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4783D21D-698F-478B-8B4F-E97FAB33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Razón entre presiones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2A212213-1775-4932-B861-877E213C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20 log₁₀(p₂/p₁)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referencia: p₁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19641D5E-C8B6-45C6-A7C1-49AA2451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 de presión sonora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206D93C8-02C9-4249-B783-54CEDF2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20 log₁₀(p_rms/p_ref)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p_ref declarado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6E6F6C9-6DBE-4222-AEA9-989287B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Los cocientes son adimensionales; declarar siempre la referencia.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553C235-5A1E-484D-9DA3-EEF64F79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569115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2026-08-10T18:35:55.3130000Z</dcterms:created>
  <dcterms:modified xsi:type="dcterms:W3CDTF">2026-08-10T18:35:55.3130000Z</dcterms:modified>
</coreProperties>
</file>