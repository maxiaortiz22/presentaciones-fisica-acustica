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dda560c10341da" /><Relationship Type="http://schemas.openxmlformats.org/officeDocument/2006/relationships/extended-properties" Target="/docProps/app.xml" Id="Ree0adbd564514aaa" /><Relationship Type="http://schemas.openxmlformats.org/officeDocument/2006/relationships/officeDocument" Target="/ppt/presentation.xml" Id="Rdbe9742c37c54b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3864dac94541d3"/>
  </p:sldMasterIdLst>
  <p:notesMasterIdLst>
    <p:notesMasterId xmlns:r="http://schemas.openxmlformats.org/officeDocument/2006/relationships" r:id="Rd1d317080e734be6"/>
  </p:notesMasterIdLst>
  <p:sldIdLst>
    <p:sldId xmlns:r="http://schemas.openxmlformats.org/officeDocument/2006/relationships" id="256" r:id="Rbd5050709d4441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3a3a0f6c8b4942" /><Relationship Type="http://schemas.openxmlformats.org/officeDocument/2006/relationships/slideMaster" Target="/ppt/slideMasters/slideMaster1.xml" Id="Rb03864dac94541d3" /><Relationship Type="http://schemas.openxmlformats.org/officeDocument/2006/relationships/notesMaster" Target="/ppt/notesMasters/notesMaster1.xml" Id="Rd1d317080e734be6" /><Relationship Type="http://schemas.openxmlformats.org/officeDocument/2006/relationships/presProps" Target="/ppt/presProps.xml" Id="Rd3f9bb2d03034026" /><Relationship Type="http://schemas.openxmlformats.org/officeDocument/2006/relationships/tableStyles" Target="/ppt/tableStyles.xml" Id="R6d0d9c3a17424371" /><Relationship Type="http://schemas.openxmlformats.org/officeDocument/2006/relationships/slide" Target="/ppt/slides/slide1.xml" Id="Rbd5050709d4441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2d8d010dea4e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3eb5f7dc464d2e" /><Relationship Type="http://schemas.openxmlformats.org/officeDocument/2006/relationships/notesMaster" Target="/ppt/notesMasters/notesMaster1.xml" Id="R513c98a1953144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bfcd5532a44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6205e233fd42fb" /><Relationship Type="http://schemas.openxmlformats.org/officeDocument/2006/relationships/slideLayout" Target="/ppt/slideLayouts/slideLayout1.xml" Id="R927ce646e57349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7ce646e57349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3efa48f08479e" /><Relationship Type="http://schemas.openxmlformats.org/officeDocument/2006/relationships/notesSlide" Target="/ppt/notesSlides/notesSlide1.xml" Id="R65c7a86d436f42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A6734778-4B06-4E19-A8D1-52D54118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3945316C-F96C-45B7-A433-7153E095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A63909E-0AF3-4840-B896-CD77F0D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FB7C2A50-036B-4314-9A19-131198E1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dirección del haz cambia la respuesta</a:t>
            </a:r>
          </a:p>
        </p:txBody>
      </p:sp>
      <p:sp>
        <p:nvSpPr>
          <p:cNvPr id="5" name="frame_1_box">
            <a:extLst xmlns:a="http://schemas.openxmlformats.org/drawingml/2006/main">
              <a:ext uri="{FF2B5EF4-FFF2-40B4-BE49-F238E27FC236}">
                <a16:creationId xmlns:a16="http://schemas.microsoft.com/office/drawing/2014/main" id="{4D48AE8D-8825-4883-BE04-CF26E4BE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38455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frame_2_box">
            <a:extLst xmlns:a="http://schemas.openxmlformats.org/drawingml/2006/main">
              <a:ext uri="{FF2B5EF4-FFF2-40B4-BE49-F238E27FC236}">
                <a16:creationId xmlns:a16="http://schemas.microsoft.com/office/drawing/2014/main" id="{6DA334DE-AA47-48FE-A370-A4C2A427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25" y="2095500"/>
            <a:ext cx="338455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frame_3_box">
            <a:extLst xmlns:a="http://schemas.openxmlformats.org/drawingml/2006/main">
              <a:ext uri="{FF2B5EF4-FFF2-40B4-BE49-F238E27FC236}">
                <a16:creationId xmlns:a16="http://schemas.microsoft.com/office/drawing/2014/main" id="{AFA852F6-5B3B-4271-B04F-027CD2E3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95500"/>
            <a:ext cx="338455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5" name="tim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65600" y="33337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6" name="time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88275" y="33337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frame_1_title">
            <a:extLst xmlns:a="http://schemas.openxmlformats.org/drawingml/2006/main">
              <a:ext uri="{FF2B5EF4-FFF2-40B4-BE49-F238E27FC236}">
                <a16:creationId xmlns:a16="http://schemas.microsoft.com/office/drawing/2014/main" id="{B07E37D6-F03A-4AAD-B0E4-6AE41D92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38375"/>
            <a:ext cx="300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Reposo</a:t>
            </a:r>
          </a:p>
        </p:txBody>
      </p:sp>
      <p:sp>
        <p:nvSpPr>
          <p:cNvPr id="11" name="frame_1_body">
            <a:extLst xmlns:a="http://schemas.openxmlformats.org/drawingml/2006/main">
              <a:ext uri="{FF2B5EF4-FFF2-40B4-BE49-F238E27FC236}">
                <a16:creationId xmlns:a16="http://schemas.microsoft.com/office/drawing/2014/main" id="{0675F6F3-099A-4142-9173-429689AC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30035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probabilidad basal</a:t>
            </a:r>
          </a:p>
        </p:txBody>
      </p:sp>
      <p:sp>
        <p:nvSpPr>
          <p:cNvPr id="12" name="frame_2_title">
            <a:extLst xmlns:a="http://schemas.openxmlformats.org/drawingml/2006/main">
              <a:ext uri="{FF2B5EF4-FFF2-40B4-BE49-F238E27FC236}">
                <a16:creationId xmlns:a16="http://schemas.microsoft.com/office/drawing/2014/main" id="{7B71A642-234D-4F40-8F85-8B714D5D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225" y="2238375"/>
            <a:ext cx="300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Dirección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excitatoria</a:t>
            </a:r>
          </a:p>
        </p:txBody>
      </p:sp>
      <p:sp>
        <p:nvSpPr>
          <p:cNvPr id="13" name="frame_2_body">
            <a:extLst xmlns:a="http://schemas.openxmlformats.org/drawingml/2006/main">
              <a:ext uri="{FF2B5EF4-FFF2-40B4-BE49-F238E27FC236}">
                <a16:creationId xmlns:a16="http://schemas.microsoft.com/office/drawing/2014/main" id="{8E309E86-93CA-4722-9250-34C948CE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225" y="3009900"/>
            <a:ext cx="30035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apertura aumenta</a:t>
            </a:r>
          </a:p>
        </p:txBody>
      </p:sp>
      <p:sp>
        <p:nvSpPr>
          <p:cNvPr id="14" name="frame_3_title">
            <a:extLst xmlns:a="http://schemas.openxmlformats.org/drawingml/2006/main">
              <a:ext uri="{FF2B5EF4-FFF2-40B4-BE49-F238E27FC236}">
                <a16:creationId xmlns:a16="http://schemas.microsoft.com/office/drawing/2014/main" id="{F0BC2D4E-41D6-4A1A-BFC5-FD689F95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238375"/>
            <a:ext cx="300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Dirección opuesta</a:t>
            </a:r>
          </a:p>
        </p:txBody>
      </p:sp>
      <p:sp>
        <p:nvSpPr>
          <p:cNvPr id="15" name="frame_3_body">
            <a:extLst xmlns:a="http://schemas.openxmlformats.org/drawingml/2006/main">
              <a:ext uri="{FF2B5EF4-FFF2-40B4-BE49-F238E27FC236}">
                <a16:creationId xmlns:a16="http://schemas.microsoft.com/office/drawing/2014/main" id="{D533013A-CF66-475B-AD03-56AFE40A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686050"/>
            <a:ext cx="30035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apertura disminuye</a:t>
            </a:r>
          </a:p>
        </p:txBody>
      </p:sp>
      <p:sp>
        <p:nvSpPr>
          <p:cNvPr id="16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FAEC6AC8-D0D9-4223-BB82-C33CD889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17" name="source_note">
            <a:extLst xmlns:a="http://schemas.openxmlformats.org/drawingml/2006/main">
              <a:ext uri="{FF2B5EF4-FFF2-40B4-BE49-F238E27FC236}">
                <a16:creationId xmlns:a16="http://schemas.microsoft.com/office/drawing/2014/main" id="{10D01214-B04A-4B96-AEF7-D1B64B48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728455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2026-08-10T18:36:02.1820000Z</dcterms:created>
  <dcterms:modified xsi:type="dcterms:W3CDTF">2026-08-10T18:36:02.1820000Z</dcterms:modified>
</coreProperties>
</file>