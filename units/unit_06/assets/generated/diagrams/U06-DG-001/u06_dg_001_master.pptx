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9baefa3054976" /><Relationship Type="http://schemas.openxmlformats.org/officeDocument/2006/relationships/extended-properties" Target="/docProps/app.xml" Id="R16075d7722af410a" /><Relationship Type="http://schemas.openxmlformats.org/officeDocument/2006/relationships/officeDocument" Target="/ppt/presentation.xml" Id="Ra25854aecd25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2d4a761164f7a"/>
  </p:sldMasterIdLst>
  <p:notesMasterIdLst>
    <p:notesMasterId xmlns:r="http://schemas.openxmlformats.org/officeDocument/2006/relationships" r:id="R84cad0f542f14575"/>
  </p:notesMasterIdLst>
  <p:sldIdLst>
    <p:sldId xmlns:r="http://schemas.openxmlformats.org/officeDocument/2006/relationships" id="256" r:id="R39a5fa8ebc2340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0aaeceadd4032" /><Relationship Type="http://schemas.openxmlformats.org/officeDocument/2006/relationships/slideMaster" Target="/ppt/slideMasters/slideMaster1.xml" Id="R7b52d4a761164f7a" /><Relationship Type="http://schemas.openxmlformats.org/officeDocument/2006/relationships/notesMaster" Target="/ppt/notesMasters/notesMaster1.xml" Id="R84cad0f542f14575" /><Relationship Type="http://schemas.openxmlformats.org/officeDocument/2006/relationships/presProps" Target="/ppt/presProps.xml" Id="Ref3b050546094e93" /><Relationship Type="http://schemas.openxmlformats.org/officeDocument/2006/relationships/tableStyles" Target="/ppt/tableStyles.xml" Id="R054b8e263ae74147" /><Relationship Type="http://schemas.openxmlformats.org/officeDocument/2006/relationships/slide" Target="/ppt/slides/slide1.xml" Id="R39a5fa8ebc2340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117cce45147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8b35dc973492b" /><Relationship Type="http://schemas.openxmlformats.org/officeDocument/2006/relationships/notesMaster" Target="/ppt/notesMasters/notesMaster1.xml" Id="Rabcae51f466e4b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603af0677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85fcf268ae432e" /><Relationship Type="http://schemas.openxmlformats.org/officeDocument/2006/relationships/slideLayout" Target="/ppt/slideLayouts/slideLayout1.xml" Id="R7bc271464fb041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271464fb041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0b40d944c4d4a" /><Relationship Type="http://schemas.openxmlformats.org/officeDocument/2006/relationships/notesSlide" Target="/ppt/notesSlides/notesSlide1.xml" Id="Rae22f6032d76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49D1059-2F2E-4852-824F-A3361BC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12FCD65-2C09-4BAC-8741-C1A3598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808D896-3B32-412B-95C2-D626E11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E5BDF91-4D7D-4FDA-82FF-FF8D14F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funcional del oído periférico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E4568AFE-5ECB-46F6-9632-36C9F373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2989F6E9-1324-479F-8583-89110714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5BDADE53-935F-4E51-827B-8EBC2A0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2E1E8EFD-2F84-46B9-B481-21187AB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34085A37-A408-4582-8B2C-B84419C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stage_6_box">
            <a:extLst xmlns:a="http://schemas.openxmlformats.org/drawingml/2006/main">
              <a:ext uri="{FF2B5EF4-FFF2-40B4-BE49-F238E27FC236}">
                <a16:creationId xmlns:a16="http://schemas.microsoft.com/office/drawing/2014/main" id="{2E4E5514-3BEA-43A2-A300-A758433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65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787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728200" y="30480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flow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4413250" y="4643438"/>
            <a:ext cx="699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flow_5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781050" y="4643438"/>
            <a:ext cx="699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87F51BEB-DB0C-46B8-92EB-C77EB4DF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Pabellón</a:t>
            </a:r>
          </a:p>
        </p:txBody>
      </p:sp>
      <p:sp>
        <p:nvSpPr>
          <p:cNvPr id="17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6415645B-399B-4B3D-A6C4-8A110DD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capta y filtra</a:t>
            </a:r>
          </a:p>
        </p:txBody>
      </p:sp>
      <p:sp>
        <p:nvSpPr>
          <p:cNvPr id="18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CDA1203-450B-43B9-B6FF-68157F41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CAE</a:t>
            </a:r>
          </a:p>
        </p:txBody>
      </p:sp>
      <p:sp>
        <p:nvSpPr>
          <p:cNvPr id="19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E3022C04-B04C-4EF2-8ED2-5EFCF39A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conduce presión</a:t>
            </a:r>
          </a:p>
        </p:txBody>
      </p:sp>
      <p:sp>
        <p:nvSpPr>
          <p:cNvPr id="20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134EAD66-3592-4B9B-BBFD-B755D09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Tímpano</a:t>
            </a:r>
          </a:p>
        </p:txBody>
      </p:sp>
      <p:sp>
        <p:nvSpPr>
          <p:cNvPr id="21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84E68DE8-7798-49A6-B4CE-5EAAFC8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 → fuerza</a:t>
            </a:r>
          </a:p>
        </p:txBody>
      </p:sp>
      <p:sp>
        <p:nvSpPr>
          <p:cNvPr id="22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E0A1197D-93CB-45A5-A76D-7DB7D00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Osículos</a:t>
            </a:r>
          </a:p>
        </p:txBody>
      </p:sp>
      <p:sp>
        <p:nvSpPr>
          <p:cNvPr id="23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E44E5FC9-91EA-44F7-A66D-DFEA836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transfieren</a:t>
            </a:r>
          </a:p>
        </p:txBody>
      </p:sp>
      <p:sp>
        <p:nvSpPr>
          <p:cNvPr id="24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C9A7CEFE-9EE3-4E68-85E7-8181432E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Cóclea</a:t>
            </a:r>
          </a:p>
        </p:txBody>
      </p:sp>
      <p:sp>
        <p:nvSpPr>
          <p:cNvPr id="25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FE40C16D-F7BF-4AD8-A526-97285DDF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mecánica espacial</a:t>
            </a:r>
          </a:p>
        </p:txBody>
      </p:sp>
      <p:sp>
        <p:nvSpPr>
          <p:cNvPr id="26" name="stage_6_title">
            <a:extLst xmlns:a="http://schemas.openxmlformats.org/drawingml/2006/main">
              <a:ext uri="{FF2B5EF4-FFF2-40B4-BE49-F238E27FC236}">
                <a16:creationId xmlns:a16="http://schemas.microsoft.com/office/drawing/2014/main" id="{D34325C9-28FA-4E86-B773-048FCD7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Nervio</a:t>
            </a:r>
          </a:p>
        </p:txBody>
      </p:sp>
      <p:sp>
        <p:nvSpPr>
          <p:cNvPr id="27" name="stage_6_body">
            <a:extLst xmlns:a="http://schemas.openxmlformats.org/drawingml/2006/main">
              <a:ext uri="{FF2B5EF4-FFF2-40B4-BE49-F238E27FC236}">
                <a16:creationId xmlns:a16="http://schemas.microsoft.com/office/drawing/2014/main" id="{29886629-405B-47EF-B8E6-34978A57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aferente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2C77399-444B-4509-B786-56E3E80C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9FAFBED-A88E-4A4A-92DA-16AFC93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72320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2026-08-10T18:35:48.0390000Z</dcterms:created>
  <dcterms:modified xsi:type="dcterms:W3CDTF">2026-08-10T18:35:48.0390000Z</dcterms:modified>
</coreProperties>
</file>