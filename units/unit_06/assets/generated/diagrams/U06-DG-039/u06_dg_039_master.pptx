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cda37185464a6f" /><Relationship Type="http://schemas.openxmlformats.org/officeDocument/2006/relationships/extended-properties" Target="/docProps/app.xml" Id="Rd48bb9be42d74e68" /><Relationship Type="http://schemas.openxmlformats.org/officeDocument/2006/relationships/officeDocument" Target="/ppt/presentation.xml" Id="R0375e5c33b2544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7b554d4b8447f7"/>
  </p:sldMasterIdLst>
  <p:notesMasterIdLst>
    <p:notesMasterId xmlns:r="http://schemas.openxmlformats.org/officeDocument/2006/relationships" r:id="Rd9b58db1b0944165"/>
  </p:notesMasterIdLst>
  <p:sldIdLst>
    <p:sldId xmlns:r="http://schemas.openxmlformats.org/officeDocument/2006/relationships" id="256" r:id="R2cf4c03bf2b748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4996696c4f4efa" /><Relationship Type="http://schemas.openxmlformats.org/officeDocument/2006/relationships/slideMaster" Target="/ppt/slideMasters/slideMaster1.xml" Id="R067b554d4b8447f7" /><Relationship Type="http://schemas.openxmlformats.org/officeDocument/2006/relationships/notesMaster" Target="/ppt/notesMasters/notesMaster1.xml" Id="Rd9b58db1b0944165" /><Relationship Type="http://schemas.openxmlformats.org/officeDocument/2006/relationships/presProps" Target="/ppt/presProps.xml" Id="Rf2db8f57352f4374" /><Relationship Type="http://schemas.openxmlformats.org/officeDocument/2006/relationships/tableStyles" Target="/ppt/tableStyles.xml" Id="R7c48b0f986c042be" /><Relationship Type="http://schemas.openxmlformats.org/officeDocument/2006/relationships/slide" Target="/ppt/slides/slide1.xml" Id="R2cf4c03bf2b748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877496cfe745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3e02d1f0734bb1" /><Relationship Type="http://schemas.openxmlformats.org/officeDocument/2006/relationships/notesMaster" Target="/ppt/notesMasters/notesMaster1.xml" Id="Rbcd7d79810da4f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938d9a4dd942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c4c4e954504e45" /><Relationship Type="http://schemas.openxmlformats.org/officeDocument/2006/relationships/slideLayout" Target="/ppt/slideLayouts/slideLayout1.xml" Id="R3aa9f9b96b474c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a9f9b96b474c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0fd3ac5cf41a6" /><Relationship Type="http://schemas.openxmlformats.org/officeDocument/2006/relationships/notesSlide" Target="/ppt/notesSlides/notesSlide1.xml" Id="R36be021a57ec4a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F428C234-EBEE-4965-B2BB-6591BB91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11065AD8-E550-4E22-B7F5-9912891D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F69C45B0-2676-4F71-B2B6-5ACBD744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4028BB37-FFD9-4CFD-A3EE-D3C86C1A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La onda crece, alcanza un máximo y decae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B3F7A990-5D1D-4339-878B-AE6E8B18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ABF09F5E-3627-4E22-99E1-C16CB4E6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3E2FE5A5-2668-493B-B2EF-2B78DFDC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stage_4_box">
            <a:extLst xmlns:a="http://schemas.openxmlformats.org/drawingml/2006/main">
              <a:ext uri="{FF2B5EF4-FFF2-40B4-BE49-F238E27FC236}">
                <a16:creationId xmlns:a16="http://schemas.microsoft.com/office/drawing/2014/main" id="{B6F9E780-58F1-4C22-8000-94F980C4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28875"/>
            <a:ext cx="2428875" cy="166687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209925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943600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677275" y="32623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EA04CF8D-47CE-48F4-BD6E-D5677E4B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Base</a:t>
            </a:r>
          </a:p>
        </p:txBody>
      </p:sp>
      <p:sp>
        <p:nvSpPr>
          <p:cNvPr id="13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4D314B6B-E99F-431E-8C76-AE1EF55D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inicia</a:t>
            </a:r>
          </a:p>
        </p:txBody>
      </p:sp>
      <p:sp>
        <p:nvSpPr>
          <p:cNvPr id="14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FC7719A9-991C-4177-A539-C9C707DD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Crecimiento</a:t>
            </a:r>
          </a:p>
        </p:txBody>
      </p:sp>
      <p:sp>
        <p:nvSpPr>
          <p:cNvPr id="15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3AF59834-E9DA-47EF-A9A2-53D04B26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amplitud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aumenta</a:t>
            </a:r>
          </a:p>
        </p:txBody>
      </p:sp>
      <p:sp>
        <p:nvSpPr>
          <p:cNvPr id="16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B0A909DF-3FC9-444B-9245-BE60A4FB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Máximo</a:t>
            </a:r>
          </a:p>
        </p:txBody>
      </p:sp>
      <p:sp>
        <p:nvSpPr>
          <p:cNvPr id="17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032812C1-8A7E-4B7D-B45C-39DE79A5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lugar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característico</a:t>
            </a:r>
          </a:p>
        </p:txBody>
      </p:sp>
      <p:sp>
        <p:nvSpPr>
          <p:cNvPr id="18" name="stage_4_title">
            <a:extLst xmlns:a="http://schemas.openxmlformats.org/drawingml/2006/main">
              <a:ext uri="{FF2B5EF4-FFF2-40B4-BE49-F238E27FC236}">
                <a16:creationId xmlns:a16="http://schemas.microsoft.com/office/drawing/2014/main" id="{C99CB2E5-D998-4C2D-A658-AF8E0F98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57175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Decaimiento</a:t>
            </a:r>
          </a:p>
        </p:txBody>
      </p:sp>
      <p:sp>
        <p:nvSpPr>
          <p:cNvPr id="19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E64C3B21-C04C-4613-BC63-CBC5847D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19425"/>
            <a:ext cx="2047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hacia el ápex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529F5431-C40E-41E1-8B30-0D467135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5F6DBB25-7ED7-4EF7-91DC-4170B48F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secciones 6.7–6.9; Fettiplace (2017); elaboración conceptual propia.</a:t>
            </a:r>
          </a:p>
        </p:txBody>
      </p:sp>
    </p:spTree>
    <p:extLst>
      <p:ext uri="{BB962C8B-B14F-4D97-AF65-F5344CB8AC3E}">
        <p14:creationId xmlns:p14="http://schemas.microsoft.com/office/powerpoint/2010/main" val="6408899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2026-08-10T18:36:01.0320000Z</dcterms:created>
  <dcterms:modified xsi:type="dcterms:W3CDTF">2026-08-10T18:36:01.0320000Z</dcterms:modified>
</coreProperties>
</file>