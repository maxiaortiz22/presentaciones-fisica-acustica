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c4027a35d4496c" /><Relationship Type="http://schemas.openxmlformats.org/officeDocument/2006/relationships/extended-properties" Target="/docProps/app.xml" Id="R64fafc35c6844ee9" /><Relationship Type="http://schemas.openxmlformats.org/officeDocument/2006/relationships/officeDocument" Target="/ppt/presentation.xml" Id="R12c436a8bf004e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31aae18afb4929"/>
  </p:sldMasterIdLst>
  <p:notesMasterIdLst>
    <p:notesMasterId xmlns:r="http://schemas.openxmlformats.org/officeDocument/2006/relationships" r:id="R7917ad2577f740d5"/>
  </p:notesMasterIdLst>
  <p:sldIdLst>
    <p:sldId xmlns:r="http://schemas.openxmlformats.org/officeDocument/2006/relationships" id="256" r:id="R2d89693ea29640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a05a41a168440c" /><Relationship Type="http://schemas.openxmlformats.org/officeDocument/2006/relationships/slideMaster" Target="/ppt/slideMasters/slideMaster1.xml" Id="Ra631aae18afb4929" /><Relationship Type="http://schemas.openxmlformats.org/officeDocument/2006/relationships/notesMaster" Target="/ppt/notesMasters/notesMaster1.xml" Id="R7917ad2577f740d5" /><Relationship Type="http://schemas.openxmlformats.org/officeDocument/2006/relationships/presProps" Target="/ppt/presProps.xml" Id="R1a474a2d8da64298" /><Relationship Type="http://schemas.openxmlformats.org/officeDocument/2006/relationships/tableStyles" Target="/ppt/tableStyles.xml" Id="R0c7b46ddc98e45a1" /><Relationship Type="http://schemas.openxmlformats.org/officeDocument/2006/relationships/slide" Target="/ppt/slides/slide1.xml" Id="R2d89693ea29640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06197e1c2c4b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6f62f1c57f4028" /><Relationship Type="http://schemas.openxmlformats.org/officeDocument/2006/relationships/notesMaster" Target="/ppt/notesMasters/notesMaster1.xml" Id="Rd8b1f4a2abb44b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83c39ec6a346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4eaa6795354fd0" /><Relationship Type="http://schemas.openxmlformats.org/officeDocument/2006/relationships/slideLayout" Target="/ppt/slideLayouts/slideLayout1.xml" Id="R2d747ec6fa2342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747ec6fa2342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e545f919d4e33" /><Relationship Type="http://schemas.openxmlformats.org/officeDocument/2006/relationships/notesSlide" Target="/ppt/notesSlides/notesSlide1.xml" Id="R40c8960f58b544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5088FA74-95D6-4775-8935-CCB62774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B80E7A65-387F-44FE-9945-636A0916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480FC867-957A-4CF5-82DC-FAA2DF55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B69AA5E2-36C1-47D8-AF8E-8C76B034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La inercia se define respecto del cráneo</a:t>
            </a:r>
          </a:p>
        </p:txBody>
      </p:sp>
      <p:sp>
        <p:nvSpPr>
          <p:cNvPr id="5" name="panel_left_box">
            <a:extLst xmlns:a="http://schemas.openxmlformats.org/drawingml/2006/main">
              <a:ext uri="{FF2B5EF4-FFF2-40B4-BE49-F238E27FC236}">
                <a16:creationId xmlns:a16="http://schemas.microsoft.com/office/drawing/2014/main" id="{C26C6A5C-99C4-41FD-B29B-59DC70AE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4953000" cy="3333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panel_right_box">
            <a:extLst xmlns:a="http://schemas.openxmlformats.org/drawingml/2006/main">
              <a:ext uri="{FF2B5EF4-FFF2-40B4-BE49-F238E27FC236}">
                <a16:creationId xmlns:a16="http://schemas.microsoft.com/office/drawing/2014/main" id="{0E8D641F-6546-4B21-83EE-FAB1397B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14500"/>
            <a:ext cx="4953000" cy="3333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panel_left_title">
            <a:extLst xmlns:a="http://schemas.openxmlformats.org/drawingml/2006/main">
              <a:ext uri="{FF2B5EF4-FFF2-40B4-BE49-F238E27FC236}">
                <a16:creationId xmlns:a16="http://schemas.microsoft.com/office/drawing/2014/main" id="{354967EA-435D-4ADA-8F04-FA85A821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573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Cadena osicular</a:t>
            </a:r>
          </a:p>
        </p:txBody>
      </p:sp>
      <p:sp>
        <p:nvSpPr>
          <p:cNvPr id="8" name="panel_left_body">
            <a:extLst xmlns:a="http://schemas.openxmlformats.org/drawingml/2006/main">
              <a:ext uri="{FF2B5EF4-FFF2-40B4-BE49-F238E27FC236}">
                <a16:creationId xmlns:a16="http://schemas.microsoft.com/office/drawing/2014/main" id="{515A8D02-A5A8-4A18-9092-9129426D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5720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se retrasa respecto del cráneo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movimiento relativo</a:t>
            </a:r>
          </a:p>
        </p:txBody>
      </p:sp>
      <p:sp>
        <p:nvSpPr>
          <p:cNvPr id="9" name="panel_right_title">
            <a:extLst xmlns:a="http://schemas.openxmlformats.org/drawingml/2006/main">
              <a:ext uri="{FF2B5EF4-FFF2-40B4-BE49-F238E27FC236}">
                <a16:creationId xmlns:a16="http://schemas.microsoft.com/office/drawing/2014/main" id="{89079F38-480E-4059-A022-08B0CE4F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573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Fluidos cocleares</a:t>
            </a:r>
          </a:p>
        </p:txBody>
      </p:sp>
      <p:sp>
        <p:nvSpPr>
          <p:cNvPr id="10" name="panel_right_body">
            <a:extLst xmlns:a="http://schemas.openxmlformats.org/drawingml/2006/main">
              <a:ext uri="{FF2B5EF4-FFF2-40B4-BE49-F238E27FC236}">
                <a16:creationId xmlns:a16="http://schemas.microsoft.com/office/drawing/2014/main" id="{F9810EBF-9F19-4E92-A4CF-4B75E1AF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05050"/>
            <a:ext cx="45720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se retrasan respecto de la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cápsula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diferencia de presión</a:t>
            </a:r>
          </a:p>
        </p:txBody>
      </p:sp>
      <p:sp>
        <p:nvSpPr>
          <p:cNvPr id="11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437481E0-C44F-44B9-9F91-0F4A63EA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escala.</a:t>
            </a:r>
          </a:p>
        </p:txBody>
      </p:sp>
      <p:sp>
        <p:nvSpPr>
          <p:cNvPr id="12" name="source_note">
            <a:extLst xmlns:a="http://schemas.openxmlformats.org/drawingml/2006/main">
              <a:ext uri="{FF2B5EF4-FFF2-40B4-BE49-F238E27FC236}">
                <a16:creationId xmlns:a16="http://schemas.microsoft.com/office/drawing/2014/main" id="{20B13E07-F0B6-4320-87DD-EB167711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curso, sección de conducción ósea; Stenfelt (revisión citada en el capítulo); elaboración propia.</a:t>
            </a:r>
          </a:p>
        </p:txBody>
      </p:sp>
    </p:spTree>
    <p:extLst>
      <p:ext uri="{BB962C8B-B14F-4D97-AF65-F5344CB8AC3E}">
        <p14:creationId xmlns:p14="http://schemas.microsoft.com/office/powerpoint/2010/main" val="1686790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2026-08-10T18:35:58.0650000Z</dcterms:created>
  <dcterms:modified xsi:type="dcterms:W3CDTF">2026-08-10T18:35:58.0650000Z</dcterms:modified>
</coreProperties>
</file>