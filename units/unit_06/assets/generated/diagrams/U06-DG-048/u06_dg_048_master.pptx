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cf0f1402044a2d" /><Relationship Type="http://schemas.openxmlformats.org/officeDocument/2006/relationships/extended-properties" Target="/docProps/app.xml" Id="R261aabf1e9c6437c" /><Relationship Type="http://schemas.openxmlformats.org/officeDocument/2006/relationships/officeDocument" Target="/ppt/presentation.xml" Id="R6e3165dbaef447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2ebbf2e65d4fd8"/>
  </p:sldMasterIdLst>
  <p:notesMasterIdLst>
    <p:notesMasterId xmlns:r="http://schemas.openxmlformats.org/officeDocument/2006/relationships" r:id="Re0ecc85fb2b44705"/>
  </p:notesMasterIdLst>
  <p:sldIdLst>
    <p:sldId xmlns:r="http://schemas.openxmlformats.org/officeDocument/2006/relationships" id="256" r:id="Rfa22ff7a2735435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61b1b7ee8f4730" /><Relationship Type="http://schemas.openxmlformats.org/officeDocument/2006/relationships/slideMaster" Target="/ppt/slideMasters/slideMaster1.xml" Id="R772ebbf2e65d4fd8" /><Relationship Type="http://schemas.openxmlformats.org/officeDocument/2006/relationships/notesMaster" Target="/ppt/notesMasters/notesMaster1.xml" Id="Re0ecc85fb2b44705" /><Relationship Type="http://schemas.openxmlformats.org/officeDocument/2006/relationships/presProps" Target="/ppt/presProps.xml" Id="R46fa85e205f4426d" /><Relationship Type="http://schemas.openxmlformats.org/officeDocument/2006/relationships/tableStyles" Target="/ppt/tableStyles.xml" Id="R70ee9c9cffc84c8b" /><Relationship Type="http://schemas.openxmlformats.org/officeDocument/2006/relationships/slide" Target="/ppt/slides/slide1.xml" Id="Rfa22ff7a273543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cbe65f21e84e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fcf78fad484a52" /><Relationship Type="http://schemas.openxmlformats.org/officeDocument/2006/relationships/notesMaster" Target="/ppt/notesMasters/notesMaster1.xml" Id="R25e31866ce2649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2d27222c884d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60aa8849a848fd" /><Relationship Type="http://schemas.openxmlformats.org/officeDocument/2006/relationships/slideLayout" Target="/ppt/slideLayouts/slideLayout1.xml" Id="R7d39c1cbe76b4f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39c1cbe76b4f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d4d47ea09c4b0c" /><Relationship Type="http://schemas.openxmlformats.org/officeDocument/2006/relationships/notesSlide" Target="/ppt/notesSlides/notesSlide1.xml" Id="R0b12ab1ca6db48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3B791EF4-484B-4A9C-934E-AAE53DCF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8CE8F498-184B-417A-9291-256879DF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8DC26608-F317-449F-B860-1DACD315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01A5F110-CC5C-4FA4-9338-14715E3A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Cuatro potenciales pertenecen a lugares distintos</a:t>
            </a:r>
          </a:p>
        </p:txBody>
      </p:sp>
      <p:sp>
        <p:nvSpPr>
          <p:cNvPr id="5" name="cell_1_box">
            <a:extLst xmlns:a="http://schemas.openxmlformats.org/drawingml/2006/main">
              <a:ext uri="{FF2B5EF4-FFF2-40B4-BE49-F238E27FC236}">
                <a16:creationId xmlns:a16="http://schemas.microsoft.com/office/drawing/2014/main" id="{D952F642-48BF-484E-8094-9DC598B8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5148263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ell_2_box">
            <a:extLst xmlns:a="http://schemas.openxmlformats.org/drawingml/2006/main">
              <a:ext uri="{FF2B5EF4-FFF2-40B4-BE49-F238E27FC236}">
                <a16:creationId xmlns:a16="http://schemas.microsoft.com/office/drawing/2014/main" id="{47064037-B353-48D7-B1F9-DF320166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2688" y="1571625"/>
            <a:ext cx="5148263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7" name="cell_3_box">
            <a:extLst xmlns:a="http://schemas.openxmlformats.org/drawingml/2006/main">
              <a:ext uri="{FF2B5EF4-FFF2-40B4-BE49-F238E27FC236}">
                <a16:creationId xmlns:a16="http://schemas.microsoft.com/office/drawing/2014/main" id="{F9518230-8475-4540-ACB8-1AE8C696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5148263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8" name="cell_4_box">
            <a:extLst xmlns:a="http://schemas.openxmlformats.org/drawingml/2006/main">
              <a:ext uri="{FF2B5EF4-FFF2-40B4-BE49-F238E27FC236}">
                <a16:creationId xmlns:a16="http://schemas.microsoft.com/office/drawing/2014/main" id="{45BC586E-40C3-4AFC-BE8D-33330753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2688" y="3667125"/>
            <a:ext cx="5148263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cell_1_title">
            <a:extLst xmlns:a="http://schemas.openxmlformats.org/drawingml/2006/main">
              <a:ext uri="{FF2B5EF4-FFF2-40B4-BE49-F238E27FC236}">
                <a16:creationId xmlns:a16="http://schemas.microsoft.com/office/drawing/2014/main" id="{8A265A3F-36A6-4C98-93E6-55A68324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14500"/>
            <a:ext cx="47672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Endococlear</a:t>
            </a:r>
          </a:p>
        </p:txBody>
      </p:sp>
      <p:sp>
        <p:nvSpPr>
          <p:cNvPr id="10" name="cell_1_body">
            <a:extLst xmlns:a="http://schemas.openxmlformats.org/drawingml/2006/main">
              <a:ext uri="{FF2B5EF4-FFF2-40B4-BE49-F238E27FC236}">
                <a16:creationId xmlns:a16="http://schemas.microsoft.com/office/drawing/2014/main" id="{B5FDB02D-9E25-4B54-B50C-BBC3BC97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62175"/>
            <a:ext cx="4767263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endolinfa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gradiente</a:t>
            </a:r>
          </a:p>
        </p:txBody>
      </p:sp>
      <p:sp>
        <p:nvSpPr>
          <p:cNvPr id="11" name="cell_2_title">
            <a:extLst xmlns:a="http://schemas.openxmlformats.org/drawingml/2006/main">
              <a:ext uri="{FF2B5EF4-FFF2-40B4-BE49-F238E27FC236}">
                <a16:creationId xmlns:a16="http://schemas.microsoft.com/office/drawing/2014/main" id="{877694C7-12FC-4291-AC3B-01820A87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188" y="1714500"/>
            <a:ext cx="47672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De reposo</a:t>
            </a:r>
          </a:p>
        </p:txBody>
      </p:sp>
      <p:sp>
        <p:nvSpPr>
          <p:cNvPr id="12" name="cell_2_body">
            <a:extLst xmlns:a="http://schemas.openxmlformats.org/drawingml/2006/main">
              <a:ext uri="{FF2B5EF4-FFF2-40B4-BE49-F238E27FC236}">
                <a16:creationId xmlns:a16="http://schemas.microsoft.com/office/drawing/2014/main" id="{CAF498C6-15F9-4E80-A02F-FBE312A5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188" y="2162175"/>
            <a:ext cx="4767263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interior celular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referido afuera</a:t>
            </a:r>
          </a:p>
        </p:txBody>
      </p:sp>
      <p:sp>
        <p:nvSpPr>
          <p:cNvPr id="13" name="cell_3_title">
            <a:extLst xmlns:a="http://schemas.openxmlformats.org/drawingml/2006/main">
              <a:ext uri="{FF2B5EF4-FFF2-40B4-BE49-F238E27FC236}">
                <a16:creationId xmlns:a16="http://schemas.microsoft.com/office/drawing/2014/main" id="{2CF049FF-CB0B-479B-9628-BE22E810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10000"/>
            <a:ext cx="47672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Receptor</a:t>
            </a:r>
          </a:p>
        </p:txBody>
      </p:sp>
      <p:sp>
        <p:nvSpPr>
          <p:cNvPr id="14" name="cell_3_body">
            <a:extLst xmlns:a="http://schemas.openxmlformats.org/drawingml/2006/main">
              <a:ext uri="{FF2B5EF4-FFF2-40B4-BE49-F238E27FC236}">
                <a16:creationId xmlns:a16="http://schemas.microsoft.com/office/drawing/2014/main" id="{93940DB7-5747-4C72-9E1C-D92DBB91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57675"/>
            <a:ext cx="4767263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célula ciliada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graduado</a:t>
            </a:r>
          </a:p>
        </p:txBody>
      </p:sp>
      <p:sp>
        <p:nvSpPr>
          <p:cNvPr id="15" name="cell_4_title">
            <a:extLst xmlns:a="http://schemas.openxmlformats.org/drawingml/2006/main">
              <a:ext uri="{FF2B5EF4-FFF2-40B4-BE49-F238E27FC236}">
                <a16:creationId xmlns:a16="http://schemas.microsoft.com/office/drawing/2014/main" id="{31CFB905-BADE-46BA-B136-BF572063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188" y="3810000"/>
            <a:ext cx="47672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De acción</a:t>
            </a:r>
          </a:p>
        </p:txBody>
      </p:sp>
      <p:sp>
        <p:nvSpPr>
          <p:cNvPr id="16" name="cell_4_body">
            <a:extLst xmlns:a="http://schemas.openxmlformats.org/drawingml/2006/main">
              <a:ext uri="{FF2B5EF4-FFF2-40B4-BE49-F238E27FC236}">
                <a16:creationId xmlns:a16="http://schemas.microsoft.com/office/drawing/2014/main" id="{E3068625-EE01-4F39-AF7F-AA929B80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188" y="4257675"/>
            <a:ext cx="4767263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fibra aferente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impulsos</a:t>
            </a:r>
          </a:p>
        </p:txBody>
      </p:sp>
      <p:sp>
        <p:nvSpPr>
          <p:cNvPr id="17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9A6C25DB-E9FA-42E9-89AB-9EFCE645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escala.</a:t>
            </a:r>
          </a:p>
        </p:txBody>
      </p:sp>
      <p:sp>
        <p:nvSpPr>
          <p:cNvPr id="18" name="source_note">
            <a:extLst xmlns:a="http://schemas.openxmlformats.org/drawingml/2006/main">
              <a:ext uri="{FF2B5EF4-FFF2-40B4-BE49-F238E27FC236}">
                <a16:creationId xmlns:a16="http://schemas.microsoft.com/office/drawing/2014/main" id="{8DCD1410-BB4C-4445-BBA0-747CD915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curso, secciones 6.7–6.9; Fettiplace (2017); elaboración conceptual propia.</a:t>
            </a:r>
          </a:p>
        </p:txBody>
      </p:sp>
    </p:spTree>
    <p:extLst>
      <p:ext uri="{BB962C8B-B14F-4D97-AF65-F5344CB8AC3E}">
        <p14:creationId xmlns:p14="http://schemas.microsoft.com/office/powerpoint/2010/main" val="16134803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2026-08-10T18:36:04.2950000Z</dcterms:created>
  <dcterms:modified xsi:type="dcterms:W3CDTF">2026-08-10T18:36:04.2950000Z</dcterms:modified>
</coreProperties>
</file>