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7c9ae329a04972" /><Relationship Type="http://schemas.openxmlformats.org/officeDocument/2006/relationships/extended-properties" Target="/docProps/app.xml" Id="R6940a9004b8141e0" /><Relationship Type="http://schemas.openxmlformats.org/officeDocument/2006/relationships/officeDocument" Target="/ppt/presentation.xml" Id="Ra7b3f43c52314e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279df5f90401e"/>
  </p:sldMasterIdLst>
  <p:notesMasterIdLst>
    <p:notesMasterId xmlns:r="http://schemas.openxmlformats.org/officeDocument/2006/relationships" r:id="Rb002974000fb4f80"/>
  </p:notesMasterIdLst>
  <p:sldIdLst>
    <p:sldId xmlns:r="http://schemas.openxmlformats.org/officeDocument/2006/relationships" id="256" r:id="Rb455429c9ef14e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e00acfc36472c" /><Relationship Type="http://schemas.openxmlformats.org/officeDocument/2006/relationships/slideMaster" Target="/ppt/slideMasters/slideMaster1.xml" Id="Rdbe279df5f90401e" /><Relationship Type="http://schemas.openxmlformats.org/officeDocument/2006/relationships/notesMaster" Target="/ppt/notesMasters/notesMaster1.xml" Id="Rb002974000fb4f80" /><Relationship Type="http://schemas.openxmlformats.org/officeDocument/2006/relationships/presProps" Target="/ppt/presProps.xml" Id="R48e2834ce422416a" /><Relationship Type="http://schemas.openxmlformats.org/officeDocument/2006/relationships/tableStyles" Target="/ppt/tableStyles.xml" Id="R2ffad05eb92d483f" /><Relationship Type="http://schemas.openxmlformats.org/officeDocument/2006/relationships/slide" Target="/ppt/slides/slide1.xml" Id="Rb455429c9ef14e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3f83d092b4b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20bc709a14bfc" /><Relationship Type="http://schemas.openxmlformats.org/officeDocument/2006/relationships/notesMaster" Target="/ppt/notesMasters/notesMaster1.xml" Id="R8311a140658243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59fec8ff944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38dce001e4fad" /><Relationship Type="http://schemas.openxmlformats.org/officeDocument/2006/relationships/slideLayout" Target="/ppt/slideLayouts/slideLayout1.xml" Id="Rc61234e63fbd42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1234e63fbd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cf8fe488c4a6d" /><Relationship Type="http://schemas.openxmlformats.org/officeDocument/2006/relationships/notesSlide" Target="/ppt/notesSlides/notesSlide1.xml" Id="R7a6c2420655c40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847731F-38F5-4E80-B8D1-1D052475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CF1B6F6-632E-4911-B1ED-5B37FAC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E6072A6-A5FA-40B4-99EA-793DFB2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00C2BEB-01D9-42CB-B1F9-4148FEB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misma fuerza no produce siempre el mismo movimiento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3B9CFCD9-9790-4A65-B90F-A0AF67E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D48FBB27-746A-41B1-9BB2-BF7CA351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B8C30CB2-A1D4-4F09-8092-BDD112C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B01A68C5-66AA-4908-A8DB-921EBB7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4CCC4EE3-20D8-49A1-8626-B4D9891E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11C95437-A1C5-4E1A-8E80-4CA8D7E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3619500"/>
            <a:ext cx="195834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760220" y="2667000"/>
            <a:ext cx="433578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928110" y="2667000"/>
            <a:ext cx="216789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6670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branch_edge_4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667000"/>
            <a:ext cx="216789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branch_edge_5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667000"/>
            <a:ext cx="433578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36948F25-DBB7-40AF-A1DE-D5BDDDC0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Sistema mecánico</a:t>
            </a:r>
          </a:p>
        </p:txBody>
      </p:sp>
      <p:sp>
        <p:nvSpPr>
          <p:cNvPr id="17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C3FD9F93-2A4B-4026-B799-DA1DA0B1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71675"/>
            <a:ext cx="4381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determina la salida</a:t>
            </a:r>
          </a:p>
        </p:txBody>
      </p:sp>
      <p:sp>
        <p:nvSpPr>
          <p:cNvPr id="18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B53E8235-B5F2-4BAB-AE9F-0F4EEA59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Fuerza</a:t>
            </a:r>
          </a:p>
        </p:txBody>
      </p:sp>
      <p:sp>
        <p:nvSpPr>
          <p:cNvPr id="19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405F10D7-39D1-4113-95CE-A99B5463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</a:t>
            </a:r>
          </a:p>
        </p:txBody>
      </p:sp>
      <p:sp>
        <p:nvSpPr>
          <p:cNvPr id="20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054A4D85-52E8-456B-A335-01FD178B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Masa</a:t>
            </a:r>
          </a:p>
        </p:txBody>
      </p:sp>
      <p:sp>
        <p:nvSpPr>
          <p:cNvPr id="21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94D76D52-1059-4418-9D29-7290AC30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inercia</a:t>
            </a:r>
          </a:p>
        </p:txBody>
      </p:sp>
      <p:sp>
        <p:nvSpPr>
          <p:cNvPr id="22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0843D35E-0EC7-4C01-972C-08FBE1B5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33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Rigidez</a:t>
            </a:r>
          </a:p>
        </p:txBody>
      </p:sp>
      <p:sp>
        <p:nvSpPr>
          <p:cNvPr id="23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3E2B484D-6511-42BA-A398-2D426A56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33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opone</a:t>
            </a:r>
          </a:p>
        </p:txBody>
      </p:sp>
      <p:sp>
        <p:nvSpPr>
          <p:cNvPr id="24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82A915CC-D54D-4EF1-8C48-BE1C77CD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Pérdidas</a:t>
            </a:r>
          </a:p>
        </p:txBody>
      </p:sp>
      <p:sp>
        <p:nvSpPr>
          <p:cNvPr id="25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858707E9-7DBE-467D-895B-F2E3D1C5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amortigua</a:t>
            </a:r>
          </a:p>
        </p:txBody>
      </p:sp>
      <p:sp>
        <p:nvSpPr>
          <p:cNvPr id="26" name="branch_5_title">
            <a:extLst xmlns:a="http://schemas.openxmlformats.org/drawingml/2006/main">
              <a:ext uri="{FF2B5EF4-FFF2-40B4-BE49-F238E27FC236}">
                <a16:creationId xmlns:a16="http://schemas.microsoft.com/office/drawing/2014/main" id="{EB9E10B4-7925-4DC8-9E00-8423CABC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762375"/>
            <a:ext cx="15773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Frec.</a:t>
            </a:r>
          </a:p>
        </p:txBody>
      </p:sp>
      <p:sp>
        <p:nvSpPr>
          <p:cNvPr id="27" name="branch_5_body">
            <a:extLst xmlns:a="http://schemas.openxmlformats.org/drawingml/2006/main">
              <a:ext uri="{FF2B5EF4-FFF2-40B4-BE49-F238E27FC236}">
                <a16:creationId xmlns:a16="http://schemas.microsoft.com/office/drawing/2014/main" id="{8734145D-0684-4392-8655-0A13DF1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210050"/>
            <a:ext cx="157734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condiciona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B18E979-6E77-4DE3-9115-FA588CB2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FA9C700-0F3C-47F1-99AD-4C67A9A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2082053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2026-08-10T18:35:52.8460000Z</dcterms:created>
  <dcterms:modified xsi:type="dcterms:W3CDTF">2026-08-10T18:35:52.8460000Z</dcterms:modified>
</coreProperties>
</file>