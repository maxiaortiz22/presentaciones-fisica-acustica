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e3e400d1d440ec" /><Relationship Type="http://schemas.openxmlformats.org/officeDocument/2006/relationships/extended-properties" Target="/docProps/app.xml" Id="Rbbf8ef5a4a174e82" /><Relationship Type="http://schemas.openxmlformats.org/officeDocument/2006/relationships/officeDocument" Target="/ppt/presentation.xml" Id="Rd47a332c372f4f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66aa52293244c3"/>
  </p:sldMasterIdLst>
  <p:notesMasterIdLst>
    <p:notesMasterId xmlns:r="http://schemas.openxmlformats.org/officeDocument/2006/relationships" r:id="R762f576d519648f1"/>
  </p:notesMasterIdLst>
  <p:sldIdLst>
    <p:sldId xmlns:r="http://schemas.openxmlformats.org/officeDocument/2006/relationships" id="256" r:id="Rfbf6f1fe195a48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85096b53c64c05" /><Relationship Type="http://schemas.openxmlformats.org/officeDocument/2006/relationships/slideMaster" Target="/ppt/slideMasters/slideMaster1.xml" Id="R2266aa52293244c3" /><Relationship Type="http://schemas.openxmlformats.org/officeDocument/2006/relationships/notesMaster" Target="/ppt/notesMasters/notesMaster1.xml" Id="R762f576d519648f1" /><Relationship Type="http://schemas.openxmlformats.org/officeDocument/2006/relationships/presProps" Target="/ppt/presProps.xml" Id="R547e224b0c8249a7" /><Relationship Type="http://schemas.openxmlformats.org/officeDocument/2006/relationships/tableStyles" Target="/ppt/tableStyles.xml" Id="R068247859bc14a33" /><Relationship Type="http://schemas.openxmlformats.org/officeDocument/2006/relationships/slide" Target="/ppt/slides/slide1.xml" Id="Rfbf6f1fe195a48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ee2ec83d2541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36247f315e4b4f" /><Relationship Type="http://schemas.openxmlformats.org/officeDocument/2006/relationships/notesMaster" Target="/ppt/notesMasters/notesMaster1.xml" Id="Rcb5dd419587f4c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3589b2335e49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f9d7cb9c7b4da8" /><Relationship Type="http://schemas.openxmlformats.org/officeDocument/2006/relationships/slideLayout" Target="/ppt/slideLayouts/slideLayout1.xml" Id="Rcab79713ae2b4f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b79713ae2b4f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1135e573a48f0" /><Relationship Type="http://schemas.openxmlformats.org/officeDocument/2006/relationships/notesSlide" Target="/ppt/notesSlides/notesSlide1.xml" Id="R2a95cd81a79c4e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9B8EA14D-7906-494D-8498-65F4623E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BF4745BD-A180-45F5-AE38-058043CD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005CCF00-0FA0-4B7B-8718-FA51D554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8987F154-E62A-4262-B33E-CF39184E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Potencial receptor y potencial de acción no son la misma señal</a:t>
            </a:r>
          </a:p>
        </p:txBody>
      </p:sp>
      <p:sp>
        <p:nvSpPr>
          <p:cNvPr id="5" name="panel_left_box">
            <a:extLst xmlns:a="http://schemas.openxmlformats.org/drawingml/2006/main">
              <a:ext uri="{FF2B5EF4-FFF2-40B4-BE49-F238E27FC236}">
                <a16:creationId xmlns:a16="http://schemas.microsoft.com/office/drawing/2014/main" id="{7B3E1DB9-D3E6-4DA7-8CC6-A025C444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49530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panel_right_box">
            <a:extLst xmlns:a="http://schemas.openxmlformats.org/drawingml/2006/main">
              <a:ext uri="{FF2B5EF4-FFF2-40B4-BE49-F238E27FC236}">
                <a16:creationId xmlns:a16="http://schemas.microsoft.com/office/drawing/2014/main" id="{7EEB47AD-3B11-4CE8-9DE8-D638C350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49530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panel_left_title">
            <a:extLst xmlns:a="http://schemas.openxmlformats.org/drawingml/2006/main">
              <a:ext uri="{FF2B5EF4-FFF2-40B4-BE49-F238E27FC236}">
                <a16:creationId xmlns:a16="http://schemas.microsoft.com/office/drawing/2014/main" id="{E4ED8A40-A840-4E47-AA11-217C8F6B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573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Célula ciliada</a:t>
            </a:r>
          </a:p>
        </p:txBody>
      </p:sp>
      <p:sp>
        <p:nvSpPr>
          <p:cNvPr id="8" name="panel_left_body">
            <a:extLst xmlns:a="http://schemas.openxmlformats.org/drawingml/2006/main">
              <a:ext uri="{FF2B5EF4-FFF2-40B4-BE49-F238E27FC236}">
                <a16:creationId xmlns:a16="http://schemas.microsoft.com/office/drawing/2014/main" id="{BA1D4A45-A8D3-459C-8A12-DD9CB343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572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potencial receptor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graduado y continuo</a:t>
            </a:r>
          </a:p>
        </p:txBody>
      </p:sp>
      <p:sp>
        <p:nvSpPr>
          <p:cNvPr id="9" name="panel_right_title">
            <a:extLst xmlns:a="http://schemas.openxmlformats.org/drawingml/2006/main">
              <a:ext uri="{FF2B5EF4-FFF2-40B4-BE49-F238E27FC236}">
                <a16:creationId xmlns:a16="http://schemas.microsoft.com/office/drawing/2014/main" id="{C1785F8D-2464-49CF-B738-C00B3618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573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Fibra aferente</a:t>
            </a:r>
          </a:p>
        </p:txBody>
      </p:sp>
      <p:sp>
        <p:nvSpPr>
          <p:cNvPr id="10" name="panel_right_body">
            <a:extLst xmlns:a="http://schemas.openxmlformats.org/drawingml/2006/main">
              <a:ext uri="{FF2B5EF4-FFF2-40B4-BE49-F238E27FC236}">
                <a16:creationId xmlns:a16="http://schemas.microsoft.com/office/drawing/2014/main" id="{26695036-144E-4B3E-A20F-8CEDBAD8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4572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potenciales de acción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eventos discretos</a:t>
            </a:r>
          </a:p>
        </p:txBody>
      </p:sp>
      <p:sp>
        <p:nvSpPr>
          <p:cNvPr id="11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11027D19-2765-44F9-AC70-111F6521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Trazas esquemáticas; sus amplitudes no son comparables.</a:t>
            </a:r>
          </a:p>
        </p:txBody>
      </p:sp>
      <p:sp>
        <p:nvSpPr>
          <p:cNvPr id="12" name="source_note">
            <a:extLst xmlns:a="http://schemas.openxmlformats.org/drawingml/2006/main">
              <a:ext uri="{FF2B5EF4-FFF2-40B4-BE49-F238E27FC236}">
                <a16:creationId xmlns:a16="http://schemas.microsoft.com/office/drawing/2014/main" id="{412F793C-CB1B-479A-A771-47A45A20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1388650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2026-08-10T18:36:05.0430000Z</dcterms:created>
  <dcterms:modified xsi:type="dcterms:W3CDTF">2026-08-10T18:36:05.0430000Z</dcterms:modified>
</coreProperties>
</file>