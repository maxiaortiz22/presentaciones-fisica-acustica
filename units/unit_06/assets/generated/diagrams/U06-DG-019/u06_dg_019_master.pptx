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b999f6398a4d45" /><Relationship Type="http://schemas.openxmlformats.org/officeDocument/2006/relationships/extended-properties" Target="/docProps/app.xml" Id="Rcbb04fb42dca4bfe" /><Relationship Type="http://schemas.openxmlformats.org/officeDocument/2006/relationships/officeDocument" Target="/ppt/presentation.xml" Id="R15a437f5fb95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8b1b37d02941fc"/>
  </p:sldMasterIdLst>
  <p:notesMasterIdLst>
    <p:notesMasterId xmlns:r="http://schemas.openxmlformats.org/officeDocument/2006/relationships" r:id="R7dccf0f57d704345"/>
  </p:notesMasterIdLst>
  <p:sldIdLst>
    <p:sldId xmlns:r="http://schemas.openxmlformats.org/officeDocument/2006/relationships" id="256" r:id="R847efd33e8204f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807ab6bd1e45df" /><Relationship Type="http://schemas.openxmlformats.org/officeDocument/2006/relationships/slideMaster" Target="/ppt/slideMasters/slideMaster1.xml" Id="R318b1b37d02941fc" /><Relationship Type="http://schemas.openxmlformats.org/officeDocument/2006/relationships/notesMaster" Target="/ppt/notesMasters/notesMaster1.xml" Id="R7dccf0f57d704345" /><Relationship Type="http://schemas.openxmlformats.org/officeDocument/2006/relationships/presProps" Target="/ppt/presProps.xml" Id="Rfd76f3b7bb394033" /><Relationship Type="http://schemas.openxmlformats.org/officeDocument/2006/relationships/tableStyles" Target="/ppt/tableStyles.xml" Id="R42b2dcdcb3344dd9" /><Relationship Type="http://schemas.openxmlformats.org/officeDocument/2006/relationships/slide" Target="/ppt/slides/slide1.xml" Id="R847efd33e8204f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75ade27a340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8ea4222e45449e" /><Relationship Type="http://schemas.openxmlformats.org/officeDocument/2006/relationships/notesMaster" Target="/ppt/notesMasters/notesMaster1.xml" Id="R0663b47b8e0e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b55dbdb5841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f29779f4ee4c74" /><Relationship Type="http://schemas.openxmlformats.org/officeDocument/2006/relationships/slideLayout" Target="/ppt/slideLayouts/slideLayout1.xml" Id="R425d9fa0165f49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d9fa0165f49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55c20f48b4a5d" /><Relationship Type="http://schemas.openxmlformats.org/officeDocument/2006/relationships/notesSlide" Target="/ppt/notesSlides/notesSlide1.xml" Id="R33468d32aa4441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1884218-E7F2-4399-AC8E-D10C6525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7CA0955-87DC-4A70-8979-5E12C85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F2BE3AE-54B1-4BA1-B465-01B8019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A27BF08-9504-4EDA-B3DE-E491F8DC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palanca intercambia fuerza y desplazamiento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F66DD218-13CD-4A38-84A5-66734C08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0D41FB9F-C986-4B3F-BC20-C4C4522A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C8028CE8-A5B2-4568-9CD3-4D33D6F5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Brazo de entrada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28E75586-5C4B-46F9-A512-811FC436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mayor desplazamiento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menor fuerza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B67D4E09-52D0-4219-A18D-D473D358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Brazo de salida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8E2807B7-47B1-42CF-94F4-5DD24D30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menor desplazamiento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mayor fuerza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8A3265B-EFE2-4D9E-9631-B8A03333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Esquema mecánico; no está a escala y no fija una razón universal.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86E0687-4183-4D89-A2B5-09F31184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915715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2026-08-10T18:35:54.4900000Z</dcterms:created>
  <dcterms:modified xsi:type="dcterms:W3CDTF">2026-08-10T18:35:54.4900000Z</dcterms:modified>
</coreProperties>
</file>