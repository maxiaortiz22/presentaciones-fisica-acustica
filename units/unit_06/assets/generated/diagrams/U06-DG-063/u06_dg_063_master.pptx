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b08a59df7e4a9b" /><Relationship Type="http://schemas.openxmlformats.org/officeDocument/2006/relationships/extended-properties" Target="/docProps/app.xml" Id="R6e0892fb705c44cd" /><Relationship Type="http://schemas.openxmlformats.org/officeDocument/2006/relationships/officeDocument" Target="/ppt/presentation.xml" Id="R96ce951bd59f4f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28bd49b19843a7"/>
  </p:sldMasterIdLst>
  <p:notesMasterIdLst>
    <p:notesMasterId xmlns:r="http://schemas.openxmlformats.org/officeDocument/2006/relationships" r:id="R71740ecf60d344f1"/>
  </p:notesMasterIdLst>
  <p:sldIdLst>
    <p:sldId xmlns:r="http://schemas.openxmlformats.org/officeDocument/2006/relationships" id="256" r:id="Reefe78aba0a949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b2288337f4429e" /><Relationship Type="http://schemas.openxmlformats.org/officeDocument/2006/relationships/slideMaster" Target="/ppt/slideMasters/slideMaster1.xml" Id="R7028bd49b19843a7" /><Relationship Type="http://schemas.openxmlformats.org/officeDocument/2006/relationships/notesMaster" Target="/ppt/notesMasters/notesMaster1.xml" Id="R71740ecf60d344f1" /><Relationship Type="http://schemas.openxmlformats.org/officeDocument/2006/relationships/presProps" Target="/ppt/presProps.xml" Id="Re61d5fc0fb514be6" /><Relationship Type="http://schemas.openxmlformats.org/officeDocument/2006/relationships/tableStyles" Target="/ppt/tableStyles.xml" Id="R9867d6deae254c35" /><Relationship Type="http://schemas.openxmlformats.org/officeDocument/2006/relationships/slide" Target="/ppt/slides/slide1.xml" Id="Reefe78aba0a949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40744cb13e49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5866f9888843f7" /><Relationship Type="http://schemas.openxmlformats.org/officeDocument/2006/relationships/notesMaster" Target="/ppt/notesMasters/notesMaster1.xml" Id="R825fbad49ff9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450c6ece442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dc36d3ab67480d" /><Relationship Type="http://schemas.openxmlformats.org/officeDocument/2006/relationships/slideLayout" Target="/ppt/slideLayouts/slideLayout1.xml" Id="R55a3044a0d1045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a3044a0d1045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1c8fe48a04d99" /><Relationship Type="http://schemas.openxmlformats.org/officeDocument/2006/relationships/notesSlide" Target="/ppt/notesSlides/notesSlide1.xml" Id="R962bbda8d40442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9195F3B-795C-4B73-A134-A30004A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DA34453-F36D-4B0C-8E79-02B8DE06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5878F05-D0C0-4546-A8E9-E32EC69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356CE00-C79E-43AB-AF9D-37597FD8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Resolver el caso exige una cadena causal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FF875DA6-18A9-4A39-9B78-43AF4485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7B966601-1792-40AE-A2CB-74C38A98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09E50D28-2EB2-4D20-B8B7-5EC4A210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AA4E1C0D-095E-4684-BFFC-32DE50C0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952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stage_5_box">
            <a:extLst xmlns:a="http://schemas.openxmlformats.org/drawingml/2006/main">
              <a:ext uri="{FF2B5EF4-FFF2-40B4-BE49-F238E27FC236}">
                <a16:creationId xmlns:a16="http://schemas.microsoft.com/office/drawing/2014/main" id="{BC0B9518-0999-463A-B873-5CFAB135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52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stage_6_box">
            <a:extLst xmlns:a="http://schemas.openxmlformats.org/drawingml/2006/main">
              <a:ext uri="{FF2B5EF4-FFF2-40B4-BE49-F238E27FC236}">
                <a16:creationId xmlns:a16="http://schemas.microsoft.com/office/drawing/2014/main" id="{B4C5B977-8619-49A4-AD8F-4336AAF4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4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46550" y="2357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78750" y="2357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728200" y="304800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flow_4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4413250" y="4643438"/>
            <a:ext cx="699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flow_5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781050" y="4643438"/>
            <a:ext cx="699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CCE30314-B9C2-4C88-A34D-EC9B12C8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Misma f</a:t>
            </a:r>
          </a:p>
        </p:txBody>
      </p:sp>
      <p:sp>
        <p:nvSpPr>
          <p:cNvPr id="17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288EE0BF-72B8-4BBE-A62E-D2569DCE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mismo lugar aprox.</a:t>
            </a:r>
          </a:p>
        </p:txBody>
      </p:sp>
      <p:sp>
        <p:nvSpPr>
          <p:cNvPr id="18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BB348A29-3210-4AF5-BA07-79333A51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Mayor nivel</a:t>
            </a:r>
          </a:p>
        </p:txBody>
      </p:sp>
      <p:sp>
        <p:nvSpPr>
          <p:cNvPr id="19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6F9C157E-15F7-401D-96CD-09BAFE7F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entrada</a:t>
            </a:r>
          </a:p>
        </p:txBody>
      </p:sp>
      <p:sp>
        <p:nvSpPr>
          <p:cNvPr id="20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C9E9D697-39F3-4481-8ED9-C91BED7E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1809750"/>
            <a:ext cx="298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Respuesta más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amplia</a:t>
            </a:r>
          </a:p>
        </p:txBody>
      </p:sp>
      <p:sp>
        <p:nvSpPr>
          <p:cNvPr id="21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5349E4C0-451F-4337-908B-D32DD5CD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81275"/>
            <a:ext cx="298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mecánica</a:t>
            </a:r>
          </a:p>
        </p:txBody>
      </p:sp>
      <p:sp>
        <p:nvSpPr>
          <p:cNvPr id="22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B5348BB8-5BC6-4E00-8B3F-5007624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95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Más población</a:t>
            </a:r>
          </a:p>
        </p:txBody>
      </p:sp>
      <p:sp>
        <p:nvSpPr>
          <p:cNvPr id="23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F18E5DAC-C6C4-402A-820C-F5F5651E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543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más fibras activas</a:t>
            </a:r>
          </a:p>
        </p:txBody>
      </p:sp>
      <p:sp>
        <p:nvSpPr>
          <p:cNvPr id="24" name="stage_5_title">
            <a:extLst xmlns:a="http://schemas.openxmlformats.org/drawingml/2006/main">
              <a:ext uri="{FF2B5EF4-FFF2-40B4-BE49-F238E27FC236}">
                <a16:creationId xmlns:a16="http://schemas.microsoft.com/office/drawing/2014/main" id="{C1029D42-3BDA-4BE7-984E-00F891B7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95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Señal neural</a:t>
            </a:r>
          </a:p>
        </p:txBody>
      </p:sp>
      <p:sp>
        <p:nvSpPr>
          <p:cNvPr id="25" name="stage_5_body">
            <a:extLst xmlns:a="http://schemas.openxmlformats.org/drawingml/2006/main">
              <a:ext uri="{FF2B5EF4-FFF2-40B4-BE49-F238E27FC236}">
                <a16:creationId xmlns:a16="http://schemas.microsoft.com/office/drawing/2014/main" id="{1E074375-9D41-4487-A6FA-A66263A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543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cambia</a:t>
            </a:r>
          </a:p>
        </p:txBody>
      </p:sp>
      <p:sp>
        <p:nvSpPr>
          <p:cNvPr id="26" name="stage_6_title">
            <a:extLst xmlns:a="http://schemas.openxmlformats.org/drawingml/2006/main">
              <a:ext uri="{FF2B5EF4-FFF2-40B4-BE49-F238E27FC236}">
                <a16:creationId xmlns:a16="http://schemas.microsoft.com/office/drawing/2014/main" id="{FD667F81-F09D-4F65-96E6-8DF657D5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Sonoridad</a:t>
            </a:r>
          </a:p>
        </p:txBody>
      </p:sp>
      <p:sp>
        <p:nvSpPr>
          <p:cNvPr id="27" name="stage_6_body">
            <a:extLst xmlns:a="http://schemas.openxmlformats.org/drawingml/2006/main">
              <a:ext uri="{FF2B5EF4-FFF2-40B4-BE49-F238E27FC236}">
                <a16:creationId xmlns:a16="http://schemas.microsoft.com/office/drawing/2014/main" id="{FB01CD9A-30C3-464B-869F-CA7426A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inferencia limitada</a:t>
            </a:r>
          </a:p>
        </p:txBody>
      </p:sp>
      <p:sp>
        <p:nvSpPr>
          <p:cNvPr id="28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96CEBAD-1F9C-4C1D-AE53-F2E69287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9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3431342-4801-4181-83DE-0BE42357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849237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2026-08-10T23:15:06.1530000Z</dcterms:created>
  <dcterms:modified xsi:type="dcterms:W3CDTF">2026-08-10T23:15:06.1540000Z</dcterms:modified>
</coreProperties>
</file>