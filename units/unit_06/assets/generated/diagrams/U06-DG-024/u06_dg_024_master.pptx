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59b732f91449c7" /><Relationship Type="http://schemas.openxmlformats.org/officeDocument/2006/relationships/extended-properties" Target="/docProps/app.xml" Id="Rec30e32626e44a74" /><Relationship Type="http://schemas.openxmlformats.org/officeDocument/2006/relationships/officeDocument" Target="/ppt/presentation.xml" Id="Ra20a81fbbc6c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a730b6a25418b"/>
  </p:sldMasterIdLst>
  <p:notesMasterIdLst>
    <p:notesMasterId xmlns:r="http://schemas.openxmlformats.org/officeDocument/2006/relationships" r:id="Rac4ee4b112cb4168"/>
  </p:notesMasterIdLst>
  <p:sldIdLst>
    <p:sldId xmlns:r="http://schemas.openxmlformats.org/officeDocument/2006/relationships" id="256" r:id="R3ea6045a35f9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bbdaf8a0d944de" /><Relationship Type="http://schemas.openxmlformats.org/officeDocument/2006/relationships/slideMaster" Target="/ppt/slideMasters/slideMaster1.xml" Id="Rb00a730b6a25418b" /><Relationship Type="http://schemas.openxmlformats.org/officeDocument/2006/relationships/notesMaster" Target="/ppt/notesMasters/notesMaster1.xml" Id="Rac4ee4b112cb4168" /><Relationship Type="http://schemas.openxmlformats.org/officeDocument/2006/relationships/presProps" Target="/ppt/presProps.xml" Id="Rf8409de314934b0d" /><Relationship Type="http://schemas.openxmlformats.org/officeDocument/2006/relationships/tableStyles" Target="/ppt/tableStyles.xml" Id="R780c55a5c14b4fb4" /><Relationship Type="http://schemas.openxmlformats.org/officeDocument/2006/relationships/slide" Target="/ppt/slides/slide1.xml" Id="R3ea6045a35f9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11012328547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584c554d54cf2" /><Relationship Type="http://schemas.openxmlformats.org/officeDocument/2006/relationships/notesMaster" Target="/ppt/notesMasters/notesMaster1.xml" Id="R762650581015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c6fb5c950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b5cbc7b65492c" /><Relationship Type="http://schemas.openxmlformats.org/officeDocument/2006/relationships/slideLayout" Target="/ppt/slideLayouts/slideLayout1.xml" Id="Rb4a8986d0a524b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a8986d0a524b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28c073ff243ac" /><Relationship Type="http://schemas.openxmlformats.org/officeDocument/2006/relationships/notesSlide" Target="/ppt/notesSlides/notesSlide1.xml" Id="R338cefccd36849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81AA453-3E81-4FC1-9591-978F5D3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392537D-9EDE-4F55-8C70-8ECEF9E9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8519F02-F24A-4ECF-9CD3-94DF7CA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8A59CC6-5054-4991-A94C-37692060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Las vías aérea y ósea convergen en la cóclea</a:t>
            </a:r>
          </a:p>
        </p:txBody>
      </p:sp>
      <p:sp>
        <p:nvSpPr>
          <p:cNvPr id="5" name="target_box">
            <a:extLst xmlns:a="http://schemas.openxmlformats.org/drawingml/2006/main">
              <a:ext uri="{FF2B5EF4-FFF2-40B4-BE49-F238E27FC236}">
                <a16:creationId xmlns:a16="http://schemas.microsoft.com/office/drawing/2014/main" id="{1B315EF3-60A6-42D7-8510-36CE0DF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9526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air_1_box">
            <a:extLst xmlns:a="http://schemas.openxmlformats.org/drawingml/2006/main">
              <a:ext uri="{FF2B5EF4-FFF2-40B4-BE49-F238E27FC236}">
                <a16:creationId xmlns:a16="http://schemas.microsoft.com/office/drawing/2014/main" id="{D38F1173-256A-4455-B84B-9CD203B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881188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air_2_box">
            <a:extLst xmlns:a="http://schemas.openxmlformats.org/drawingml/2006/main">
              <a:ext uri="{FF2B5EF4-FFF2-40B4-BE49-F238E27FC236}">
                <a16:creationId xmlns:a16="http://schemas.microsoft.com/office/drawing/2014/main" id="{897BB46D-905D-468A-A2C3-975EECE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1428750"/>
            <a:ext cx="1881188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air_3_box">
            <a:extLst xmlns:a="http://schemas.openxmlformats.org/drawingml/2006/main">
              <a:ext uri="{FF2B5EF4-FFF2-40B4-BE49-F238E27FC236}">
                <a16:creationId xmlns:a16="http://schemas.microsoft.com/office/drawing/2014/main" id="{F2D5FAF0-1595-4EF2-A401-A83D408F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28750"/>
            <a:ext cx="1881188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air_4_box">
            <a:extLst xmlns:a="http://schemas.openxmlformats.org/drawingml/2006/main">
              <a:ext uri="{FF2B5EF4-FFF2-40B4-BE49-F238E27FC236}">
                <a16:creationId xmlns:a16="http://schemas.microsoft.com/office/drawing/2014/main" id="{E98F6116-743B-49BD-A8D0-F0D5E998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113" y="1428750"/>
            <a:ext cx="1881188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0" name="bone_1_box">
            <a:extLst xmlns:a="http://schemas.openxmlformats.org/drawingml/2006/main">
              <a:ext uri="{FF2B5EF4-FFF2-40B4-BE49-F238E27FC236}">
                <a16:creationId xmlns:a16="http://schemas.microsoft.com/office/drawing/2014/main" id="{BDCB07EC-7B23-48D4-9A9E-0B660D1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571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bone_2_box">
            <a:extLst xmlns:a="http://schemas.openxmlformats.org/drawingml/2006/main">
              <a:ext uri="{FF2B5EF4-FFF2-40B4-BE49-F238E27FC236}">
                <a16:creationId xmlns:a16="http://schemas.microsoft.com/office/drawing/2014/main" id="{B47D74C7-CA14-4D92-AFCF-3543A7E6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43375"/>
            <a:ext cx="2571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bone_3_box">
            <a:extLst xmlns:a="http://schemas.openxmlformats.org/drawingml/2006/main">
              <a:ext uri="{FF2B5EF4-FFF2-40B4-BE49-F238E27FC236}">
                <a16:creationId xmlns:a16="http://schemas.microsoft.com/office/drawing/2014/main" id="{62342D8B-0DA4-422B-8DC9-40DCC2A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2571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50" name="air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2238" y="21431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1" name="air_edge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33926" y="2143125"/>
            <a:ext cx="1904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2" name="air_edg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05613" y="21431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3" name="air_target"/>
          <p:cNvCxnSpPr>
            <a:stCxn xmlns:a="http://schemas.openxmlformats.org/drawingml/2006/main" id="9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77301" y="2143125"/>
            <a:ext cx="600074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4" name="bone_edge_1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52800" y="4857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bone_edge_2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115050" y="48577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bone_target"/>
          <p:cNvCxnSpPr>
            <a:stCxn xmlns:a="http://schemas.openxmlformats.org/drawingml/2006/main" id="1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8877300" y="3429000"/>
            <a:ext cx="600075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20" name="target_title">
            <a:extLst xmlns:a="http://schemas.openxmlformats.org/drawingml/2006/main">
              <a:ext uri="{FF2B5EF4-FFF2-40B4-BE49-F238E27FC236}">
                <a16:creationId xmlns:a16="http://schemas.microsoft.com/office/drawing/2014/main" id="{3BADD20B-5EF8-485B-BD0B-A2C8977E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0987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Cóclea</a:t>
            </a:r>
          </a:p>
        </p:txBody>
      </p:sp>
      <p:sp>
        <p:nvSpPr>
          <p:cNvPr id="21" name="target_body">
            <a:extLst xmlns:a="http://schemas.openxmlformats.org/drawingml/2006/main">
              <a:ext uri="{FF2B5EF4-FFF2-40B4-BE49-F238E27FC236}">
                <a16:creationId xmlns:a16="http://schemas.microsoft.com/office/drawing/2014/main" id="{A4DC3185-0E18-41DB-A4EB-C5D38A7C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57550"/>
            <a:ext cx="1571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destino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común</a:t>
            </a:r>
          </a:p>
        </p:txBody>
      </p:sp>
      <p:sp>
        <p:nvSpPr>
          <p:cNvPr id="22" name="air_1_title">
            <a:extLst xmlns:a="http://schemas.openxmlformats.org/drawingml/2006/main">
              <a:ext uri="{FF2B5EF4-FFF2-40B4-BE49-F238E27FC236}">
                <a16:creationId xmlns:a16="http://schemas.microsoft.com/office/drawing/2014/main" id="{5D6B7290-8440-4BF0-9DBE-FD5A32A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15001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Aire</a:t>
            </a:r>
          </a:p>
        </p:txBody>
      </p:sp>
      <p:sp>
        <p:nvSpPr>
          <p:cNvPr id="23" name="air_1_body">
            <a:extLst xmlns:a="http://schemas.openxmlformats.org/drawingml/2006/main">
              <a:ext uri="{FF2B5EF4-FFF2-40B4-BE49-F238E27FC236}">
                <a16:creationId xmlns:a16="http://schemas.microsoft.com/office/drawing/2014/main" id="{3CB54AF2-4B93-434D-8BC7-D3681FF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1500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24" name="air_2_title">
            <a:extLst xmlns:a="http://schemas.openxmlformats.org/drawingml/2006/main">
              <a:ext uri="{FF2B5EF4-FFF2-40B4-BE49-F238E27FC236}">
                <a16:creationId xmlns:a16="http://schemas.microsoft.com/office/drawing/2014/main" id="{3F94CAD8-B0D0-4619-8BED-1DF36C6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1571625"/>
            <a:ext cx="15001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CAE</a:t>
            </a:r>
          </a:p>
        </p:txBody>
      </p:sp>
      <p:sp>
        <p:nvSpPr>
          <p:cNvPr id="25" name="air_2_body">
            <a:extLst xmlns:a="http://schemas.openxmlformats.org/drawingml/2006/main">
              <a:ext uri="{FF2B5EF4-FFF2-40B4-BE49-F238E27FC236}">
                <a16:creationId xmlns:a16="http://schemas.microsoft.com/office/drawing/2014/main" id="{E9DC978A-D3CA-4A39-87D0-79CBFD3A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238" y="2019300"/>
            <a:ext cx="1500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26" name="air_3_title">
            <a:extLst xmlns:a="http://schemas.openxmlformats.org/drawingml/2006/main">
              <a:ext uri="{FF2B5EF4-FFF2-40B4-BE49-F238E27FC236}">
                <a16:creationId xmlns:a16="http://schemas.microsoft.com/office/drawing/2014/main" id="{7DD50141-D5C5-4DC5-AB76-6364CE5B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571625"/>
            <a:ext cx="15001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Tímpano</a:t>
            </a:r>
          </a:p>
        </p:txBody>
      </p:sp>
      <p:sp>
        <p:nvSpPr>
          <p:cNvPr id="27" name="air_3_body">
            <a:extLst xmlns:a="http://schemas.openxmlformats.org/drawingml/2006/main">
              <a:ext uri="{FF2B5EF4-FFF2-40B4-BE49-F238E27FC236}">
                <a16:creationId xmlns:a16="http://schemas.microsoft.com/office/drawing/2014/main" id="{179CD96C-9ED6-4049-BAF9-B5EF92A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19300"/>
            <a:ext cx="1500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vibra</a:t>
            </a:r>
          </a:p>
        </p:txBody>
      </p:sp>
      <p:sp>
        <p:nvSpPr>
          <p:cNvPr id="28" name="air_4_title">
            <a:extLst xmlns:a="http://schemas.openxmlformats.org/drawingml/2006/main">
              <a:ext uri="{FF2B5EF4-FFF2-40B4-BE49-F238E27FC236}">
                <a16:creationId xmlns:a16="http://schemas.microsoft.com/office/drawing/2014/main" id="{57F1EA0E-0615-4246-AF14-9E32E56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1571625"/>
            <a:ext cx="15001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Osículos</a:t>
            </a:r>
          </a:p>
        </p:txBody>
      </p:sp>
      <p:sp>
        <p:nvSpPr>
          <p:cNvPr id="29" name="air_4_body">
            <a:extLst xmlns:a="http://schemas.openxmlformats.org/drawingml/2006/main">
              <a:ext uri="{FF2B5EF4-FFF2-40B4-BE49-F238E27FC236}">
                <a16:creationId xmlns:a16="http://schemas.microsoft.com/office/drawing/2014/main" id="{A8F72D21-BCB2-4931-A7AF-F210706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2019300"/>
            <a:ext cx="150018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transfiere</a:t>
            </a:r>
          </a:p>
        </p:txBody>
      </p:sp>
      <p:sp>
        <p:nvSpPr>
          <p:cNvPr id="30" name="bone_1_title">
            <a:extLst xmlns:a="http://schemas.openxmlformats.org/drawingml/2006/main">
              <a:ext uri="{FF2B5EF4-FFF2-40B4-BE49-F238E27FC236}">
                <a16:creationId xmlns:a16="http://schemas.microsoft.com/office/drawing/2014/main" id="{19CCB6FE-048A-43F1-B16E-2E8BC0A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Cráneo</a:t>
            </a:r>
          </a:p>
        </p:txBody>
      </p:sp>
      <p:sp>
        <p:nvSpPr>
          <p:cNvPr id="31" name="bone_1_body">
            <a:extLst xmlns:a="http://schemas.openxmlformats.org/drawingml/2006/main">
              <a:ext uri="{FF2B5EF4-FFF2-40B4-BE49-F238E27FC236}">
                <a16:creationId xmlns:a16="http://schemas.microsoft.com/office/drawing/2014/main" id="{54B91ACD-C7D4-4192-94F7-45DAD52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339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vibra</a:t>
            </a:r>
          </a:p>
        </p:txBody>
      </p:sp>
      <p:sp>
        <p:nvSpPr>
          <p:cNvPr id="32" name="bone_2_title">
            <a:extLst xmlns:a="http://schemas.openxmlformats.org/drawingml/2006/main">
              <a:ext uri="{FF2B5EF4-FFF2-40B4-BE49-F238E27FC236}">
                <a16:creationId xmlns:a16="http://schemas.microsoft.com/office/drawing/2014/main" id="{DC969621-DAAF-4AF4-9E39-C6DECE3C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86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CAE + oído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medio</a:t>
            </a:r>
          </a:p>
        </p:txBody>
      </p:sp>
      <p:sp>
        <p:nvSpPr>
          <p:cNvPr id="33" name="bone_2_body">
            <a:extLst xmlns:a="http://schemas.openxmlformats.org/drawingml/2006/main">
              <a:ext uri="{FF2B5EF4-FFF2-40B4-BE49-F238E27FC236}">
                <a16:creationId xmlns:a16="http://schemas.microsoft.com/office/drawing/2014/main" id="{8ECCD6C3-B23D-4771-B6CD-817FE0F8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577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participan</a:t>
            </a:r>
          </a:p>
        </p:txBody>
      </p:sp>
      <p:sp>
        <p:nvSpPr>
          <p:cNvPr id="34" name="bone_3_title">
            <a:extLst xmlns:a="http://schemas.openxmlformats.org/drawingml/2006/main">
              <a:ext uri="{FF2B5EF4-FFF2-40B4-BE49-F238E27FC236}">
                <a16:creationId xmlns:a16="http://schemas.microsoft.com/office/drawing/2014/main" id="{F739F4AE-4821-4E12-B477-48527B1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Fluidos</a:t>
            </a:r>
          </a:p>
        </p:txBody>
      </p:sp>
      <p:sp>
        <p:nvSpPr>
          <p:cNvPr id="35" name="bone_3_body">
            <a:extLst xmlns:a="http://schemas.openxmlformats.org/drawingml/2006/main">
              <a:ext uri="{FF2B5EF4-FFF2-40B4-BE49-F238E27FC236}">
                <a16:creationId xmlns:a16="http://schemas.microsoft.com/office/drawing/2014/main" id="{47F48740-EB00-4DFC-A1A5-76D905A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339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 movilizan</a:t>
            </a:r>
          </a:p>
        </p:txBody>
      </p:sp>
      <p:sp>
        <p:nvSpPr>
          <p:cNvPr id="3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F64562E-33E2-4AF0-8930-9C2B0146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Rutas conceptuales; la vía ósea no es un bypass único.</a:t>
            </a:r>
          </a:p>
        </p:txBody>
      </p:sp>
      <p:sp>
        <p:nvSpPr>
          <p:cNvPr id="3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AB54E6A-C493-4877-9AC5-4A6EFDD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de conducción ósea; Stenfelt (revisión citada en el capítulo);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263325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2026-08-10T18:35:56.2180000Z</dcterms:created>
  <dcterms:modified xsi:type="dcterms:W3CDTF">2026-08-10T18:35:56.2180000Z</dcterms:modified>
</coreProperties>
</file>