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cf769960c8d448e" /><Relationship Type="http://schemas.openxmlformats.org/officeDocument/2006/relationships/extended-properties" Target="/docProps/app.xml" Id="R4e24ceba06c647a1" /><Relationship Type="http://schemas.openxmlformats.org/officeDocument/2006/relationships/officeDocument" Target="/ppt/presentation.xml" Id="Rcb20d3b63d774d9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490932544094a48"/>
  </p:sldMasterIdLst>
  <p:notesMasterIdLst>
    <p:notesMasterId xmlns:r="http://schemas.openxmlformats.org/officeDocument/2006/relationships" r:id="Rb620034b7f1d4d7f"/>
  </p:notesMasterIdLst>
  <p:sldIdLst>
    <p:sldId xmlns:r="http://schemas.openxmlformats.org/officeDocument/2006/relationships" id="256" r:id="R8915dabfe52f47c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c0b07cc24074270" /><Relationship Type="http://schemas.openxmlformats.org/officeDocument/2006/relationships/slideMaster" Target="/ppt/slideMasters/slideMaster1.xml" Id="Ra490932544094a48" /><Relationship Type="http://schemas.openxmlformats.org/officeDocument/2006/relationships/notesMaster" Target="/ppt/notesMasters/notesMaster1.xml" Id="Rb620034b7f1d4d7f" /><Relationship Type="http://schemas.openxmlformats.org/officeDocument/2006/relationships/presProps" Target="/ppt/presProps.xml" Id="Rb77da489e2504f4b" /><Relationship Type="http://schemas.openxmlformats.org/officeDocument/2006/relationships/tableStyles" Target="/ppt/tableStyles.xml" Id="Rfe0c145facc3410d" /><Relationship Type="http://schemas.openxmlformats.org/officeDocument/2006/relationships/slide" Target="/ppt/slides/slide1.xml" Id="R8915dabfe52f47c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ad2fe86e1c24de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596ba8aa9e94613" /><Relationship Type="http://schemas.openxmlformats.org/officeDocument/2006/relationships/notesMaster" Target="/ppt/notesMasters/notesMaster1.xml" Id="Rbb270eebcfc9429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f98ba1c05f4ac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3b233c1bbf144bb" /><Relationship Type="http://schemas.openxmlformats.org/officeDocument/2006/relationships/slideLayout" Target="/ppt/slideLayouts/slideLayout1.xml" Id="Re47b9076c11c4e7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47b9076c11c4e7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965b9b547d4fa3" /><Relationship Type="http://schemas.openxmlformats.org/officeDocument/2006/relationships/notesSlide" Target="/ppt/notesSlides/notesSlide1.xml" Id="R15655f3bdcdd4c1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28F4088B-A68B-4FFC-BA80-742A6B9C8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ABC7E731-3116-4353-A7CF-0523056E7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2F0B434B-B35C-4B9E-BFAD-F5847D474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1122286F-3104-430F-A5B8-3AD49483E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La vibración del cráneo puede radiar sonido al CAE</a:t>
            </a:r>
          </a:p>
        </p:txBody>
      </p:sp>
      <p:sp>
        <p:nvSpPr>
          <p:cNvPr id="5" name="stage_1_box">
            <a:extLst xmlns:a="http://schemas.openxmlformats.org/drawingml/2006/main">
              <a:ext uri="{FF2B5EF4-FFF2-40B4-BE49-F238E27FC236}">
                <a16:creationId xmlns:a16="http://schemas.microsoft.com/office/drawing/2014/main" id="{45BAC511-9264-409A-AD37-28BC6C968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28875"/>
            <a:ext cx="2428875" cy="16668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stage_2_box">
            <a:extLst xmlns:a="http://schemas.openxmlformats.org/drawingml/2006/main">
              <a:ext uri="{FF2B5EF4-FFF2-40B4-BE49-F238E27FC236}">
                <a16:creationId xmlns:a16="http://schemas.microsoft.com/office/drawing/2014/main" id="{C61A45DD-849C-406F-8C76-24CF8ED32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428875"/>
            <a:ext cx="2428875" cy="16668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7" name="stage_3_box">
            <a:extLst xmlns:a="http://schemas.openxmlformats.org/drawingml/2006/main">
              <a:ext uri="{FF2B5EF4-FFF2-40B4-BE49-F238E27FC236}">
                <a16:creationId xmlns:a16="http://schemas.microsoft.com/office/drawing/2014/main" id="{58C3562A-9418-4A92-9213-8C39811D6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28875"/>
            <a:ext cx="2428875" cy="16668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8" name="stage_4_box">
            <a:extLst xmlns:a="http://schemas.openxmlformats.org/drawingml/2006/main">
              <a:ext uri="{FF2B5EF4-FFF2-40B4-BE49-F238E27FC236}">
                <a16:creationId xmlns:a16="http://schemas.microsoft.com/office/drawing/2014/main" id="{16B2C8C5-A945-4879-8AB5-227263063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428875"/>
            <a:ext cx="2428875" cy="16668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cxnSp>
        <p:nvCxnSpPr>
          <p:cNvPr id="30" name="flow_1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209925" y="3262313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1" name="flow_2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943600" y="3262313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2" name="flow_3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677275" y="3262313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2" name="stage_1_title">
            <a:extLst xmlns:a="http://schemas.openxmlformats.org/drawingml/2006/main">
              <a:ext uri="{FF2B5EF4-FFF2-40B4-BE49-F238E27FC236}">
                <a16:creationId xmlns:a16="http://schemas.microsoft.com/office/drawing/2014/main" id="{1407BB69-BCE9-41B4-B686-40191C99F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71750"/>
            <a:ext cx="204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Cráneo vibra</a:t>
            </a:r>
          </a:p>
        </p:txBody>
      </p:sp>
      <p:sp>
        <p:nvSpPr>
          <p:cNvPr id="13" name="stage_1_body">
            <a:extLst xmlns:a="http://schemas.openxmlformats.org/drawingml/2006/main">
              <a:ext uri="{FF2B5EF4-FFF2-40B4-BE49-F238E27FC236}">
                <a16:creationId xmlns:a16="http://schemas.microsoft.com/office/drawing/2014/main" id="{59DA4F1A-73FE-4434-A510-479755118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20478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movimiento</a:t>
            </a:r>
          </a:p>
        </p:txBody>
      </p:sp>
      <p:sp>
        <p:nvSpPr>
          <p:cNvPr id="14" name="stage_2_title">
            <a:extLst xmlns:a="http://schemas.openxmlformats.org/drawingml/2006/main">
              <a:ext uri="{FF2B5EF4-FFF2-40B4-BE49-F238E27FC236}">
                <a16:creationId xmlns:a16="http://schemas.microsoft.com/office/drawing/2014/main" id="{3B812484-22FF-4F49-AC5C-4888D303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571750"/>
            <a:ext cx="2047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Pared del</a:t>
            </a:r>
          </a:p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CAE</a:t>
            </a:r>
          </a:p>
        </p:txBody>
      </p:sp>
      <p:sp>
        <p:nvSpPr>
          <p:cNvPr id="15" name="stage_2_body">
            <a:extLst xmlns:a="http://schemas.openxmlformats.org/drawingml/2006/main">
              <a:ext uri="{FF2B5EF4-FFF2-40B4-BE49-F238E27FC236}">
                <a16:creationId xmlns:a16="http://schemas.microsoft.com/office/drawing/2014/main" id="{71CB1015-EDB0-4E15-88F0-EA75D4D1F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343275"/>
            <a:ext cx="20478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se desplaza</a:t>
            </a:r>
          </a:p>
        </p:txBody>
      </p:sp>
      <p:sp>
        <p:nvSpPr>
          <p:cNvPr id="16" name="stage_3_title">
            <a:extLst xmlns:a="http://schemas.openxmlformats.org/drawingml/2006/main">
              <a:ext uri="{FF2B5EF4-FFF2-40B4-BE49-F238E27FC236}">
                <a16:creationId xmlns:a16="http://schemas.microsoft.com/office/drawing/2014/main" id="{5389797E-9E2D-4A2D-B461-9FC5EBAF9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71750"/>
            <a:ext cx="204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Aire del CAE</a:t>
            </a:r>
          </a:p>
        </p:txBody>
      </p:sp>
      <p:sp>
        <p:nvSpPr>
          <p:cNvPr id="17" name="stage_3_body">
            <a:extLst xmlns:a="http://schemas.openxmlformats.org/drawingml/2006/main">
              <a:ext uri="{FF2B5EF4-FFF2-40B4-BE49-F238E27FC236}">
                <a16:creationId xmlns:a16="http://schemas.microsoft.com/office/drawing/2014/main" id="{C181C154-E478-43EF-B4F5-8FC8AD79A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19425"/>
            <a:ext cx="20478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presión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radiada</a:t>
            </a:r>
          </a:p>
        </p:txBody>
      </p:sp>
      <p:sp>
        <p:nvSpPr>
          <p:cNvPr id="18" name="stage_4_title">
            <a:extLst xmlns:a="http://schemas.openxmlformats.org/drawingml/2006/main">
              <a:ext uri="{FF2B5EF4-FFF2-40B4-BE49-F238E27FC236}">
                <a16:creationId xmlns:a16="http://schemas.microsoft.com/office/drawing/2014/main" id="{4AE584DE-DEB6-440A-831D-A96D2CC45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571750"/>
            <a:ext cx="204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Tímpano</a:t>
            </a:r>
          </a:p>
        </p:txBody>
      </p:sp>
      <p:sp>
        <p:nvSpPr>
          <p:cNvPr id="19" name="stage_4_body">
            <a:extLst xmlns:a="http://schemas.openxmlformats.org/drawingml/2006/main">
              <a:ext uri="{FF2B5EF4-FFF2-40B4-BE49-F238E27FC236}">
                <a16:creationId xmlns:a16="http://schemas.microsoft.com/office/drawing/2014/main" id="{3FE8386B-AFEA-496E-B220-00FF779D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019425"/>
            <a:ext cx="20478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recibe esa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presión</a:t>
            </a:r>
          </a:p>
        </p:txBody>
      </p:sp>
      <p:sp>
        <p:nvSpPr>
          <p:cNvPr id="20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BCC85B1B-9CF5-4CC4-AF02-DB33508AA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Figura conceptual; no está a escala.</a:t>
            </a:r>
          </a:p>
        </p:txBody>
      </p:sp>
      <p:sp>
        <p:nvSpPr>
          <p:cNvPr id="21" name="source_note">
            <a:extLst xmlns:a="http://schemas.openxmlformats.org/drawingml/2006/main">
              <a:ext uri="{FF2B5EF4-FFF2-40B4-BE49-F238E27FC236}">
                <a16:creationId xmlns:a16="http://schemas.microsoft.com/office/drawing/2014/main" id="{7B783436-CD8E-43B6-9B91-B0A88C6D2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curso, sección de conducción ósea; Stenfelt (revisión citada en el capítulo); elaboración propia.</a:t>
            </a:r>
          </a:p>
        </p:txBody>
      </p:sp>
    </p:spTree>
    <p:extLst>
      <p:ext uri="{BB962C8B-B14F-4D97-AF65-F5344CB8AC3E}">
        <p14:creationId xmlns:p14="http://schemas.microsoft.com/office/powerpoint/2010/main" val="9935224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2026-08-10T18:35:57.1900000Z</dcterms:created>
  <dcterms:modified xsi:type="dcterms:W3CDTF">2026-08-10T18:35:57.1900000Z</dcterms:modified>
</coreProperties>
</file>