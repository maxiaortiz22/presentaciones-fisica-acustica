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c6766fabb3432d" /><Relationship Type="http://schemas.openxmlformats.org/officeDocument/2006/relationships/extended-properties" Target="/docProps/app.xml" Id="R8aa0693394ec415b" /><Relationship Type="http://schemas.openxmlformats.org/officeDocument/2006/relationships/officeDocument" Target="/ppt/presentation.xml" Id="Re7dcebbf7e57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68eae04f14c41"/>
  </p:sldMasterIdLst>
  <p:notesMasterIdLst>
    <p:notesMasterId xmlns:r="http://schemas.openxmlformats.org/officeDocument/2006/relationships" r:id="Rd37b395a8e7c4555"/>
  </p:notesMasterIdLst>
  <p:sldIdLst>
    <p:sldId xmlns:r="http://schemas.openxmlformats.org/officeDocument/2006/relationships" id="256" r:id="R59202295d94749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6b0dc21f145f6" /><Relationship Type="http://schemas.openxmlformats.org/officeDocument/2006/relationships/slideMaster" Target="/ppt/slideMasters/slideMaster1.xml" Id="R20968eae04f14c41" /><Relationship Type="http://schemas.openxmlformats.org/officeDocument/2006/relationships/notesMaster" Target="/ppt/notesMasters/notesMaster1.xml" Id="Rd37b395a8e7c4555" /><Relationship Type="http://schemas.openxmlformats.org/officeDocument/2006/relationships/presProps" Target="/ppt/presProps.xml" Id="Rb3c62645e1b44664" /><Relationship Type="http://schemas.openxmlformats.org/officeDocument/2006/relationships/tableStyles" Target="/ppt/tableStyles.xml" Id="R9ab4a12370414ff4" /><Relationship Type="http://schemas.openxmlformats.org/officeDocument/2006/relationships/slide" Target="/ppt/slides/slide1.xml" Id="R59202295d94749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f23ddb6000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d1a268311a468d" /><Relationship Type="http://schemas.openxmlformats.org/officeDocument/2006/relationships/notesMaster" Target="/ppt/notesMasters/notesMaster1.xml" Id="R4af44f7336f1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d25828c3b40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2e34c5b9e42dc" /><Relationship Type="http://schemas.openxmlformats.org/officeDocument/2006/relationships/slideLayout" Target="/ppt/slideLayouts/slideLayout1.xml" Id="R8b0353b953ed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353b953ed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7c95b80164c77" /><Relationship Type="http://schemas.openxmlformats.org/officeDocument/2006/relationships/notesSlide" Target="/ppt/notesSlides/notesSlide1.xml" Id="R1996aa07b97c4a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AC7A5E1-0BD4-4D10-AF9C-743488F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C288FBC-840C-4A88-A089-D81EC89B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1D2BF0E-C56C-4FE8-BC05-57AA81A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157351D-9802-4251-B87F-BAE19B88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Cada magnitud exige su unidad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3E03AAAE-ED5E-4661-B628-77C83B5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6E375064-0CC5-4B87-A6DE-272A37D0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15716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B1110986-6F6C-4786-932F-B8E226E9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A76C008D-24B0-4B24-810C-EA1AF03D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36671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BF0BD1E3-2663-4472-8EFF-D500B00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Presión</a:t>
            </a:r>
          </a:p>
        </p:txBody>
      </p:sp>
      <p:sp>
        <p:nvSpPr>
          <p:cNvPr id="10" name="cell_1_body">
            <a:extLst xmlns:a="http://schemas.openxmlformats.org/drawingml/2006/main">
              <a:ext uri="{FF2B5EF4-FFF2-40B4-BE49-F238E27FC236}">
                <a16:creationId xmlns:a16="http://schemas.microsoft.com/office/drawing/2014/main" id="{722B8DFD-0733-4386-B550-30C40C7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</a:t>
            </a:r>
          </a:p>
        </p:txBody>
      </p:sp>
      <p:sp>
        <p:nvSpPr>
          <p:cNvPr id="11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83512E67-0162-4F0C-9DFB-DCFFABBE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17145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Fuerza</a:t>
            </a:r>
          </a:p>
        </p:txBody>
      </p:sp>
      <p:sp>
        <p:nvSpPr>
          <p:cNvPr id="12" name="cell_2_body">
            <a:extLst xmlns:a="http://schemas.openxmlformats.org/drawingml/2006/main">
              <a:ext uri="{FF2B5EF4-FFF2-40B4-BE49-F238E27FC236}">
                <a16:creationId xmlns:a16="http://schemas.microsoft.com/office/drawing/2014/main" id="{7B5A5C74-9379-4319-81E7-B04CA032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21621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</a:t>
            </a:r>
          </a:p>
        </p:txBody>
      </p:sp>
      <p:sp>
        <p:nvSpPr>
          <p:cNvPr id="13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BD66FE4F-B268-4A29-8529-312E91CC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Desplazamiento</a:t>
            </a:r>
          </a:p>
        </p:txBody>
      </p:sp>
      <p:sp>
        <p:nvSpPr>
          <p:cNvPr id="14" name="cell_3_body">
            <a:extLst xmlns:a="http://schemas.openxmlformats.org/drawingml/2006/main">
              <a:ext uri="{FF2B5EF4-FFF2-40B4-BE49-F238E27FC236}">
                <a16:creationId xmlns:a16="http://schemas.microsoft.com/office/drawing/2014/main" id="{A31CEC80-0B25-4C75-AA91-8BFB7D1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</a:t>
            </a:r>
          </a:p>
        </p:txBody>
      </p:sp>
      <p:sp>
        <p:nvSpPr>
          <p:cNvPr id="15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8811BC9E-7C44-46E4-B762-B0940E7F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8100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Potencial</a:t>
            </a:r>
          </a:p>
        </p:txBody>
      </p:sp>
      <p:sp>
        <p:nvSpPr>
          <p:cNvPr id="16" name="cell_4_body">
            <a:extLst xmlns:a="http://schemas.openxmlformats.org/drawingml/2006/main">
              <a:ext uri="{FF2B5EF4-FFF2-40B4-BE49-F238E27FC236}">
                <a16:creationId xmlns:a16="http://schemas.microsoft.com/office/drawing/2014/main" id="{234C33E8-FBC2-4567-A162-2B6077C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42576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 o mV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0729DEF-EB2D-4016-9EE9-01DA561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Clasificación de actividad; magnitudes distintas no son intercambiables.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475B923-664E-479D-8620-772174F5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509291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2026-08-10T18:35:49.5400000Z</dcterms:created>
  <dcterms:modified xsi:type="dcterms:W3CDTF">2026-08-10T18:35:49.5400000Z</dcterms:modified>
</coreProperties>
</file>