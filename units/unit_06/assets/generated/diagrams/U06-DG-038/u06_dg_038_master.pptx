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b88d49f1794e5f" /><Relationship Type="http://schemas.openxmlformats.org/officeDocument/2006/relationships/extended-properties" Target="/docProps/app.xml" Id="Red881c279b744fc2" /><Relationship Type="http://schemas.openxmlformats.org/officeDocument/2006/relationships/officeDocument" Target="/ppt/presentation.xml" Id="R34d56f9afa9747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1060fb98e24add"/>
  </p:sldMasterIdLst>
  <p:notesMasterIdLst>
    <p:notesMasterId xmlns:r="http://schemas.openxmlformats.org/officeDocument/2006/relationships" r:id="R1c00ec68313945ac"/>
  </p:notesMasterIdLst>
  <p:sldIdLst>
    <p:sldId xmlns:r="http://schemas.openxmlformats.org/officeDocument/2006/relationships" id="256" r:id="R5559685692564f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624999f38e4531" /><Relationship Type="http://schemas.openxmlformats.org/officeDocument/2006/relationships/slideMaster" Target="/ppt/slideMasters/slideMaster1.xml" Id="Re31060fb98e24add" /><Relationship Type="http://schemas.openxmlformats.org/officeDocument/2006/relationships/notesMaster" Target="/ppt/notesMasters/notesMaster1.xml" Id="R1c00ec68313945ac" /><Relationship Type="http://schemas.openxmlformats.org/officeDocument/2006/relationships/presProps" Target="/ppt/presProps.xml" Id="Rc0815089df2647e9" /><Relationship Type="http://schemas.openxmlformats.org/officeDocument/2006/relationships/tableStyles" Target="/ppt/tableStyles.xml" Id="Rf0f64b17387d4858" /><Relationship Type="http://schemas.openxmlformats.org/officeDocument/2006/relationships/slide" Target="/ppt/slides/slide1.xml" Id="R5559685692564f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2b90cb362c4b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f559af142a4c3b" /><Relationship Type="http://schemas.openxmlformats.org/officeDocument/2006/relationships/notesMaster" Target="/ppt/notesMasters/notesMaster1.xml" Id="Re7cb8cd4b16744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54e5e06704d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5e4512b4b44835" /><Relationship Type="http://schemas.openxmlformats.org/officeDocument/2006/relationships/slideLayout" Target="/ppt/slideLayouts/slideLayout1.xml" Id="Rfa2c6122f99f45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2c6122f99f45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ec066e102474a" /><Relationship Type="http://schemas.openxmlformats.org/officeDocument/2006/relationships/notesSlide" Target="/ppt/notesSlides/notesSlide1.xml" Id="Rfc55bb6997f842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DBA425F5-847B-4541-86CA-91074804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687B473A-91E9-424B-B7DE-713B3CD7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C201D146-7154-4460-8F4C-ADED9265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BBD46082-D147-48B6-A921-F6655473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onda avanza mientras cada región oscila localmente</a:t>
            </a:r>
          </a:p>
        </p:txBody>
      </p:sp>
      <p:sp>
        <p:nvSpPr>
          <p:cNvPr id="5" name="frame_1_box">
            <a:extLst xmlns:a="http://schemas.openxmlformats.org/drawingml/2006/main">
              <a:ext uri="{FF2B5EF4-FFF2-40B4-BE49-F238E27FC236}">
                <a16:creationId xmlns:a16="http://schemas.microsoft.com/office/drawing/2014/main" id="{66CC1EB6-385C-4A92-94EC-32C962F7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478881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frame_2_box">
            <a:extLst xmlns:a="http://schemas.openxmlformats.org/drawingml/2006/main">
              <a:ext uri="{FF2B5EF4-FFF2-40B4-BE49-F238E27FC236}">
                <a16:creationId xmlns:a16="http://schemas.microsoft.com/office/drawing/2014/main" id="{7BE6A52B-2072-4130-92E1-E4F5D5FC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056" y="2095500"/>
            <a:ext cx="2478881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frame_3_box">
            <a:extLst xmlns:a="http://schemas.openxmlformats.org/drawingml/2006/main">
              <a:ext uri="{FF2B5EF4-FFF2-40B4-BE49-F238E27FC236}">
                <a16:creationId xmlns:a16="http://schemas.microsoft.com/office/drawing/2014/main" id="{D8945C7E-BA13-4937-B157-3CCCB88A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2095500"/>
            <a:ext cx="2478881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frame_4_box">
            <a:extLst xmlns:a="http://schemas.openxmlformats.org/drawingml/2006/main">
              <a:ext uri="{FF2B5EF4-FFF2-40B4-BE49-F238E27FC236}">
                <a16:creationId xmlns:a16="http://schemas.microsoft.com/office/drawing/2014/main" id="{079ACA85-E698-44B2-A448-01FB309A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069" y="2095500"/>
            <a:ext cx="2478881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tim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59931" y="33337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time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76937" y="3333750"/>
            <a:ext cx="238126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time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93944" y="33337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frame_1_title">
            <a:extLst xmlns:a="http://schemas.openxmlformats.org/drawingml/2006/main">
              <a:ext uri="{FF2B5EF4-FFF2-40B4-BE49-F238E27FC236}">
                <a16:creationId xmlns:a16="http://schemas.microsoft.com/office/drawing/2014/main" id="{4D368B32-6BC3-4C57-BDDB-15FD30C0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38375"/>
            <a:ext cx="209788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t₁</a:t>
            </a:r>
          </a:p>
        </p:txBody>
      </p:sp>
      <p:sp>
        <p:nvSpPr>
          <p:cNvPr id="13" name="frame_1_body">
            <a:extLst xmlns:a="http://schemas.openxmlformats.org/drawingml/2006/main">
              <a:ext uri="{FF2B5EF4-FFF2-40B4-BE49-F238E27FC236}">
                <a16:creationId xmlns:a16="http://schemas.microsoft.com/office/drawing/2014/main" id="{A5DAC708-52E1-4528-9864-6B35328E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097881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inicio en base</a:t>
            </a:r>
          </a:p>
        </p:txBody>
      </p:sp>
      <p:sp>
        <p:nvSpPr>
          <p:cNvPr id="14" name="frame_2_title">
            <a:extLst xmlns:a="http://schemas.openxmlformats.org/drawingml/2006/main">
              <a:ext uri="{FF2B5EF4-FFF2-40B4-BE49-F238E27FC236}">
                <a16:creationId xmlns:a16="http://schemas.microsoft.com/office/drawing/2014/main" id="{7A90A8CC-C092-438B-AAFB-AD0235E0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556" y="2238375"/>
            <a:ext cx="209788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t₂</a:t>
            </a:r>
          </a:p>
        </p:txBody>
      </p:sp>
      <p:sp>
        <p:nvSpPr>
          <p:cNvPr id="15" name="frame_2_body">
            <a:extLst xmlns:a="http://schemas.openxmlformats.org/drawingml/2006/main">
              <a:ext uri="{FF2B5EF4-FFF2-40B4-BE49-F238E27FC236}">
                <a16:creationId xmlns:a16="http://schemas.microsoft.com/office/drawing/2014/main" id="{F1416CAF-904C-4611-8759-128EC3C2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556" y="2686050"/>
            <a:ext cx="2097881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envolvente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crece</a:t>
            </a:r>
          </a:p>
        </p:txBody>
      </p:sp>
      <p:sp>
        <p:nvSpPr>
          <p:cNvPr id="16" name="frame_3_title">
            <a:extLst xmlns:a="http://schemas.openxmlformats.org/drawingml/2006/main">
              <a:ext uri="{FF2B5EF4-FFF2-40B4-BE49-F238E27FC236}">
                <a16:creationId xmlns:a16="http://schemas.microsoft.com/office/drawing/2014/main" id="{1F32F0EA-B672-41BB-B521-107A5BC5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2238375"/>
            <a:ext cx="209788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t₃</a:t>
            </a:r>
          </a:p>
        </p:txBody>
      </p:sp>
      <p:sp>
        <p:nvSpPr>
          <p:cNvPr id="17" name="frame_3_body">
            <a:extLst xmlns:a="http://schemas.openxmlformats.org/drawingml/2006/main">
              <a:ext uri="{FF2B5EF4-FFF2-40B4-BE49-F238E27FC236}">
                <a16:creationId xmlns:a16="http://schemas.microsoft.com/office/drawing/2014/main" id="{A057D63E-0781-4D6B-A0B0-999F07C8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2686050"/>
            <a:ext cx="2097881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máximo se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desplaza</a:t>
            </a:r>
          </a:p>
        </p:txBody>
      </p:sp>
      <p:sp>
        <p:nvSpPr>
          <p:cNvPr id="18" name="frame_4_title">
            <a:extLst xmlns:a="http://schemas.openxmlformats.org/drawingml/2006/main">
              <a:ext uri="{FF2B5EF4-FFF2-40B4-BE49-F238E27FC236}">
                <a16:creationId xmlns:a16="http://schemas.microsoft.com/office/drawing/2014/main" id="{DCD5726A-08D6-4BD2-A049-82EAC20C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569" y="2238375"/>
            <a:ext cx="209788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t₄</a:t>
            </a:r>
          </a:p>
        </p:txBody>
      </p:sp>
      <p:sp>
        <p:nvSpPr>
          <p:cNvPr id="19" name="frame_4_body">
            <a:extLst xmlns:a="http://schemas.openxmlformats.org/drawingml/2006/main">
              <a:ext uri="{FF2B5EF4-FFF2-40B4-BE49-F238E27FC236}">
                <a16:creationId xmlns:a16="http://schemas.microsoft.com/office/drawing/2014/main" id="{2DD31F96-ECF0-4BC4-AFD6-2499833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569" y="2686050"/>
            <a:ext cx="2097881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decae hacia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ápex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15060189-70F4-46E1-B618-403AA833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Secuencia estática; no implica circulación neta del fluido.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5F15DCE-2924-4B21-AEEE-2E5F8A7C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163856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2026-08-10T18:36:00.5290000Z</dcterms:created>
  <dcterms:modified xsi:type="dcterms:W3CDTF">2026-08-10T18:36:00.5290000Z</dcterms:modified>
</coreProperties>
</file>