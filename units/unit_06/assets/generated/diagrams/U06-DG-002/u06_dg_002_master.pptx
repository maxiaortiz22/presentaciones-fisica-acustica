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8a957fcfee4e51" /><Relationship Type="http://schemas.openxmlformats.org/officeDocument/2006/relationships/extended-properties" Target="/docProps/app.xml" Id="R81ea0e86858c455f" /><Relationship Type="http://schemas.openxmlformats.org/officeDocument/2006/relationships/officeDocument" Target="/ppt/presentation.xml" Id="Rb31bfabb752644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9a78f6d10455a"/>
  </p:sldMasterIdLst>
  <p:notesMasterIdLst>
    <p:notesMasterId xmlns:r="http://schemas.openxmlformats.org/officeDocument/2006/relationships" r:id="R3c3d1461803d4ee7"/>
  </p:notesMasterIdLst>
  <p:sldIdLst>
    <p:sldId xmlns:r="http://schemas.openxmlformats.org/officeDocument/2006/relationships" id="256" r:id="R6b40495903b8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2ef25912e4280" /><Relationship Type="http://schemas.openxmlformats.org/officeDocument/2006/relationships/slideMaster" Target="/ppt/slideMasters/slideMaster1.xml" Id="R80f9a78f6d10455a" /><Relationship Type="http://schemas.openxmlformats.org/officeDocument/2006/relationships/notesMaster" Target="/ppt/notesMasters/notesMaster1.xml" Id="R3c3d1461803d4ee7" /><Relationship Type="http://schemas.openxmlformats.org/officeDocument/2006/relationships/presProps" Target="/ppt/presProps.xml" Id="R17e95dfda66b4049" /><Relationship Type="http://schemas.openxmlformats.org/officeDocument/2006/relationships/tableStyles" Target="/ppt/tableStyles.xml" Id="R7ad12c4a32b14308" /><Relationship Type="http://schemas.openxmlformats.org/officeDocument/2006/relationships/slide" Target="/ppt/slides/slide1.xml" Id="R6b40495903b8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f28eac0df4a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10f3381474fa5" /><Relationship Type="http://schemas.openxmlformats.org/officeDocument/2006/relationships/notesMaster" Target="/ppt/notesMasters/notesMaster1.xml" Id="Raeb6d38bc1ee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3341903cc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8d0f1dbfe477b" /><Relationship Type="http://schemas.openxmlformats.org/officeDocument/2006/relationships/slideLayout" Target="/ppt/slideLayouts/slideLayout1.xml" Id="R62e1032374444d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1032374444d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16424a6a04e2b" /><Relationship Type="http://schemas.openxmlformats.org/officeDocument/2006/relationships/notesSlide" Target="/ppt/notesSlides/notesSlide1.xml" Id="R285c91f7d2564f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ED536ED-89E2-4004-9563-97D3883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FE62A65-8E23-4035-9B7F-779B895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2060507-C17C-4F9F-8BB6-9B45643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38014BE-A2DD-46C4-B15E-7CC6E93F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Cuatro preguntas previas convergen en la audición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9CD31DFF-6E28-41CE-9550-675BBCB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2DB2179E-C577-41E3-B0A2-2BF81F1C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50031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38352D15-CA32-4A1D-B3F3-8B7E4C3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619500"/>
            <a:ext cx="250031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7B50BDA7-7100-490E-8908-BD96456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19500"/>
            <a:ext cx="250031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50A160F0-E359-4D4B-A337-9E2F9A1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619500"/>
            <a:ext cx="250031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031207" y="2667000"/>
            <a:ext cx="4064794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741070" y="2667000"/>
            <a:ext cx="135493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667000"/>
            <a:ext cx="1354931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4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667000"/>
            <a:ext cx="406479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F835DCC3-05B1-4597-A796-C11BF5FA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Mecanismo auditivo</a:t>
            </a:r>
          </a:p>
        </p:txBody>
      </p:sp>
      <p:sp>
        <p:nvSpPr>
          <p:cNvPr id="15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E481DDC2-FD28-4EBA-8770-CC5BD986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integra U2–U5</a:t>
            </a:r>
          </a:p>
        </p:txBody>
      </p:sp>
      <p:sp>
        <p:nvSpPr>
          <p:cNvPr id="16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8BAC443A-ACED-490E-8F75-649983E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Presión p</a:t>
            </a:r>
          </a:p>
        </p:txBody>
      </p:sp>
      <p:sp>
        <p:nvSpPr>
          <p:cNvPr id="17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D02F64D9-54B7-4F3E-B437-CEBAE6F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211931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 cambia?</a:t>
            </a:r>
          </a:p>
        </p:txBody>
      </p:sp>
      <p:sp>
        <p:nvSpPr>
          <p:cNvPr id="18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915644E5-4E0A-4F5B-87AF-7198A2A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37623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Fuerza F</a:t>
            </a:r>
          </a:p>
        </p:txBody>
      </p:sp>
      <p:sp>
        <p:nvSpPr>
          <p:cNvPr id="19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3F18569E-3914-4320-AC59-D14CDF6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4210050"/>
            <a:ext cx="211931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 mueve?</a:t>
            </a:r>
          </a:p>
        </p:txBody>
      </p:sp>
      <p:sp>
        <p:nvSpPr>
          <p:cNvPr id="20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1DED3285-E323-4F29-90FE-EFF98FD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623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Frecuencia f</a:t>
            </a:r>
          </a:p>
        </p:txBody>
      </p:sp>
      <p:sp>
        <p:nvSpPr>
          <p:cNvPr id="21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5B4F5C96-24E7-4518-8F74-C640672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10050"/>
            <a:ext cx="211931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 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conserva?</a:t>
            </a:r>
          </a:p>
        </p:txBody>
      </p:sp>
      <p:sp>
        <p:nvSpPr>
          <p:cNvPr id="22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65EE5B16-005D-49C5-9B1E-A7D6A1B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762375"/>
            <a:ext cx="2119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Nivel en dB</a:t>
            </a:r>
          </a:p>
        </p:txBody>
      </p:sp>
      <p:sp>
        <p:nvSpPr>
          <p:cNvPr id="23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8A50EBB2-983E-4D42-927D-936D053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210050"/>
            <a:ext cx="211931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¿cómo 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expresa?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028A302-0832-4620-9793-B9022EC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6C8308F-536A-416A-87D3-70471AF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233628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2026-08-10T18:35:49.0460000Z</dcterms:created>
  <dcterms:modified xsi:type="dcterms:W3CDTF">2026-08-10T18:35:49.0460000Z</dcterms:modified>
</coreProperties>
</file>