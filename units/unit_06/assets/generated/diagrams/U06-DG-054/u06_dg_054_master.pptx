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324251760428a" /><Relationship Type="http://schemas.openxmlformats.org/officeDocument/2006/relationships/extended-properties" Target="/docProps/app.xml" Id="R4b7b94eeba624eb9" /><Relationship Type="http://schemas.openxmlformats.org/officeDocument/2006/relationships/officeDocument" Target="/ppt/presentation.xml" Id="Rf94562c90eaa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5991fdce84b0e"/>
  </p:sldMasterIdLst>
  <p:notesMasterIdLst>
    <p:notesMasterId xmlns:r="http://schemas.openxmlformats.org/officeDocument/2006/relationships" r:id="R600ea3820d5d4a08"/>
  </p:notesMasterIdLst>
  <p:sldIdLst>
    <p:sldId xmlns:r="http://schemas.openxmlformats.org/officeDocument/2006/relationships" id="256" r:id="Rb5a12d32dc9e4e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58fc378624005" /><Relationship Type="http://schemas.openxmlformats.org/officeDocument/2006/relationships/slideMaster" Target="/ppt/slideMasters/slideMaster1.xml" Id="R06b5991fdce84b0e" /><Relationship Type="http://schemas.openxmlformats.org/officeDocument/2006/relationships/notesMaster" Target="/ppt/notesMasters/notesMaster1.xml" Id="R600ea3820d5d4a08" /><Relationship Type="http://schemas.openxmlformats.org/officeDocument/2006/relationships/presProps" Target="/ppt/presProps.xml" Id="R6d625b42030443c6" /><Relationship Type="http://schemas.openxmlformats.org/officeDocument/2006/relationships/tableStyles" Target="/ppt/tableStyles.xml" Id="Rcea031d87322474e" /><Relationship Type="http://schemas.openxmlformats.org/officeDocument/2006/relationships/slide" Target="/ppt/slides/slide1.xml" Id="Rb5a12d32dc9e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dfa0a6367d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d350b8866471a" /><Relationship Type="http://schemas.openxmlformats.org/officeDocument/2006/relationships/notesMaster" Target="/ppt/notesMasters/notesMaster1.xml" Id="R65a0ccc01a1f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7acd0c40a4d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a3657b10c45bd" /><Relationship Type="http://schemas.openxmlformats.org/officeDocument/2006/relationships/slideLayout" Target="/ppt/slideLayouts/slideLayout1.xml" Id="R747781c190564c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781c190564c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4048275004733" /><Relationship Type="http://schemas.openxmlformats.org/officeDocument/2006/relationships/notesSlide" Target="/ppt/notesSlides/notesSlide1.xml" Id="R83ac8e5dbd7345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2861F45-DD9D-42DB-9210-01BFED30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151517D-7F0B-4725-ABCB-4F9BEDB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796D735-E8C6-4096-8854-D7DE73DB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40FC409-F82C-4AA5-86F3-63AB7CD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despolarización activa la sinapsis aferente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D6D3ED1F-5727-4B0F-9825-59198F5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A008A006-D8CD-40E3-B0CB-A8C38A0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078A1DFA-2CFF-44B0-88A4-C223535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5515CB6C-083E-40C8-9F31-BBF2CAD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DC2CCAAA-2FFD-46D5-BF0E-5B06BDAF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Célula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5E754B30-DFAC-4B98-8841-D287C4C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despolariza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A0E66F5C-F817-4956-997E-2F07E5D2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Ca²⁺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15710834-AAB0-4A74-B56F-C4BAF030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zona basal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E5877334-7102-4658-8DAD-75A3A4C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Glutamato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C0CE585D-B55E-40F4-BD1E-7AB8D8F9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liberación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250B7961-9FB4-4B13-8AB4-44872A9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Fibra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aferente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94C2861C-1E6C-4811-87E1-BE4292E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neural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688B8CB-8AE5-458A-9736-DB0F5A0D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E6D23A2-DB5D-4731-B405-38D692E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912466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2026-08-10T18:36:06.4350000Z</dcterms:created>
  <dcterms:modified xsi:type="dcterms:W3CDTF">2026-08-10T18:36:06.4350000Z</dcterms:modified>
</coreProperties>
</file>