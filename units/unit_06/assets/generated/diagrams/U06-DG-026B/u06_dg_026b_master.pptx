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b6cd207ee4f90" /><Relationship Type="http://schemas.openxmlformats.org/officeDocument/2006/relationships/extended-properties" Target="/docProps/app.xml" Id="Rbfba7fd957fb40d5" /><Relationship Type="http://schemas.openxmlformats.org/officeDocument/2006/relationships/officeDocument" Target="/ppt/presentation.xml" Id="R2979ccdcecd1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12dbb642f54191"/>
  </p:sldMasterIdLst>
  <p:notesMasterIdLst>
    <p:notesMasterId xmlns:r="http://schemas.openxmlformats.org/officeDocument/2006/relationships" r:id="R0006aaa8dc054887"/>
  </p:notesMasterIdLst>
  <p:sldIdLst>
    <p:sldId xmlns:r="http://schemas.openxmlformats.org/officeDocument/2006/relationships" id="256" r:id="R840ece7b850f44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18bbd2fc94d5f" /><Relationship Type="http://schemas.openxmlformats.org/officeDocument/2006/relationships/slideMaster" Target="/ppt/slideMasters/slideMaster1.xml" Id="R1212dbb642f54191" /><Relationship Type="http://schemas.openxmlformats.org/officeDocument/2006/relationships/notesMaster" Target="/ppt/notesMasters/notesMaster1.xml" Id="R0006aaa8dc054887" /><Relationship Type="http://schemas.openxmlformats.org/officeDocument/2006/relationships/presProps" Target="/ppt/presProps.xml" Id="Rf47258d7029342b7" /><Relationship Type="http://schemas.openxmlformats.org/officeDocument/2006/relationships/tableStyles" Target="/ppt/tableStyles.xml" Id="Rf6659acb413c482d" /><Relationship Type="http://schemas.openxmlformats.org/officeDocument/2006/relationships/slide" Target="/ppt/slides/slide1.xml" Id="R840ece7b850f44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2aa2e1590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00f0210b7456d" /><Relationship Type="http://schemas.openxmlformats.org/officeDocument/2006/relationships/notesMaster" Target="/ppt/notesMasters/notesMaster1.xml" Id="Rbda62b3e1bdc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4ce5c88f6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b945f42974bde" /><Relationship Type="http://schemas.openxmlformats.org/officeDocument/2006/relationships/slideLayout" Target="/ppt/slideLayouts/slideLayout1.xml" Id="Rea1ed8409b3b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ed8409b3b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0a13a01a5453b" /><Relationship Type="http://schemas.openxmlformats.org/officeDocument/2006/relationships/notesSlide" Target="/ppt/notesSlides/notesSlide1.xml" Id="Rc167b2e1d1b94c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9FC290F-F12D-47CF-A632-4DBF2AB8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19DD4E9-1E46-40B1-878C-84447A5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1B0A192-B30D-4CC7-A042-CBA8BB2C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E97677B-2D42-4910-9FCB-E367E3D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Cinco mecanismos pueden coexistir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6A4DB26C-EBB6-4C52-8CB1-7C239EB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C627C04A-F55E-4FB9-895F-01AF34C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CB647254-086D-4579-B147-2E2A09DB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0142A8C5-48AF-4571-854D-3A3786B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886E739A-1849-4AE9-A001-C872275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24E5FEED-B64E-437A-9242-01E2C0E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A386A3A7-45B2-4818-B2A9-0F770B2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Radiación al CAE</a:t>
            </a:r>
          </a:p>
        </p:txBody>
      </p:sp>
      <p:sp>
        <p:nvSpPr>
          <p:cNvPr id="12" name="cell_1_body">
            <a:extLst xmlns:a="http://schemas.openxmlformats.org/drawingml/2006/main">
              <a:ext uri="{FF2B5EF4-FFF2-40B4-BE49-F238E27FC236}">
                <a16:creationId xmlns:a16="http://schemas.microsoft.com/office/drawing/2014/main" id="{51B8B0E8-5C24-4645-8FC4-2417C9C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pared → aire</a:t>
            </a:r>
          </a:p>
        </p:txBody>
      </p:sp>
      <p:sp>
        <p:nvSpPr>
          <p:cNvPr id="13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E590F11E-8F92-4A33-B218-3B4D3B2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17145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Inercia osicular</a:t>
            </a:r>
          </a:p>
        </p:txBody>
      </p:sp>
      <p:sp>
        <p:nvSpPr>
          <p:cNvPr id="14" name="cell_2_body">
            <a:extLst xmlns:a="http://schemas.openxmlformats.org/drawingml/2006/main">
              <a:ext uri="{FF2B5EF4-FFF2-40B4-BE49-F238E27FC236}">
                <a16:creationId xmlns:a16="http://schemas.microsoft.com/office/drawing/2014/main" id="{EA547AD1-94BE-4F2A-B1CA-509FDEB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21621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movimiento relativo</a:t>
            </a:r>
          </a:p>
        </p:txBody>
      </p:sp>
      <p:sp>
        <p:nvSpPr>
          <p:cNvPr id="15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FD145B02-B055-4B7E-9FC6-B9D9184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714500"/>
            <a:ext cx="2940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Inercia de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fluidos</a:t>
            </a:r>
          </a:p>
        </p:txBody>
      </p:sp>
      <p:sp>
        <p:nvSpPr>
          <p:cNvPr id="16" name="cell_3_body">
            <a:extLst xmlns:a="http://schemas.openxmlformats.org/drawingml/2006/main">
              <a:ext uri="{FF2B5EF4-FFF2-40B4-BE49-F238E27FC236}">
                <a16:creationId xmlns:a16="http://schemas.microsoft.com/office/drawing/2014/main" id="{A470A22C-A64A-4DF9-AB70-BA3A742E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486025"/>
            <a:ext cx="2940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movimiento relativo</a:t>
            </a:r>
          </a:p>
        </p:txBody>
      </p:sp>
      <p:sp>
        <p:nvSpPr>
          <p:cNvPr id="17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568EDE66-A8EA-47B7-AD10-63CFDC0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940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Deformación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coclear</a:t>
            </a:r>
          </a:p>
        </p:txBody>
      </p:sp>
      <p:sp>
        <p:nvSpPr>
          <p:cNvPr id="18" name="cell_4_body">
            <a:extLst xmlns:a="http://schemas.openxmlformats.org/drawingml/2006/main">
              <a:ext uri="{FF2B5EF4-FFF2-40B4-BE49-F238E27FC236}">
                <a16:creationId xmlns:a16="http://schemas.microsoft.com/office/drawing/2014/main" id="{8F44FDF1-085F-4353-BB79-4C311A5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81525"/>
            <a:ext cx="2940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19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356CA8F2-7D2C-4377-BB20-B2118F8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38100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Tejidos blandos</a:t>
            </a:r>
          </a:p>
        </p:txBody>
      </p:sp>
      <p:sp>
        <p:nvSpPr>
          <p:cNvPr id="20" name="cell_5_body">
            <a:extLst xmlns:a="http://schemas.openxmlformats.org/drawingml/2006/main">
              <a:ext uri="{FF2B5EF4-FFF2-40B4-BE49-F238E27FC236}">
                <a16:creationId xmlns:a16="http://schemas.microsoft.com/office/drawing/2014/main" id="{F9E33BF1-1488-455C-AE0D-21BF290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42576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transmisión</a:t>
            </a:r>
          </a:p>
        </p:txBody>
      </p:sp>
      <p:sp>
        <p:nvSpPr>
          <p:cNvPr id="21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8B5D1582-74CE-4C84-B75A-156AB89D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8100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 coclear</a:t>
            </a:r>
          </a:p>
        </p:txBody>
      </p:sp>
      <p:sp>
        <p:nvSpPr>
          <p:cNvPr id="22" name="cell_6_body">
            <a:extLst xmlns:a="http://schemas.openxmlformats.org/drawingml/2006/main">
              <a:ext uri="{FF2B5EF4-FFF2-40B4-BE49-F238E27FC236}">
                <a16:creationId xmlns:a16="http://schemas.microsoft.com/office/drawing/2014/main" id="{36EDE113-9500-419F-9F8F-59F5121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2576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suma condicionada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AC733C9-194B-4D2D-A05E-D1C20A8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DAD1429-4B25-4E15-A3A1-F79D7702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840361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2026-08-10T18:35:57.5830000Z</dcterms:created>
  <dcterms:modified xsi:type="dcterms:W3CDTF">2026-08-10T18:35:57.5830000Z</dcterms:modified>
</coreProperties>
</file>