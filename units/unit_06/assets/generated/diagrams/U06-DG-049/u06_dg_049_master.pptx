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901edcc1814cc9" /><Relationship Type="http://schemas.openxmlformats.org/officeDocument/2006/relationships/extended-properties" Target="/docProps/app.xml" Id="Rcd8a7f84cd59490f" /><Relationship Type="http://schemas.openxmlformats.org/officeDocument/2006/relationships/officeDocument" Target="/ppt/presentation.xml" Id="Rf21946aba1bc4a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46750862e749d5"/>
  </p:sldMasterIdLst>
  <p:notesMasterIdLst>
    <p:notesMasterId xmlns:r="http://schemas.openxmlformats.org/officeDocument/2006/relationships" r:id="R5d70ca5d87b145fe"/>
  </p:notesMasterIdLst>
  <p:sldIdLst>
    <p:sldId xmlns:r="http://schemas.openxmlformats.org/officeDocument/2006/relationships" id="256" r:id="Ra35ee96f5c014b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3164ed134c4e49" /><Relationship Type="http://schemas.openxmlformats.org/officeDocument/2006/relationships/slideMaster" Target="/ppt/slideMasters/slideMaster1.xml" Id="R8146750862e749d5" /><Relationship Type="http://schemas.openxmlformats.org/officeDocument/2006/relationships/notesMaster" Target="/ppt/notesMasters/notesMaster1.xml" Id="R5d70ca5d87b145fe" /><Relationship Type="http://schemas.openxmlformats.org/officeDocument/2006/relationships/presProps" Target="/ppt/presProps.xml" Id="R591df8402cf4404e" /><Relationship Type="http://schemas.openxmlformats.org/officeDocument/2006/relationships/tableStyles" Target="/ppt/tableStyles.xml" Id="R3a3ccd7268f34241" /><Relationship Type="http://schemas.openxmlformats.org/officeDocument/2006/relationships/slide" Target="/ppt/slides/slide1.xml" Id="Ra35ee96f5c014b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876da5128246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2c1da9030941ca" /><Relationship Type="http://schemas.openxmlformats.org/officeDocument/2006/relationships/notesMaster" Target="/ppt/notesMasters/notesMaster1.xml" Id="Rd81280ac3a2940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c09b5752a41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b52f6e77ea4430" /><Relationship Type="http://schemas.openxmlformats.org/officeDocument/2006/relationships/slideLayout" Target="/ppt/slideLayouts/slideLayout1.xml" Id="R07151e704bfa4b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151e704bfa4b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be3d3038040f3" /><Relationship Type="http://schemas.openxmlformats.org/officeDocument/2006/relationships/notesSlide" Target="/ppt/notesSlides/notesSlide1.xml" Id="R8bc8c1f419a942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8A551301-8EE4-47DC-97D8-670023EC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4997D998-C69E-4A90-9012-6C1E66E6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AAB0F7EF-5640-4B23-BE54-B56FFE73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1C3FE79D-9728-40B1-9CF6-10BF97D3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El potencial endococlear exige una referencia</a:t>
            </a:r>
          </a:p>
        </p:txBody>
      </p:sp>
      <p:sp>
        <p:nvSpPr>
          <p:cNvPr id="5" name="layer_1_box">
            <a:extLst xmlns:a="http://schemas.openxmlformats.org/drawingml/2006/main">
              <a:ext uri="{FF2B5EF4-FFF2-40B4-BE49-F238E27FC236}">
                <a16:creationId xmlns:a16="http://schemas.microsoft.com/office/drawing/2014/main" id="{7906C920-6773-4EE7-B375-9FA1DB6F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76350"/>
            <a:ext cx="8763000" cy="1384300"/>
          </a:xfrm>
          <a:prstGeom xmlns:a="http://schemas.openxmlformats.org/drawingml/2006/main" prst="roundRect">
            <a:avLst>
              <a:gd name="adj" fmla="val 688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layer_2_box">
            <a:extLst xmlns:a="http://schemas.openxmlformats.org/drawingml/2006/main">
              <a:ext uri="{FF2B5EF4-FFF2-40B4-BE49-F238E27FC236}">
                <a16:creationId xmlns:a16="http://schemas.microsoft.com/office/drawing/2014/main" id="{32E99808-2407-4830-B5C2-9A01F271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55900"/>
            <a:ext cx="8763000" cy="1384300"/>
          </a:xfrm>
          <a:prstGeom xmlns:a="http://schemas.openxmlformats.org/drawingml/2006/main" prst="roundRect">
            <a:avLst>
              <a:gd name="adj" fmla="val 688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layer_3_box">
            <a:extLst xmlns:a="http://schemas.openxmlformats.org/drawingml/2006/main">
              <a:ext uri="{FF2B5EF4-FFF2-40B4-BE49-F238E27FC236}">
                <a16:creationId xmlns:a16="http://schemas.microsoft.com/office/drawing/2014/main" id="{747881DF-58B0-4EFF-890F-A43987F2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35450"/>
            <a:ext cx="8763000" cy="1384300"/>
          </a:xfrm>
          <a:prstGeom xmlns:a="http://schemas.openxmlformats.org/drawingml/2006/main" prst="roundRect">
            <a:avLst>
              <a:gd name="adj" fmla="val 688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layer_1_title">
            <a:extLst xmlns:a="http://schemas.openxmlformats.org/drawingml/2006/main">
              <a:ext uri="{FF2B5EF4-FFF2-40B4-BE49-F238E27FC236}">
                <a16:creationId xmlns:a16="http://schemas.microsoft.com/office/drawing/2014/main" id="{AB516B41-3FB7-492F-BB9B-04BCEC37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19225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Endolinfa</a:t>
            </a:r>
          </a:p>
        </p:txBody>
      </p:sp>
      <p:sp>
        <p:nvSpPr>
          <p:cNvPr id="9" name="layer_1_body">
            <a:extLst xmlns:a="http://schemas.openxmlformats.org/drawingml/2006/main">
              <a:ext uri="{FF2B5EF4-FFF2-40B4-BE49-F238E27FC236}">
                <a16:creationId xmlns:a16="http://schemas.microsoft.com/office/drawing/2014/main" id="{9C0F4905-7F07-47DF-95DC-445490A2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66900"/>
            <a:ext cx="8382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positiva respecto de V_ref</a:t>
            </a:r>
          </a:p>
        </p:txBody>
      </p:sp>
      <p:sp>
        <p:nvSpPr>
          <p:cNvPr id="10" name="layer_2_title">
            <a:extLst xmlns:a="http://schemas.openxmlformats.org/drawingml/2006/main">
              <a:ext uri="{FF2B5EF4-FFF2-40B4-BE49-F238E27FC236}">
                <a16:creationId xmlns:a16="http://schemas.microsoft.com/office/drawing/2014/main" id="{FF2A632D-4963-4E05-9330-503C2013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98775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Célula ciliada</a:t>
            </a:r>
          </a:p>
        </p:txBody>
      </p:sp>
      <p:sp>
        <p:nvSpPr>
          <p:cNvPr id="11" name="layer_2_body">
            <a:extLst xmlns:a="http://schemas.openxmlformats.org/drawingml/2006/main">
              <a:ext uri="{FF2B5EF4-FFF2-40B4-BE49-F238E27FC236}">
                <a16:creationId xmlns:a16="http://schemas.microsoft.com/office/drawing/2014/main" id="{4CC60813-9740-4DDD-9AD3-B8F8F84B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46450"/>
            <a:ext cx="8382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interior celular</a:t>
            </a:r>
          </a:p>
        </p:txBody>
      </p:sp>
      <p:sp>
        <p:nvSpPr>
          <p:cNvPr id="12" name="layer_3_title">
            <a:extLst xmlns:a="http://schemas.openxmlformats.org/drawingml/2006/main">
              <a:ext uri="{FF2B5EF4-FFF2-40B4-BE49-F238E27FC236}">
                <a16:creationId xmlns:a16="http://schemas.microsoft.com/office/drawing/2014/main" id="{F7128E10-62B9-4DFB-8170-5AB9A39F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78325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Perilinfa / referencia</a:t>
            </a:r>
          </a:p>
        </p:txBody>
      </p:sp>
      <p:sp>
        <p:nvSpPr>
          <p:cNvPr id="13" name="layer_3_body">
            <a:extLst xmlns:a="http://schemas.openxmlformats.org/drawingml/2006/main">
              <a:ext uri="{FF2B5EF4-FFF2-40B4-BE49-F238E27FC236}">
                <a16:creationId xmlns:a16="http://schemas.microsoft.com/office/drawing/2014/main" id="{FCE51E44-27CD-4ECE-81F1-E1B0503F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26000"/>
            <a:ext cx="8382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V_ref</a:t>
            </a:r>
          </a:p>
        </p:txBody>
      </p:sp>
      <p:sp>
        <p:nvSpPr>
          <p:cNvPr id="14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5AE61785-35B6-4C67-8407-3DE6F7F3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V_endolinfa − V_ref: relación cualitativa; sin cifra universal.</a:t>
            </a:r>
          </a:p>
        </p:txBody>
      </p:sp>
      <p:sp>
        <p:nvSpPr>
          <p:cNvPr id="15" name="source_note">
            <a:extLst xmlns:a="http://schemas.openxmlformats.org/drawingml/2006/main">
              <a:ext uri="{FF2B5EF4-FFF2-40B4-BE49-F238E27FC236}">
                <a16:creationId xmlns:a16="http://schemas.microsoft.com/office/drawing/2014/main" id="{B3D4FEDE-9C1B-4A6B-ADC9-60BCC5D4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819378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2026-08-10T18:36:04.6860000Z</dcterms:created>
  <dcterms:modified xsi:type="dcterms:W3CDTF">2026-08-10T18:36:04.6860000Z</dcterms:modified>
</coreProperties>
</file>