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e7af5ff03243dc" /><Relationship Type="http://schemas.openxmlformats.org/officeDocument/2006/relationships/extended-properties" Target="/docProps/app.xml" Id="R9db2ef3a27e94854" /><Relationship Type="http://schemas.openxmlformats.org/officeDocument/2006/relationships/officeDocument" Target="/ppt/presentation.xml" Id="R74af8633b3374b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756e7c18ad444c"/>
  </p:sldMasterIdLst>
  <p:notesMasterIdLst>
    <p:notesMasterId xmlns:r="http://schemas.openxmlformats.org/officeDocument/2006/relationships" r:id="Ra9a8deca733f430d"/>
  </p:notesMasterIdLst>
  <p:sldIdLst>
    <p:sldId xmlns:r="http://schemas.openxmlformats.org/officeDocument/2006/relationships" id="256" r:id="R0918b599a03e4c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ebc7c6a85041fa" /><Relationship Type="http://schemas.openxmlformats.org/officeDocument/2006/relationships/slideMaster" Target="/ppt/slideMasters/slideMaster1.xml" Id="R07756e7c18ad444c" /><Relationship Type="http://schemas.openxmlformats.org/officeDocument/2006/relationships/notesMaster" Target="/ppt/notesMasters/notesMaster1.xml" Id="Ra9a8deca733f430d" /><Relationship Type="http://schemas.openxmlformats.org/officeDocument/2006/relationships/presProps" Target="/ppt/presProps.xml" Id="Rdfa133c40c05412d" /><Relationship Type="http://schemas.openxmlformats.org/officeDocument/2006/relationships/tableStyles" Target="/ppt/tableStyles.xml" Id="Rad5a3a5450e34fac" /><Relationship Type="http://schemas.openxmlformats.org/officeDocument/2006/relationships/slide" Target="/ppt/slides/slide1.xml" Id="R0918b599a03e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f72cf50e8747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976057b959493b" /><Relationship Type="http://schemas.openxmlformats.org/officeDocument/2006/relationships/notesMaster" Target="/ppt/notesMasters/notesMaster1.xml" Id="Reab4f424be1d47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f1ae1a7f44c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56b54e30ff4431" /><Relationship Type="http://schemas.openxmlformats.org/officeDocument/2006/relationships/slideLayout" Target="/ppt/slideLayouts/slideLayout1.xml" Id="R560b1f985e0948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0b1f985e0948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cc47f55854eb9" /><Relationship Type="http://schemas.openxmlformats.org/officeDocument/2006/relationships/notesSlide" Target="/ppt/notesSlides/notesSlide1.xml" Id="R0932a2b109d64d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21E12A9-78AD-4D63-8561-D60CCF4C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458303C-E9B5-4E45-8C3D-8974DA93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F757979-9C3F-4DE6-BF62-A5A166D0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6A5BF89-DADA-4398-851E-F16D7D9D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Presión acústica y presión estática cambian en escalas distintas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026CBD5F-789A-451E-820C-D89BBD50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CF16F7AE-552C-4DC6-8F17-04941503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9B41CA8C-E111-4DC3-9E22-39F1A22D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Presión acústica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A453CCCB-C304-479A-A436-E71159A9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oscila alrededor del equilibrio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variación rápida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5B0FDA47-D11A-47FB-9306-AC85CDA2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Presión estática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D3F84645-9182-453F-9C56-A4C68079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desplaza el equilibrio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variación lenta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9011902-D447-4EA8-A7B0-BA1CDB42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Escalas temporales cualitativas; sin cifras universales.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2151BA0-727F-46EB-94CF-60ADCFEF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399000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2026-08-10T18:35:53.3250000Z</dcterms:created>
  <dcterms:modified xsi:type="dcterms:W3CDTF">2026-08-10T18:35:53.3250000Z</dcterms:modified>
</coreProperties>
</file>