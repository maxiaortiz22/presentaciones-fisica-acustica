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b59f65f6d04f32" /><Relationship Type="http://schemas.openxmlformats.org/officeDocument/2006/relationships/extended-properties" Target="/docProps/app.xml" Id="R4443840c465944e4" /><Relationship Type="http://schemas.openxmlformats.org/officeDocument/2006/relationships/officeDocument" Target="/ppt/presentation.xml" Id="Rf380e70bd7074b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5d94c6fd5a4c64"/>
  </p:sldMasterIdLst>
  <p:notesMasterIdLst>
    <p:notesMasterId xmlns:r="http://schemas.openxmlformats.org/officeDocument/2006/relationships" r:id="R99cb29382328476e"/>
  </p:notesMasterIdLst>
  <p:sldIdLst>
    <p:sldId xmlns:r="http://schemas.openxmlformats.org/officeDocument/2006/relationships" id="256" r:id="R2ac04b953d9b44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5c38a6586b40c4" /><Relationship Type="http://schemas.openxmlformats.org/officeDocument/2006/relationships/slideMaster" Target="/ppt/slideMasters/slideMaster1.xml" Id="R8b5d94c6fd5a4c64" /><Relationship Type="http://schemas.openxmlformats.org/officeDocument/2006/relationships/notesMaster" Target="/ppt/notesMasters/notesMaster1.xml" Id="R99cb29382328476e" /><Relationship Type="http://schemas.openxmlformats.org/officeDocument/2006/relationships/presProps" Target="/ppt/presProps.xml" Id="R6e353ca7522e402e" /><Relationship Type="http://schemas.openxmlformats.org/officeDocument/2006/relationships/tableStyles" Target="/ppt/tableStyles.xml" Id="R1be19fec703740e0" /><Relationship Type="http://schemas.openxmlformats.org/officeDocument/2006/relationships/slide" Target="/ppt/slides/slide1.xml" Id="R2ac04b953d9b44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dc6b2791f342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4c00b6c4d24799" /><Relationship Type="http://schemas.openxmlformats.org/officeDocument/2006/relationships/notesMaster" Target="/ppt/notesMasters/notesMaster1.xml" Id="Ra5e6e46d876d4f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98de6dc614d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0970e756aa4df6" /><Relationship Type="http://schemas.openxmlformats.org/officeDocument/2006/relationships/slideLayout" Target="/ppt/slideLayouts/slideLayout1.xml" Id="Ra5baef4dd13f45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baef4dd13f45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4fc5e4b5e4d46" /><Relationship Type="http://schemas.openxmlformats.org/officeDocument/2006/relationships/notesSlide" Target="/ppt/notesSlides/notesSlide1.xml" Id="R723fb9377fc749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82FF1617-16FD-4DF0-8B1F-B62D1BBF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31AE473F-C123-4144-89A6-A5F75244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F9B32494-49FF-42E8-A3A9-33D525CB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5F4CA052-ACF1-4CF4-8701-0E223DE9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tensión cambia la probabilidad de apertura</a:t>
            </a:r>
          </a:p>
        </p:txBody>
      </p:sp>
      <p:sp>
        <p:nvSpPr>
          <p:cNvPr id="5" name="panel_left_box">
            <a:extLst xmlns:a="http://schemas.openxmlformats.org/drawingml/2006/main">
              <a:ext uri="{FF2B5EF4-FFF2-40B4-BE49-F238E27FC236}">
                <a16:creationId xmlns:a16="http://schemas.microsoft.com/office/drawing/2014/main" id="{85A1A670-F3CC-4F4C-B716-B7FD5000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panel_right_box">
            <a:extLst xmlns:a="http://schemas.openxmlformats.org/drawingml/2006/main">
              <a:ext uri="{FF2B5EF4-FFF2-40B4-BE49-F238E27FC236}">
                <a16:creationId xmlns:a16="http://schemas.microsoft.com/office/drawing/2014/main" id="{1015394E-EE8D-4506-988D-1E716EFB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panel_left_title">
            <a:extLst xmlns:a="http://schemas.openxmlformats.org/drawingml/2006/main">
              <a:ext uri="{FF2B5EF4-FFF2-40B4-BE49-F238E27FC236}">
                <a16:creationId xmlns:a16="http://schemas.microsoft.com/office/drawing/2014/main" id="{0393D6D1-EA51-4F5F-9385-95DAFCF7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Menor tensión</a:t>
            </a:r>
          </a:p>
        </p:txBody>
      </p:sp>
      <p:sp>
        <p:nvSpPr>
          <p:cNvPr id="8" name="panel_left_body">
            <a:extLst xmlns:a="http://schemas.openxmlformats.org/drawingml/2006/main">
              <a:ext uri="{FF2B5EF4-FFF2-40B4-BE49-F238E27FC236}">
                <a16:creationId xmlns:a16="http://schemas.microsoft.com/office/drawing/2014/main" id="{65C59EF1-2B18-4D4D-9224-EFA2B8CD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probabilidad menor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corriente K⁺ menor</a:t>
            </a:r>
          </a:p>
        </p:txBody>
      </p:sp>
      <p:sp>
        <p:nvSpPr>
          <p:cNvPr id="9" name="panel_right_title">
            <a:extLst xmlns:a="http://schemas.openxmlformats.org/drawingml/2006/main">
              <a:ext uri="{FF2B5EF4-FFF2-40B4-BE49-F238E27FC236}">
                <a16:creationId xmlns:a16="http://schemas.microsoft.com/office/drawing/2014/main" id="{4C43623F-C6AC-401C-B58A-2141F5EE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Mayor tensión</a:t>
            </a:r>
          </a:p>
        </p:txBody>
      </p:sp>
      <p:sp>
        <p:nvSpPr>
          <p:cNvPr id="10" name="panel_right_body">
            <a:extLst xmlns:a="http://schemas.openxmlformats.org/drawingml/2006/main">
              <a:ext uri="{FF2B5EF4-FFF2-40B4-BE49-F238E27FC236}">
                <a16:creationId xmlns:a16="http://schemas.microsoft.com/office/drawing/2014/main" id="{BD61BE03-117B-453B-BCA7-8E092C05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probabilidad mayor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entrada de K⁺ mayor</a:t>
            </a:r>
          </a:p>
        </p:txBody>
      </p:sp>
      <p:sp>
        <p:nvSpPr>
          <p:cNvPr id="1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BA26EB5D-46FF-4DE2-8B16-0879DD47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Estados probabilísticos; no son un interruptor binario ni usan ecuación de Nernst.</a:t>
            </a:r>
          </a:p>
        </p:txBody>
      </p:sp>
      <p:sp>
        <p:nvSpPr>
          <p:cNvPr id="1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73DF38A0-2DD4-4DCD-90D9-0AF65F1A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5480131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2026-08-10T18:36:06.0490000Z</dcterms:created>
  <dcterms:modified xsi:type="dcterms:W3CDTF">2026-08-10T18:36:06.0490000Z</dcterms:modified>
</coreProperties>
</file>