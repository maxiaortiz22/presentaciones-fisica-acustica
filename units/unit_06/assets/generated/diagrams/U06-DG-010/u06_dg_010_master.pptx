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499b306ef4c05" /><Relationship Type="http://schemas.openxmlformats.org/officeDocument/2006/relationships/extended-properties" Target="/docProps/app.xml" Id="R8bdd1586a96f40a0" /><Relationship Type="http://schemas.openxmlformats.org/officeDocument/2006/relationships/officeDocument" Target="/ppt/presentation.xml" Id="Rf0c7e7caac1546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10081b8df34a49"/>
  </p:sldMasterIdLst>
  <p:notesMasterIdLst>
    <p:notesMasterId xmlns:r="http://schemas.openxmlformats.org/officeDocument/2006/relationships" r:id="R9a32295368974c0e"/>
  </p:notesMasterIdLst>
  <p:sldIdLst>
    <p:sldId xmlns:r="http://schemas.openxmlformats.org/officeDocument/2006/relationships" id="256" r:id="Reece4b69219840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8b44087af642a7" /><Relationship Type="http://schemas.openxmlformats.org/officeDocument/2006/relationships/slideMaster" Target="/ppt/slideMasters/slideMaster1.xml" Id="Ra510081b8df34a49" /><Relationship Type="http://schemas.openxmlformats.org/officeDocument/2006/relationships/notesMaster" Target="/ppt/notesMasters/notesMaster1.xml" Id="R9a32295368974c0e" /><Relationship Type="http://schemas.openxmlformats.org/officeDocument/2006/relationships/presProps" Target="/ppt/presProps.xml" Id="R47a86ca6fdaa45d9" /><Relationship Type="http://schemas.openxmlformats.org/officeDocument/2006/relationships/tableStyles" Target="/ppt/tableStyles.xml" Id="R278ce663522c471c" /><Relationship Type="http://schemas.openxmlformats.org/officeDocument/2006/relationships/slide" Target="/ppt/slides/slide1.xml" Id="Reece4b692198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191621a55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ab3821d2614414" /><Relationship Type="http://schemas.openxmlformats.org/officeDocument/2006/relationships/notesMaster" Target="/ppt/notesMasters/notesMaster1.xml" Id="R1284aaff083e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0cb7c85a541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627726fabe49d5" /><Relationship Type="http://schemas.openxmlformats.org/officeDocument/2006/relationships/slideLayout" Target="/ppt/slideLayouts/slideLayout1.xml" Id="R782d82f58a0342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2d82f58a0342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9aa412d4a4843" /><Relationship Type="http://schemas.openxmlformats.org/officeDocument/2006/relationships/notesSlide" Target="/ppt/notesSlides/notesSlide1.xml" Id="R7cdfe10a0032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7D80383-D745-4D42-9D1E-89848F79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BF4F574-5F64-489B-A535-C05320C3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9E0E879-1552-4DE6-9910-9BE9848C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5A97B57-CC6C-40FD-8C51-B5EF3F79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fuerza comienza con una diferencia de presión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FA7653BF-A6C3-4ABC-A3A4-1AB4419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4F91D04D-C945-4BB8-B5CC-30828537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0055A3E9-1E81-4DD1-8E9E-F2FBA78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2512F5E1-155A-4579-AC4B-2ED7EA2F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3BAE283F-DD16-47B9-8901-6514F210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p_CAE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4D5CCD45-4CD9-420B-9E7E-09CCC32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cara externa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D057C88F-0C52-4348-ACC5-2AAF80A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p_OM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B0C4A0C3-E3A1-4EBA-8834-BA0B69D1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cara interna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5EBC5998-99DA-404B-B6BD-44AF716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Δp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FEEC54CB-248B-4042-A834-4972BAD2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p_CAE − p_OM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4C13EBCA-4384-497F-95FE-0FE56E2E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Membrana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85D43183-06EF-42EE-BEE0-2B0B4388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recibe fuerza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neta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7526231-CA35-4A94-A142-640E0985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D99309E-CD6B-46A2-B736-FE21E3E1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989859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2026-08-10T18:35:52.4680000Z</dcterms:created>
  <dcterms:modified xsi:type="dcterms:W3CDTF">2026-08-10T18:35:52.4680000Z</dcterms:modified>
</coreProperties>
</file>