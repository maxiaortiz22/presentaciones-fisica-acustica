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6c675f35dd349c2" /><Relationship Type="http://schemas.openxmlformats.org/officeDocument/2006/relationships/extended-properties" Target="/docProps/app.xml" Id="R64beec4f2bef4bd0" /><Relationship Type="http://schemas.openxmlformats.org/officeDocument/2006/relationships/officeDocument" Target="/ppt/presentation.xml" Id="R6a7b0b3b2e7e4c4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46fb552bd0042e9"/>
  </p:sldMasterIdLst>
  <p:notesMasterIdLst>
    <p:notesMasterId xmlns:r="http://schemas.openxmlformats.org/officeDocument/2006/relationships" r:id="Ra6bf8a69c82f4872"/>
  </p:notesMasterIdLst>
  <p:sldIdLst>
    <p:sldId xmlns:r="http://schemas.openxmlformats.org/officeDocument/2006/relationships" id="256" r:id="R6cb08d3c294a444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353b01d25bc48ba" /><Relationship Type="http://schemas.openxmlformats.org/officeDocument/2006/relationships/slideMaster" Target="/ppt/slideMasters/slideMaster1.xml" Id="R146fb552bd0042e9" /><Relationship Type="http://schemas.openxmlformats.org/officeDocument/2006/relationships/notesMaster" Target="/ppt/notesMasters/notesMaster1.xml" Id="Ra6bf8a69c82f4872" /><Relationship Type="http://schemas.openxmlformats.org/officeDocument/2006/relationships/presProps" Target="/ppt/presProps.xml" Id="Refdfec741d904d11" /><Relationship Type="http://schemas.openxmlformats.org/officeDocument/2006/relationships/tableStyles" Target="/ppt/tableStyles.xml" Id="R136cb381b9524e2a" /><Relationship Type="http://schemas.openxmlformats.org/officeDocument/2006/relationships/slide" Target="/ppt/slides/slide1.xml" Id="R6cb08d3c294a444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818252d2b0b4ec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05df41e2a014dac" /><Relationship Type="http://schemas.openxmlformats.org/officeDocument/2006/relationships/notesMaster" Target="/ppt/notesMasters/notesMaster1.xml" Id="R02a6e8f0d3ec42d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7740515b8d453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b0790ee37f84b06" /><Relationship Type="http://schemas.openxmlformats.org/officeDocument/2006/relationships/slideLayout" Target="/ppt/slideLayouts/slideLayout1.xml" Id="Rd53cd7b2a7eb42d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53cd7b2a7eb42d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7d38d753d840c3" /><Relationship Type="http://schemas.openxmlformats.org/officeDocument/2006/relationships/notesSlide" Target="/ppt/notesSlides/notesSlide1.xml" Id="R7155fe882df34cd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op_rule_bordo">
            <a:extLst xmlns:a="http://schemas.openxmlformats.org/drawingml/2006/main">
              <a:ext uri="{FF2B5EF4-FFF2-40B4-BE49-F238E27FC236}">
                <a16:creationId xmlns:a16="http://schemas.microsoft.com/office/drawing/2014/main" id="{58CB3930-FC09-4D1E-8DF1-178A59BAC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bordo2">
            <a:extLst xmlns:a="http://schemas.openxmlformats.org/drawingml/2006/main">
              <a:ext uri="{FF2B5EF4-FFF2-40B4-BE49-F238E27FC236}">
                <a16:creationId xmlns:a16="http://schemas.microsoft.com/office/drawing/2014/main" id="{5233B404-E4CF-4198-BFE7-6808F3724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gray">
            <a:extLst xmlns:a="http://schemas.openxmlformats.org/drawingml/2006/main">
              <a:ext uri="{FF2B5EF4-FFF2-40B4-BE49-F238E27FC236}">
                <a16:creationId xmlns:a16="http://schemas.microsoft.com/office/drawing/2014/main" id="{6A31BEA7-094E-45C2-9153-8AE6542D6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0F9D7D6C-36C9-4C47-9BF7-167C0DEFA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Dos estados revelan movimiento relativo</a:t>
            </a:r>
          </a:p>
        </p:txBody>
      </p:sp>
      <p:sp>
        <p:nvSpPr>
          <p:cNvPr id="5" name="panel_left_box">
            <a:extLst xmlns:a="http://schemas.openxmlformats.org/drawingml/2006/main">
              <a:ext uri="{FF2B5EF4-FFF2-40B4-BE49-F238E27FC236}">
                <a16:creationId xmlns:a16="http://schemas.microsoft.com/office/drawing/2014/main" id="{DF8D59BB-89A0-4CC2-9604-7876A87DE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14500"/>
            <a:ext cx="4953000" cy="33337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panel_right_box">
            <a:extLst xmlns:a="http://schemas.openxmlformats.org/drawingml/2006/main">
              <a:ext uri="{FF2B5EF4-FFF2-40B4-BE49-F238E27FC236}">
                <a16:creationId xmlns:a16="http://schemas.microsoft.com/office/drawing/2014/main" id="{41653579-ED5C-4C8F-9FB7-F8C482AE3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714500"/>
            <a:ext cx="4953000" cy="33337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7" name="panel_left_title">
            <a:extLst xmlns:a="http://schemas.openxmlformats.org/drawingml/2006/main">
              <a:ext uri="{FF2B5EF4-FFF2-40B4-BE49-F238E27FC236}">
                <a16:creationId xmlns:a16="http://schemas.microsoft.com/office/drawing/2014/main" id="{84830CAE-139A-4863-A7CC-31DCDD3B2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57375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Estado A</a:t>
            </a:r>
          </a:p>
        </p:txBody>
      </p:sp>
      <p:sp>
        <p:nvSpPr>
          <p:cNvPr id="8" name="panel_left_body">
            <a:extLst xmlns:a="http://schemas.openxmlformats.org/drawingml/2006/main">
              <a:ext uri="{FF2B5EF4-FFF2-40B4-BE49-F238E27FC236}">
                <a16:creationId xmlns:a16="http://schemas.microsoft.com/office/drawing/2014/main" id="{06DB80C5-8A31-4E11-B964-F37527A74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57200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basilar arriba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tectorial relativa</a:t>
            </a:r>
          </a:p>
        </p:txBody>
      </p:sp>
      <p:sp>
        <p:nvSpPr>
          <p:cNvPr id="9" name="panel_right_title">
            <a:extLst xmlns:a="http://schemas.openxmlformats.org/drawingml/2006/main">
              <a:ext uri="{FF2B5EF4-FFF2-40B4-BE49-F238E27FC236}">
                <a16:creationId xmlns:a16="http://schemas.microsoft.com/office/drawing/2014/main" id="{58D91EE5-9E69-46E2-BD13-6FB5171A6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857375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Estado B</a:t>
            </a:r>
          </a:p>
        </p:txBody>
      </p:sp>
      <p:sp>
        <p:nvSpPr>
          <p:cNvPr id="10" name="panel_right_body">
            <a:extLst xmlns:a="http://schemas.openxmlformats.org/drawingml/2006/main">
              <a:ext uri="{FF2B5EF4-FFF2-40B4-BE49-F238E27FC236}">
                <a16:creationId xmlns:a16="http://schemas.microsoft.com/office/drawing/2014/main" id="{D66BE3D7-41E6-4D31-8A94-BE8985829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05050"/>
            <a:ext cx="457200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basilar abajo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tectorial relativa</a:t>
            </a:r>
          </a:p>
        </p:txBody>
      </p:sp>
      <p:sp>
        <p:nvSpPr>
          <p:cNvPr id="11" name="diagram_footer">
            <a:extLst xmlns:a="http://schemas.openxmlformats.org/drawingml/2006/main">
              <a:ext uri="{FF2B5EF4-FFF2-40B4-BE49-F238E27FC236}">
                <a16:creationId xmlns:a16="http://schemas.microsoft.com/office/drawing/2014/main" id="{6BCD3562-B833-4485-AC7D-D94C2F83C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0"/>
            <a:ext cx="1062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3D3D3D"/>
                </a:solidFill>
              </a:defRPr>
            </a:pPr>
            <a:r>
              <a:rPr sz="1650" b="0">
                <a:solidFill>
                  <a:srgbClr val="3D3D3D"/>
                </a:solidFill>
              </a:rPr>
              <a:t>Desplazamientos exagerados sólo para hacer visible la dirección.</a:t>
            </a:r>
          </a:p>
        </p:txBody>
      </p:sp>
      <p:sp>
        <p:nvSpPr>
          <p:cNvPr id="12" name="source_note">
            <a:extLst xmlns:a="http://schemas.openxmlformats.org/drawingml/2006/main">
              <a:ext uri="{FF2B5EF4-FFF2-40B4-BE49-F238E27FC236}">
                <a16:creationId xmlns:a16="http://schemas.microsoft.com/office/drawing/2014/main" id="{46DB6FFF-C4E7-4E72-9A5D-4E4B81067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69FA7"/>
                </a:solidFill>
              </a:defRPr>
            </a:pPr>
            <a:r>
              <a:rPr sz="1200" b="0">
                <a:solidFill>
                  <a:srgbClr val="969FA7"/>
                </a:solidFill>
              </a:rPr>
              <a:t>Libro del curso, secciones 6.7–6.9; Fettiplace (2017); elaboración conceptual propia.</a:t>
            </a:r>
          </a:p>
        </p:txBody>
      </p:sp>
    </p:spTree>
    <p:extLst>
      <p:ext uri="{BB962C8B-B14F-4D97-AF65-F5344CB8AC3E}">
        <p14:creationId xmlns:p14="http://schemas.microsoft.com/office/powerpoint/2010/main" val="14863818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2026-08-10T18:36:01.8510000Z</dcterms:created>
  <dcterms:modified xsi:type="dcterms:W3CDTF">2026-08-10T18:36:01.8510000Z</dcterms:modified>
</coreProperties>
</file>