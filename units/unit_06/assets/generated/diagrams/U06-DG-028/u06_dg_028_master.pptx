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83ee18a4f473d" /><Relationship Type="http://schemas.openxmlformats.org/officeDocument/2006/relationships/extended-properties" Target="/docProps/app.xml" Id="R5732d27609934432" /><Relationship Type="http://schemas.openxmlformats.org/officeDocument/2006/relationships/officeDocument" Target="/ppt/presentation.xml" Id="R05977367f15c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7437efe591436e"/>
  </p:sldMasterIdLst>
  <p:notesMasterIdLst>
    <p:notesMasterId xmlns:r="http://schemas.openxmlformats.org/officeDocument/2006/relationships" r:id="R671c3d60cdd84f58"/>
  </p:notesMasterIdLst>
  <p:sldIdLst>
    <p:sldId xmlns:r="http://schemas.openxmlformats.org/officeDocument/2006/relationships" id="256" r:id="R780808f297fc49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7ea5d29204def" /><Relationship Type="http://schemas.openxmlformats.org/officeDocument/2006/relationships/slideMaster" Target="/ppt/slideMasters/slideMaster1.xml" Id="R827437efe591436e" /><Relationship Type="http://schemas.openxmlformats.org/officeDocument/2006/relationships/notesMaster" Target="/ppt/notesMasters/notesMaster1.xml" Id="R671c3d60cdd84f58" /><Relationship Type="http://schemas.openxmlformats.org/officeDocument/2006/relationships/presProps" Target="/ppt/presProps.xml" Id="Rebae9006bc5f45d3" /><Relationship Type="http://schemas.openxmlformats.org/officeDocument/2006/relationships/tableStyles" Target="/ppt/tableStyles.xml" Id="R738098acb573486c" /><Relationship Type="http://schemas.openxmlformats.org/officeDocument/2006/relationships/slide" Target="/ppt/slides/slide1.xml" Id="R780808f297fc49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10d131f8964e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5f45ec4dcb407e" /><Relationship Type="http://schemas.openxmlformats.org/officeDocument/2006/relationships/notesMaster" Target="/ppt/notesMasters/notesMaster1.xml" Id="Rc5e0a33b7fe5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6783885a2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b390e88c7c40ad" /><Relationship Type="http://schemas.openxmlformats.org/officeDocument/2006/relationships/slideLayout" Target="/ppt/slideLayouts/slideLayout1.xml" Id="R8b397bacec93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97bacec93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2bd03d6344e70" /><Relationship Type="http://schemas.openxmlformats.org/officeDocument/2006/relationships/notesSlide" Target="/ppt/notesSlides/notesSlide1.xml" Id="Ra3f3e9269033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C26B622-30BB-47FE-8DE9-853FA13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8BF47A7-EE20-4EB2-8CA3-3CCD24F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EFD7A9E-8FDF-4B72-B138-4655FD7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635DDBF-49F3-45DE-B351-41823C20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vibración también deforma estructuras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ACA3AF08-5465-42BB-BFBB-73D0876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2B3873FC-6F60-41B1-8274-DCBF330A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B93731E7-5BC3-4AED-A69B-08D5FF9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Cápsula coclear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8889A40F-B9F2-4C05-9542-AEC8B2B9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deformación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presiones diferenciales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1350B714-5C18-4861-8F79-6E568A9B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Tejidos blandos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F27CE64F-5B8A-451B-83A0-99E0BD96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transmiten vibración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ruta complementaria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4384EF1-057A-4A83-BD4C-B8A0AC8A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4CF20CB-E14F-4652-AB98-C7A8EC17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de conducción ósea; Stenfelt (revisión citada en el capítulo);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463951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2026-08-10T18:35:58.4840000Z</dcterms:created>
  <dcterms:modified xsi:type="dcterms:W3CDTF">2026-08-10T18:35:58.4840000Z</dcterms:modified>
</coreProperties>
</file>