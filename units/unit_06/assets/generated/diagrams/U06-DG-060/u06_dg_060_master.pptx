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72623bcd804af3" /><Relationship Type="http://schemas.openxmlformats.org/officeDocument/2006/relationships/extended-properties" Target="/docProps/app.xml" Id="R6f2babef3485403d" /><Relationship Type="http://schemas.openxmlformats.org/officeDocument/2006/relationships/officeDocument" Target="/ppt/presentation.xml" Id="R27f58f7948af4d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2ade9888eb4e58"/>
  </p:sldMasterIdLst>
  <p:notesMasterIdLst>
    <p:notesMasterId xmlns:r="http://schemas.openxmlformats.org/officeDocument/2006/relationships" r:id="R5044af2e25654a32"/>
  </p:notesMasterIdLst>
  <p:sldIdLst>
    <p:sldId xmlns:r="http://schemas.openxmlformats.org/officeDocument/2006/relationships" id="256" r:id="R0b4f6753739b4d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663346c97b47de" /><Relationship Type="http://schemas.openxmlformats.org/officeDocument/2006/relationships/slideMaster" Target="/ppt/slideMasters/slideMaster1.xml" Id="R242ade9888eb4e58" /><Relationship Type="http://schemas.openxmlformats.org/officeDocument/2006/relationships/notesMaster" Target="/ppt/notesMasters/notesMaster1.xml" Id="R5044af2e25654a32" /><Relationship Type="http://schemas.openxmlformats.org/officeDocument/2006/relationships/presProps" Target="/ppt/presProps.xml" Id="R5cc9772fedd943f3" /><Relationship Type="http://schemas.openxmlformats.org/officeDocument/2006/relationships/tableStyles" Target="/ppt/tableStyles.xml" Id="R26fcc7ccce7c430d" /><Relationship Type="http://schemas.openxmlformats.org/officeDocument/2006/relationships/slide" Target="/ppt/slides/slide1.xml" Id="R0b4f6753739b4d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3db4e0d1c47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de98a17a254e66" /><Relationship Type="http://schemas.openxmlformats.org/officeDocument/2006/relationships/notesMaster" Target="/ppt/notesMasters/notesMaster1.xml" Id="R9bec3d163a8c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b779eb31943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3cb7bae56c4e84" /><Relationship Type="http://schemas.openxmlformats.org/officeDocument/2006/relationships/slideLayout" Target="/ppt/slideLayouts/slideLayout1.xml" Id="R65d414b14e8d4b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414b14e8d4b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f6c9472504603" /><Relationship Type="http://schemas.openxmlformats.org/officeDocument/2006/relationships/notesSlide" Target="/ppt/notesSlides/notesSlide1.xml" Id="R9bbfc9be329c49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F8F3B69-426C-4664-87E0-D0EFA067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DAF5C61-31CE-4D21-B418-67E3C0AE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575A3D4-144A-443A-BAEF-B89C53E7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861AEEE-7A49-4D0F-913F-6B28A29A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Cada prueba observa una ventana de la cadena</a:t>
            </a:r>
          </a:p>
        </p:txBody>
      </p:sp>
      <p:sp>
        <p:nvSpPr>
          <p:cNvPr id="5" name="chain_1_box">
            <a:extLst xmlns:a="http://schemas.openxmlformats.org/drawingml/2006/main">
              <a:ext uri="{FF2B5EF4-FFF2-40B4-BE49-F238E27FC236}">
                <a16:creationId xmlns:a16="http://schemas.microsoft.com/office/drawing/2014/main" id="{9FC48AF0-D543-4A06-9201-C72732EE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97358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hain_2_box">
            <a:extLst xmlns:a="http://schemas.openxmlformats.org/drawingml/2006/main">
              <a:ext uri="{FF2B5EF4-FFF2-40B4-BE49-F238E27FC236}">
                <a16:creationId xmlns:a16="http://schemas.microsoft.com/office/drawing/2014/main" id="{885991AB-3325-456D-AD8D-17F73973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3143250"/>
            <a:ext cx="197358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hain_3_box">
            <a:extLst xmlns:a="http://schemas.openxmlformats.org/drawingml/2006/main">
              <a:ext uri="{FF2B5EF4-FFF2-40B4-BE49-F238E27FC236}">
                <a16:creationId xmlns:a16="http://schemas.microsoft.com/office/drawing/2014/main" id="{1CE944B7-9094-40B6-BE3C-ADB5F1B6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210" y="3143250"/>
            <a:ext cx="197358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chain_4_box">
            <a:extLst xmlns:a="http://schemas.openxmlformats.org/drawingml/2006/main">
              <a:ext uri="{FF2B5EF4-FFF2-40B4-BE49-F238E27FC236}">
                <a16:creationId xmlns:a16="http://schemas.microsoft.com/office/drawing/2014/main" id="{13A1FFA5-3430-4618-8472-19EC1BFF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3143250"/>
            <a:ext cx="197358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hain_5_box">
            <a:extLst xmlns:a="http://schemas.openxmlformats.org/drawingml/2006/main">
              <a:ext uri="{FF2B5EF4-FFF2-40B4-BE49-F238E27FC236}">
                <a16:creationId xmlns:a16="http://schemas.microsoft.com/office/drawing/2014/main" id="{9C0D01A6-D6A7-4EDA-9FBF-6479B204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3143250"/>
            <a:ext cx="197358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window_1_box">
            <a:extLst xmlns:a="http://schemas.openxmlformats.org/drawingml/2006/main">
              <a:ext uri="{FF2B5EF4-FFF2-40B4-BE49-F238E27FC236}">
                <a16:creationId xmlns:a16="http://schemas.microsoft.com/office/drawing/2014/main" id="{67F516DF-6F6B-4469-B8FA-88A6D307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857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1" name="window_2_box">
            <a:extLst xmlns:a="http://schemas.openxmlformats.org/drawingml/2006/main">
              <a:ext uri="{FF2B5EF4-FFF2-40B4-BE49-F238E27FC236}">
                <a16:creationId xmlns:a16="http://schemas.microsoft.com/office/drawing/2014/main" id="{F7DF3302-2335-42FD-A74D-F58308CC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2857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window_3_box">
            <a:extLst xmlns:a="http://schemas.openxmlformats.org/drawingml/2006/main">
              <a:ext uri="{FF2B5EF4-FFF2-40B4-BE49-F238E27FC236}">
                <a16:creationId xmlns:a16="http://schemas.microsoft.com/office/drawing/2014/main" id="{4FD0EE2F-7B60-4207-9C3A-DFA20756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24000"/>
            <a:ext cx="2857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50" name="chain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54630" y="3905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1" name="chain_edge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18710" y="3905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2" name="chain_edge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82790" y="3905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3" name="chain_edge_4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46870" y="3905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4" name="window_edge_1"/>
          <p:cNvCxnSpPr>
            <a:stCxn xmlns:a="http://schemas.openxmlformats.org/drawingml/2006/main" id="10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428875" y="2905125"/>
            <a:ext cx="1503045" cy="238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5" name="window_edge_2"/>
          <p:cNvCxnSpPr>
            <a:stCxn xmlns:a="http://schemas.openxmlformats.org/drawingml/2006/main" id="11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90512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6" name="window_edge_3"/>
          <p:cNvCxnSpPr>
            <a:stCxn xmlns:a="http://schemas.openxmlformats.org/drawingml/2006/main" id="12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763125" y="2905125"/>
            <a:ext cx="661035" cy="238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20" name="chain_1_title">
            <a:extLst xmlns:a="http://schemas.openxmlformats.org/drawingml/2006/main">
              <a:ext uri="{FF2B5EF4-FFF2-40B4-BE49-F238E27FC236}">
                <a16:creationId xmlns:a16="http://schemas.microsoft.com/office/drawing/2014/main" id="{B393FE40-AF53-4B77-AF40-29B932B8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86125"/>
            <a:ext cx="15925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CAE</a:t>
            </a:r>
          </a:p>
        </p:txBody>
      </p:sp>
      <p:sp>
        <p:nvSpPr>
          <p:cNvPr id="21" name="chain_1_body">
            <a:extLst xmlns:a="http://schemas.openxmlformats.org/drawingml/2006/main">
              <a:ext uri="{FF2B5EF4-FFF2-40B4-BE49-F238E27FC236}">
                <a16:creationId xmlns:a16="http://schemas.microsoft.com/office/drawing/2014/main" id="{37BE31D4-DD0E-49B7-802D-F745E26C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15925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</a:t>
            </a:r>
          </a:p>
        </p:txBody>
      </p:sp>
      <p:sp>
        <p:nvSpPr>
          <p:cNvPr id="22" name="chain_2_title">
            <a:extLst xmlns:a="http://schemas.openxmlformats.org/drawingml/2006/main">
              <a:ext uri="{FF2B5EF4-FFF2-40B4-BE49-F238E27FC236}">
                <a16:creationId xmlns:a16="http://schemas.microsoft.com/office/drawing/2014/main" id="{1B2E8A91-16B5-4804-BA8F-1871EC1E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630" y="3286125"/>
            <a:ext cx="15925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Oído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medio</a:t>
            </a:r>
          </a:p>
        </p:txBody>
      </p:sp>
      <p:sp>
        <p:nvSpPr>
          <p:cNvPr id="23" name="chain_2_body">
            <a:extLst xmlns:a="http://schemas.openxmlformats.org/drawingml/2006/main">
              <a:ext uri="{FF2B5EF4-FFF2-40B4-BE49-F238E27FC236}">
                <a16:creationId xmlns:a16="http://schemas.microsoft.com/office/drawing/2014/main" id="{54CE95FB-35DA-459E-B60A-D4F3263A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630" y="4057650"/>
            <a:ext cx="1592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transfiere</a:t>
            </a:r>
          </a:p>
        </p:txBody>
      </p:sp>
      <p:sp>
        <p:nvSpPr>
          <p:cNvPr id="24" name="chain_3_title">
            <a:extLst xmlns:a="http://schemas.openxmlformats.org/drawingml/2006/main">
              <a:ext uri="{FF2B5EF4-FFF2-40B4-BE49-F238E27FC236}">
                <a16:creationId xmlns:a16="http://schemas.microsoft.com/office/drawing/2014/main" id="{CC9D64EC-654E-4598-B7A4-9D69D01A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3286125"/>
            <a:ext cx="15925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CCE</a:t>
            </a:r>
          </a:p>
        </p:txBody>
      </p:sp>
      <p:sp>
        <p:nvSpPr>
          <p:cNvPr id="25" name="chain_3_body">
            <a:extLst xmlns:a="http://schemas.openxmlformats.org/drawingml/2006/main">
              <a:ext uri="{FF2B5EF4-FFF2-40B4-BE49-F238E27FC236}">
                <a16:creationId xmlns:a16="http://schemas.microsoft.com/office/drawing/2014/main" id="{94F2B5E6-1B62-4B03-BC7A-F8378DF9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9710" y="3733800"/>
            <a:ext cx="15925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mecánica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activa</a:t>
            </a:r>
          </a:p>
        </p:txBody>
      </p:sp>
      <p:sp>
        <p:nvSpPr>
          <p:cNvPr id="26" name="chain_4_title">
            <a:extLst xmlns:a="http://schemas.openxmlformats.org/drawingml/2006/main">
              <a:ext uri="{FF2B5EF4-FFF2-40B4-BE49-F238E27FC236}">
                <a16:creationId xmlns:a16="http://schemas.microsoft.com/office/drawing/2014/main" id="{16A91281-D22D-4F97-A8D8-28C7FA62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3286125"/>
            <a:ext cx="159258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CCI /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sinapsis</a:t>
            </a:r>
          </a:p>
        </p:txBody>
      </p:sp>
      <p:sp>
        <p:nvSpPr>
          <p:cNvPr id="27" name="chain_4_body">
            <a:extLst xmlns:a="http://schemas.openxmlformats.org/drawingml/2006/main">
              <a:ext uri="{FF2B5EF4-FFF2-40B4-BE49-F238E27FC236}">
                <a16:creationId xmlns:a16="http://schemas.microsoft.com/office/drawing/2014/main" id="{F90D3CDF-ED21-4B38-9E1F-BD2CDB11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4057650"/>
            <a:ext cx="159258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aferencia</a:t>
            </a:r>
          </a:p>
        </p:txBody>
      </p:sp>
      <p:sp>
        <p:nvSpPr>
          <p:cNvPr id="28" name="chain_5_title">
            <a:extLst xmlns:a="http://schemas.openxmlformats.org/drawingml/2006/main">
              <a:ext uri="{FF2B5EF4-FFF2-40B4-BE49-F238E27FC236}">
                <a16:creationId xmlns:a16="http://schemas.microsoft.com/office/drawing/2014/main" id="{CF465B46-3E8E-4099-818D-CC0E3EB7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0" y="3286125"/>
            <a:ext cx="159258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Nervio</a:t>
            </a:r>
          </a:p>
        </p:txBody>
      </p:sp>
      <p:sp>
        <p:nvSpPr>
          <p:cNvPr id="29" name="chain_5_body">
            <a:extLst xmlns:a="http://schemas.openxmlformats.org/drawingml/2006/main">
              <a:ext uri="{FF2B5EF4-FFF2-40B4-BE49-F238E27FC236}">
                <a16:creationId xmlns:a16="http://schemas.microsoft.com/office/drawing/2014/main" id="{931D8EFE-2B3E-445E-9426-C11DF8A1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0" y="3733800"/>
            <a:ext cx="159258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y tronco</a:t>
            </a:r>
          </a:p>
        </p:txBody>
      </p:sp>
      <p:sp>
        <p:nvSpPr>
          <p:cNvPr id="30" name="window_1_title">
            <a:extLst xmlns:a="http://schemas.openxmlformats.org/drawingml/2006/main">
              <a:ext uri="{FF2B5EF4-FFF2-40B4-BE49-F238E27FC236}">
                <a16:creationId xmlns:a16="http://schemas.microsoft.com/office/drawing/2014/main" id="{35FE2D0F-A729-49AB-BF21-4967EAD1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Timpanometría</a:t>
            </a:r>
          </a:p>
        </p:txBody>
      </p:sp>
      <p:sp>
        <p:nvSpPr>
          <p:cNvPr id="31" name="window_1_body">
            <a:extLst xmlns:a="http://schemas.openxmlformats.org/drawingml/2006/main">
              <a:ext uri="{FF2B5EF4-FFF2-40B4-BE49-F238E27FC236}">
                <a16:creationId xmlns:a16="http://schemas.microsoft.com/office/drawing/2014/main" id="{B6A2B8BB-7BA7-4CD3-A5E5-6ED35B3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247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oído medio</a:t>
            </a:r>
          </a:p>
        </p:txBody>
      </p:sp>
      <p:sp>
        <p:nvSpPr>
          <p:cNvPr id="32" name="window_2_title">
            <a:extLst xmlns:a="http://schemas.openxmlformats.org/drawingml/2006/main">
              <a:ext uri="{FF2B5EF4-FFF2-40B4-BE49-F238E27FC236}">
                <a16:creationId xmlns:a16="http://schemas.microsoft.com/office/drawing/2014/main" id="{11152700-5863-475C-A6DE-6E624ED9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66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OEA</a:t>
            </a:r>
          </a:p>
        </p:txBody>
      </p:sp>
      <p:sp>
        <p:nvSpPr>
          <p:cNvPr id="33" name="window_2_body">
            <a:extLst xmlns:a="http://schemas.openxmlformats.org/drawingml/2006/main">
              <a:ext uri="{FF2B5EF4-FFF2-40B4-BE49-F238E27FC236}">
                <a16:creationId xmlns:a16="http://schemas.microsoft.com/office/drawing/2014/main" id="{33853F83-1E50-4DCC-BFB4-5FB1A3AA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247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CCE + retorno</a:t>
            </a:r>
          </a:p>
        </p:txBody>
      </p:sp>
      <p:sp>
        <p:nvSpPr>
          <p:cNvPr id="34" name="window_3_title">
            <a:extLst xmlns:a="http://schemas.openxmlformats.org/drawingml/2006/main">
              <a:ext uri="{FF2B5EF4-FFF2-40B4-BE49-F238E27FC236}">
                <a16:creationId xmlns:a16="http://schemas.microsoft.com/office/drawing/2014/main" id="{0ECC8BF6-9A15-45F5-8BA8-B1B3BB83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66875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Potencial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evocado</a:t>
            </a:r>
          </a:p>
        </p:txBody>
      </p:sp>
      <p:sp>
        <p:nvSpPr>
          <p:cNvPr id="35" name="window_3_body">
            <a:extLst xmlns:a="http://schemas.openxmlformats.org/drawingml/2006/main">
              <a:ext uri="{FF2B5EF4-FFF2-40B4-BE49-F238E27FC236}">
                <a16:creationId xmlns:a16="http://schemas.microsoft.com/office/drawing/2014/main" id="{439B2866-8516-4BAC-94B0-81C548EF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38400"/>
            <a:ext cx="247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vía neural</a:t>
            </a:r>
          </a:p>
        </p:txBody>
      </p:sp>
      <p:sp>
        <p:nvSpPr>
          <p:cNvPr id="36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26974710-953A-4600-8642-C8F433E3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Ventanas funcionales; ninguna prueba localiza por sí sola una única estructura.</a:t>
            </a:r>
          </a:p>
        </p:txBody>
      </p:sp>
      <p:sp>
        <p:nvSpPr>
          <p:cNvPr id="3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7ADAD3E6-2802-4708-B5DF-95D799BD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1617343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2026-08-10T23:29:08.4910000Z</dcterms:created>
  <dcterms:modified xsi:type="dcterms:W3CDTF">2026-08-10T23:29:08.4910000Z</dcterms:modified>
</coreProperties>
</file>