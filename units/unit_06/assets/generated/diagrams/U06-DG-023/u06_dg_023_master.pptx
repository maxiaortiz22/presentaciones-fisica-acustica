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447ad02645471e" /><Relationship Type="http://schemas.openxmlformats.org/officeDocument/2006/relationships/extended-properties" Target="/docProps/app.xml" Id="Rbdb8992df52a42bd" /><Relationship Type="http://schemas.openxmlformats.org/officeDocument/2006/relationships/officeDocument" Target="/ppt/presentation.xml" Id="R17054f11d0624d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0e40e4c2d54024"/>
  </p:sldMasterIdLst>
  <p:notesMasterIdLst>
    <p:notesMasterId xmlns:r="http://schemas.openxmlformats.org/officeDocument/2006/relationships" r:id="R208510127c3a40c5"/>
  </p:notesMasterIdLst>
  <p:sldIdLst>
    <p:sldId xmlns:r="http://schemas.openxmlformats.org/officeDocument/2006/relationships" id="256" r:id="Ra4bb96301ce742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41d4f9adbf49fb" /><Relationship Type="http://schemas.openxmlformats.org/officeDocument/2006/relationships/slideMaster" Target="/ppt/slideMasters/slideMaster1.xml" Id="R260e40e4c2d54024" /><Relationship Type="http://schemas.openxmlformats.org/officeDocument/2006/relationships/notesMaster" Target="/ppt/notesMasters/notesMaster1.xml" Id="R208510127c3a40c5" /><Relationship Type="http://schemas.openxmlformats.org/officeDocument/2006/relationships/presProps" Target="/ppt/presProps.xml" Id="Rf92478c138eb4ba4" /><Relationship Type="http://schemas.openxmlformats.org/officeDocument/2006/relationships/tableStyles" Target="/ppt/tableStyles.xml" Id="R1aca6176b99a4107" /><Relationship Type="http://schemas.openxmlformats.org/officeDocument/2006/relationships/slide" Target="/ppt/slides/slide1.xml" Id="Ra4bb96301ce742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bc56e8d653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aadcada92a451b" /><Relationship Type="http://schemas.openxmlformats.org/officeDocument/2006/relationships/notesMaster" Target="/ppt/notesMasters/notesMaster1.xml" Id="R890e06cf46ad47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e06317dae48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ba92c887124969" /><Relationship Type="http://schemas.openxmlformats.org/officeDocument/2006/relationships/slideLayout" Target="/ppt/slideLayouts/slideLayout1.xml" Id="R7801996029e744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01996029e744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04ccc3f124e41" /><Relationship Type="http://schemas.openxmlformats.org/officeDocument/2006/relationships/notesSlide" Target="/ppt/notesSlides/notesSlide1.xml" Id="R6ed640cd667c44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D95DC5F-DBB2-4812-9D40-C37C0FA7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E2DDA60-E6F5-4241-9022-F3518D31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5A50E6E-2A75-47BA-9189-11866371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5646A07-DE92-4CD4-95DB-85C4AD3E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reflejo modifica la transferencia después de una latencia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CE4A065D-3A81-444A-9EB4-A994AF01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9CA2BB9C-3635-4BFA-8598-411CE4AF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BEC66572-38FD-48BE-B439-CAD8B323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F58837FD-704B-49A3-8815-AEB9EC21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E6E7247E-1E4E-4E0A-9934-6DFA69F8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Estímulo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8BE65527-AE83-4954-B48B-1EA45B0A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entrada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7E4A47A5-8EAC-4717-9D9B-FFAC5AD6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Vía refleja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1062E323-E161-4C34-A38A-FB433BC2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detección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control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EAA6821E-9AE3-43AA-9C89-1DCEECC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Músculos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CD098CA8-1348-4D4D-AB03-69148C6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contracción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EB7A5ADB-1109-4261-9BBF-AF3A8716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Oído medio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085C10AF-A01B-4F44-BCE8-DB908301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impedancia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cambia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0D5831D-605A-4087-86CA-BB830DD8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La latencia es cualitativa; no se presenta un valor normal universal.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F8BC4E3F-454F-4BC5-B3DE-0985ED0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488467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2026-08-10T18:35:55.8350000Z</dcterms:created>
  <dcterms:modified xsi:type="dcterms:W3CDTF">2026-08-10T18:35:55.8350000Z</dcterms:modified>
</coreProperties>
</file>