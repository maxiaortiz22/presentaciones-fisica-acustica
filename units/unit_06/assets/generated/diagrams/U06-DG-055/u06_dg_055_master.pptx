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ed83120ed7458d" /><Relationship Type="http://schemas.openxmlformats.org/officeDocument/2006/relationships/extended-properties" Target="/docProps/app.xml" Id="R81f2b559017b41e3" /><Relationship Type="http://schemas.openxmlformats.org/officeDocument/2006/relationships/officeDocument" Target="/ppt/presentation.xml" Id="Reafc0889ae1c40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6f0bb0299c4714"/>
  </p:sldMasterIdLst>
  <p:notesMasterIdLst>
    <p:notesMasterId xmlns:r="http://schemas.openxmlformats.org/officeDocument/2006/relationships" r:id="R1bd26a7045d74daf"/>
  </p:notesMasterIdLst>
  <p:sldIdLst>
    <p:sldId xmlns:r="http://schemas.openxmlformats.org/officeDocument/2006/relationships" id="256" r:id="R4a263291c4e44bd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4a6f8c5c794180" /><Relationship Type="http://schemas.openxmlformats.org/officeDocument/2006/relationships/slideMaster" Target="/ppt/slideMasters/slideMaster1.xml" Id="Rbd6f0bb0299c4714" /><Relationship Type="http://schemas.openxmlformats.org/officeDocument/2006/relationships/notesMaster" Target="/ppt/notesMasters/notesMaster1.xml" Id="R1bd26a7045d74daf" /><Relationship Type="http://schemas.openxmlformats.org/officeDocument/2006/relationships/presProps" Target="/ppt/presProps.xml" Id="R6c4ded18aa4b4483" /><Relationship Type="http://schemas.openxmlformats.org/officeDocument/2006/relationships/tableStyles" Target="/ppt/tableStyles.xml" Id="R4f40babc598843e4" /><Relationship Type="http://schemas.openxmlformats.org/officeDocument/2006/relationships/slide" Target="/ppt/slides/slide1.xml" Id="R4a263291c4e44b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dd61e9c67446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888bdc16ac41c9" /><Relationship Type="http://schemas.openxmlformats.org/officeDocument/2006/relationships/notesMaster" Target="/ppt/notesMasters/notesMaster1.xml" Id="Rea0a896bd60a48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ad3fe5781b43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8c7256bb1b4b40" /><Relationship Type="http://schemas.openxmlformats.org/officeDocument/2006/relationships/slideLayout" Target="/ppt/slideLayouts/slideLayout1.xml" Id="Re2c65c8f3b8248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c65c8f3b8248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9b9ac891864bdd" /><Relationship Type="http://schemas.openxmlformats.org/officeDocument/2006/relationships/notesSlide" Target="/ppt/notesSlides/notesSlide1.xml" Id="R173d822319cc418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182C220B-5D9D-47D5-9832-1D3B1516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08D1F110-B783-4E3B-BA6A-2039F370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5E1C567B-3430-44EA-A60B-BD254F07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5727D867-BA47-4AE9-86B3-B53E25F3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Del movimiento al potencial receptor</a:t>
            </a:r>
          </a:p>
        </p:txBody>
      </p:sp>
      <p:sp>
        <p:nvSpPr>
          <p:cNvPr id="5" name="stage_1_box">
            <a:extLst xmlns:a="http://schemas.openxmlformats.org/drawingml/2006/main">
              <a:ext uri="{FF2B5EF4-FFF2-40B4-BE49-F238E27FC236}">
                <a16:creationId xmlns:a16="http://schemas.microsoft.com/office/drawing/2014/main" id="{EC709F03-9E0E-469D-AC42-40627D6B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66875"/>
            <a:ext cx="336550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tage_2_box">
            <a:extLst xmlns:a="http://schemas.openxmlformats.org/drawingml/2006/main">
              <a:ext uri="{FF2B5EF4-FFF2-40B4-BE49-F238E27FC236}">
                <a16:creationId xmlns:a16="http://schemas.microsoft.com/office/drawing/2014/main" id="{BC253515-4689-4417-90CE-9B74F0CA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1666875"/>
            <a:ext cx="336550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stage_3_box">
            <a:extLst xmlns:a="http://schemas.openxmlformats.org/drawingml/2006/main">
              <a:ext uri="{FF2B5EF4-FFF2-40B4-BE49-F238E27FC236}">
                <a16:creationId xmlns:a16="http://schemas.microsoft.com/office/drawing/2014/main" id="{158E2499-299D-4E16-889E-DD5F1546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1666875"/>
            <a:ext cx="336550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8" name="stage_4_box">
            <a:extLst xmlns:a="http://schemas.openxmlformats.org/drawingml/2006/main">
              <a:ext uri="{FF2B5EF4-FFF2-40B4-BE49-F238E27FC236}">
                <a16:creationId xmlns:a16="http://schemas.microsoft.com/office/drawing/2014/main" id="{5B4065A1-D16B-47EE-ADEE-601B25C2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52875"/>
            <a:ext cx="518160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9" name="stage_5_box">
            <a:extLst xmlns:a="http://schemas.openxmlformats.org/drawingml/2006/main">
              <a:ext uri="{FF2B5EF4-FFF2-40B4-BE49-F238E27FC236}">
                <a16:creationId xmlns:a16="http://schemas.microsoft.com/office/drawing/2014/main" id="{CECAD67A-EAFA-42DD-AEB6-F40C3FAC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52875"/>
            <a:ext cx="518160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5" name="flow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146550" y="23574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6" name="flow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778750" y="235743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7" name="flow_3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8820150" y="3048000"/>
            <a:ext cx="908050" cy="9048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flow_4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H="1">
            <a:off x="552450" y="4643438"/>
            <a:ext cx="11087100" cy="804863"/>
          </a:xfrm>
          <a:prstGeom xmlns:a="http://schemas.openxmlformats.org/drawingml/2006/main" prst="bentConnector4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stage_1_title">
            <a:extLst xmlns:a="http://schemas.openxmlformats.org/drawingml/2006/main">
              <a:ext uri="{FF2B5EF4-FFF2-40B4-BE49-F238E27FC236}">
                <a16:creationId xmlns:a16="http://schemas.microsoft.com/office/drawing/2014/main" id="{31FDBB0C-23B3-46F8-A4A7-BCEEAA10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09750"/>
            <a:ext cx="298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Movimiento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relativo</a:t>
            </a:r>
          </a:p>
        </p:txBody>
      </p:sp>
      <p:sp>
        <p:nvSpPr>
          <p:cNvPr id="15" name="stage_1_body">
            <a:extLst xmlns:a="http://schemas.openxmlformats.org/drawingml/2006/main">
              <a:ext uri="{FF2B5EF4-FFF2-40B4-BE49-F238E27FC236}">
                <a16:creationId xmlns:a16="http://schemas.microsoft.com/office/drawing/2014/main" id="{BED7338D-14D0-41C6-9F5A-B89BD0DD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81275"/>
            <a:ext cx="2984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membranas</a:t>
            </a:r>
          </a:p>
        </p:txBody>
      </p:sp>
      <p:sp>
        <p:nvSpPr>
          <p:cNvPr id="16" name="stage_2_title">
            <a:extLst xmlns:a="http://schemas.openxmlformats.org/drawingml/2006/main">
              <a:ext uri="{FF2B5EF4-FFF2-40B4-BE49-F238E27FC236}">
                <a16:creationId xmlns:a16="http://schemas.microsoft.com/office/drawing/2014/main" id="{32A4433D-EDEB-4F4D-BD01-452D89CF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1809750"/>
            <a:ext cx="298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Deflexión del haz</a:t>
            </a:r>
          </a:p>
        </p:txBody>
      </p:sp>
      <p:sp>
        <p:nvSpPr>
          <p:cNvPr id="17" name="stage_2_body">
            <a:extLst xmlns:a="http://schemas.openxmlformats.org/drawingml/2006/main">
              <a:ext uri="{FF2B5EF4-FFF2-40B4-BE49-F238E27FC236}">
                <a16:creationId xmlns:a16="http://schemas.microsoft.com/office/drawing/2014/main" id="{9A2E7F5E-3904-4401-A3B3-EEEFFF3D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2257425"/>
            <a:ext cx="2984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dirección</a:t>
            </a:r>
          </a:p>
        </p:txBody>
      </p:sp>
      <p:sp>
        <p:nvSpPr>
          <p:cNvPr id="18" name="stage_3_title">
            <a:extLst xmlns:a="http://schemas.openxmlformats.org/drawingml/2006/main">
              <a:ext uri="{FF2B5EF4-FFF2-40B4-BE49-F238E27FC236}">
                <a16:creationId xmlns:a16="http://schemas.microsoft.com/office/drawing/2014/main" id="{DB8D230E-D21D-4467-85C5-AA2AD9F1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1809750"/>
            <a:ext cx="298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Canales</a:t>
            </a:r>
          </a:p>
        </p:txBody>
      </p:sp>
      <p:sp>
        <p:nvSpPr>
          <p:cNvPr id="19" name="stage_3_body">
            <a:extLst xmlns:a="http://schemas.openxmlformats.org/drawingml/2006/main">
              <a:ext uri="{FF2B5EF4-FFF2-40B4-BE49-F238E27FC236}">
                <a16:creationId xmlns:a16="http://schemas.microsoft.com/office/drawing/2014/main" id="{CFB19952-A5DD-49B8-8A65-9D082A6B4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2257425"/>
            <a:ext cx="2984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probabilidad cambia</a:t>
            </a:r>
          </a:p>
        </p:txBody>
      </p:sp>
      <p:sp>
        <p:nvSpPr>
          <p:cNvPr id="20" name="stage_4_title">
            <a:extLst xmlns:a="http://schemas.openxmlformats.org/drawingml/2006/main">
              <a:ext uri="{FF2B5EF4-FFF2-40B4-BE49-F238E27FC236}">
                <a16:creationId xmlns:a16="http://schemas.microsoft.com/office/drawing/2014/main" id="{57DCB4BA-2548-4F07-890F-604BCA26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95750"/>
            <a:ext cx="480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Corriente iónica</a:t>
            </a:r>
          </a:p>
        </p:txBody>
      </p:sp>
      <p:sp>
        <p:nvSpPr>
          <p:cNvPr id="21" name="stage_4_body">
            <a:extLst xmlns:a="http://schemas.openxmlformats.org/drawingml/2006/main">
              <a:ext uri="{FF2B5EF4-FFF2-40B4-BE49-F238E27FC236}">
                <a16:creationId xmlns:a16="http://schemas.microsoft.com/office/drawing/2014/main" id="{3E1898C9-334D-43B3-A643-0D1EAE31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43425"/>
            <a:ext cx="4800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K⁺</a:t>
            </a:r>
          </a:p>
        </p:txBody>
      </p:sp>
      <p:sp>
        <p:nvSpPr>
          <p:cNvPr id="22" name="stage_5_title">
            <a:extLst xmlns:a="http://schemas.openxmlformats.org/drawingml/2006/main">
              <a:ext uri="{FF2B5EF4-FFF2-40B4-BE49-F238E27FC236}">
                <a16:creationId xmlns:a16="http://schemas.microsoft.com/office/drawing/2014/main" id="{59C0C49A-735B-4EE2-AA53-37925C6D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95750"/>
            <a:ext cx="480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Potencial receptor</a:t>
            </a:r>
          </a:p>
        </p:txBody>
      </p:sp>
      <p:sp>
        <p:nvSpPr>
          <p:cNvPr id="23" name="stage_5_body">
            <a:extLst xmlns:a="http://schemas.openxmlformats.org/drawingml/2006/main">
              <a:ext uri="{FF2B5EF4-FFF2-40B4-BE49-F238E27FC236}">
                <a16:creationId xmlns:a16="http://schemas.microsoft.com/office/drawing/2014/main" id="{838481EC-C41C-4792-B943-22E9A999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43425"/>
            <a:ext cx="48006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graduado</a:t>
            </a:r>
          </a:p>
        </p:txBody>
      </p:sp>
      <p:sp>
        <p:nvSpPr>
          <p:cNvPr id="24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0BE8AC59-F1EF-4735-B421-F7DE8587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escala.</a:t>
            </a:r>
          </a:p>
        </p:txBody>
      </p:sp>
      <p:sp>
        <p:nvSpPr>
          <p:cNvPr id="25" name="source_note">
            <a:extLst xmlns:a="http://schemas.openxmlformats.org/drawingml/2006/main">
              <a:ext uri="{FF2B5EF4-FFF2-40B4-BE49-F238E27FC236}">
                <a16:creationId xmlns:a16="http://schemas.microsoft.com/office/drawing/2014/main" id="{A4EA8EF9-0A0C-44DA-B39D-162DE61E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curso, secciones 6.7–6.9; Fettiplace (2017); elaboración conceptual propia.</a:t>
            </a:r>
          </a:p>
        </p:txBody>
      </p:sp>
    </p:spTree>
    <p:extLst>
      <p:ext uri="{BB962C8B-B14F-4D97-AF65-F5344CB8AC3E}">
        <p14:creationId xmlns:p14="http://schemas.microsoft.com/office/powerpoint/2010/main" val="897919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2026-08-10T18:36:06.8530000Z</dcterms:created>
  <dcterms:modified xsi:type="dcterms:W3CDTF">2026-08-10T18:36:06.8530000Z</dcterms:modified>
</coreProperties>
</file>