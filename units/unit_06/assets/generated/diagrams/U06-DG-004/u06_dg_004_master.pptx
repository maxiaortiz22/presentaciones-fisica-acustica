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1252da8f2f46b3" /><Relationship Type="http://schemas.openxmlformats.org/officeDocument/2006/relationships/extended-properties" Target="/docProps/app.xml" Id="R907e82c1ee1f4877" /><Relationship Type="http://schemas.openxmlformats.org/officeDocument/2006/relationships/officeDocument" Target="/ppt/presentation.xml" Id="Rc212f44dce7a4b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3f0d9e37d14112"/>
  </p:sldMasterIdLst>
  <p:notesMasterIdLst>
    <p:notesMasterId xmlns:r="http://schemas.openxmlformats.org/officeDocument/2006/relationships" r:id="R982542747d274829"/>
  </p:notesMasterIdLst>
  <p:sldIdLst>
    <p:sldId xmlns:r="http://schemas.openxmlformats.org/officeDocument/2006/relationships" id="256" r:id="R4e3fb1aa8ddf43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8169019c974263" /><Relationship Type="http://schemas.openxmlformats.org/officeDocument/2006/relationships/slideMaster" Target="/ppt/slideMasters/slideMaster1.xml" Id="R6f3f0d9e37d14112" /><Relationship Type="http://schemas.openxmlformats.org/officeDocument/2006/relationships/notesMaster" Target="/ppt/notesMasters/notesMaster1.xml" Id="R982542747d274829" /><Relationship Type="http://schemas.openxmlformats.org/officeDocument/2006/relationships/presProps" Target="/ppt/presProps.xml" Id="Rf7a65d39e3bc4d39" /><Relationship Type="http://schemas.openxmlformats.org/officeDocument/2006/relationships/tableStyles" Target="/ppt/tableStyles.xml" Id="Rf606f07f93134ee2" /><Relationship Type="http://schemas.openxmlformats.org/officeDocument/2006/relationships/slide" Target="/ppt/slides/slide1.xml" Id="R4e3fb1aa8ddf43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b8657106584e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70b03b2fe8439f" /><Relationship Type="http://schemas.openxmlformats.org/officeDocument/2006/relationships/notesMaster" Target="/ppt/notesMasters/notesMaster1.xml" Id="Ra9dcdfe9aa4b4b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9356749b604e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c045eb7d964962" /><Relationship Type="http://schemas.openxmlformats.org/officeDocument/2006/relationships/slideLayout" Target="/ppt/slideLayouts/slideLayout1.xml" Id="R8ce9d439e28242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e9d439e28242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e8a2f92d4c4978" /><Relationship Type="http://schemas.openxmlformats.org/officeDocument/2006/relationships/notesSlide" Target="/ppt/notesSlides/notesSlide1.xml" Id="R87fcb8fe4e4c43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148514F1-5453-4BED-89D9-D989C801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1E66133F-07B1-4533-AB4D-7184BE63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B9DC9346-82DD-4B61-B4A1-6AF01254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831379FD-22AF-4B95-9D87-A11150AB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La clase avanza de la entrada a la señal neural</a:t>
            </a:r>
          </a:p>
        </p:txBody>
      </p:sp>
      <p:sp>
        <p:nvSpPr>
          <p:cNvPr id="5" name="stage_1_box">
            <a:extLst xmlns:a="http://schemas.openxmlformats.org/drawingml/2006/main">
              <a:ext uri="{FF2B5EF4-FFF2-40B4-BE49-F238E27FC236}">
                <a16:creationId xmlns:a16="http://schemas.microsoft.com/office/drawing/2014/main" id="{9109C248-F6B5-40B4-A9FA-264668CC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tage_2_box">
            <a:extLst xmlns:a="http://schemas.openxmlformats.org/drawingml/2006/main">
              <a:ext uri="{FF2B5EF4-FFF2-40B4-BE49-F238E27FC236}">
                <a16:creationId xmlns:a16="http://schemas.microsoft.com/office/drawing/2014/main" id="{B8685FB6-9CAB-4193-8E96-E48E6A3A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stage_3_box">
            <a:extLst xmlns:a="http://schemas.openxmlformats.org/drawingml/2006/main">
              <a:ext uri="{FF2B5EF4-FFF2-40B4-BE49-F238E27FC236}">
                <a16:creationId xmlns:a16="http://schemas.microsoft.com/office/drawing/2014/main" id="{6DFF9FF8-2054-47E2-AA33-B381C03C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8" name="stage_4_box">
            <a:extLst xmlns:a="http://schemas.openxmlformats.org/drawingml/2006/main">
              <a:ext uri="{FF2B5EF4-FFF2-40B4-BE49-F238E27FC236}">
                <a16:creationId xmlns:a16="http://schemas.microsoft.com/office/drawing/2014/main" id="{97062113-FAD2-445F-A850-3E63167D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209925" y="32623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43600" y="32623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flow_3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677275" y="32623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stage_1_title">
            <a:extLst xmlns:a="http://schemas.openxmlformats.org/drawingml/2006/main">
              <a:ext uri="{FF2B5EF4-FFF2-40B4-BE49-F238E27FC236}">
                <a16:creationId xmlns:a16="http://schemas.microsoft.com/office/drawing/2014/main" id="{35E413C3-6A09-48B5-A33A-E659AF3A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Oído externo</a:t>
            </a:r>
          </a:p>
        </p:txBody>
      </p:sp>
      <p:sp>
        <p:nvSpPr>
          <p:cNvPr id="13" name="stage_1_body">
            <a:extLst xmlns:a="http://schemas.openxmlformats.org/drawingml/2006/main">
              <a:ext uri="{FF2B5EF4-FFF2-40B4-BE49-F238E27FC236}">
                <a16:creationId xmlns:a16="http://schemas.microsoft.com/office/drawing/2014/main" id="{5CF8032D-1CC3-4B63-B6FB-01DF2680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2047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dirección ·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CAE</a:t>
            </a:r>
          </a:p>
        </p:txBody>
      </p:sp>
      <p:sp>
        <p:nvSpPr>
          <p:cNvPr id="14" name="stage_2_title">
            <a:extLst xmlns:a="http://schemas.openxmlformats.org/drawingml/2006/main">
              <a:ext uri="{FF2B5EF4-FFF2-40B4-BE49-F238E27FC236}">
                <a16:creationId xmlns:a16="http://schemas.microsoft.com/office/drawing/2014/main" id="{8E8AF430-AE50-4C8E-B9C3-8A4F55F8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57175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Oído medio</a:t>
            </a:r>
          </a:p>
        </p:txBody>
      </p:sp>
      <p:sp>
        <p:nvSpPr>
          <p:cNvPr id="15" name="stage_2_body">
            <a:extLst xmlns:a="http://schemas.openxmlformats.org/drawingml/2006/main">
              <a:ext uri="{FF2B5EF4-FFF2-40B4-BE49-F238E27FC236}">
                <a16:creationId xmlns:a16="http://schemas.microsoft.com/office/drawing/2014/main" id="{7879CADB-0A6A-47DF-B0D0-E75D5B37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019425"/>
            <a:ext cx="2047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fuerza ·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transferencia</a:t>
            </a:r>
          </a:p>
        </p:txBody>
      </p:sp>
      <p:sp>
        <p:nvSpPr>
          <p:cNvPr id="16" name="stage_3_title">
            <a:extLst xmlns:a="http://schemas.openxmlformats.org/drawingml/2006/main">
              <a:ext uri="{FF2B5EF4-FFF2-40B4-BE49-F238E27FC236}">
                <a16:creationId xmlns:a16="http://schemas.microsoft.com/office/drawing/2014/main" id="{F23E2851-A87C-49BB-A131-705261B4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7175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Cóclea</a:t>
            </a:r>
          </a:p>
        </p:txBody>
      </p:sp>
      <p:sp>
        <p:nvSpPr>
          <p:cNvPr id="17" name="stage_3_body">
            <a:extLst xmlns:a="http://schemas.openxmlformats.org/drawingml/2006/main">
              <a:ext uri="{FF2B5EF4-FFF2-40B4-BE49-F238E27FC236}">
                <a16:creationId xmlns:a16="http://schemas.microsoft.com/office/drawing/2014/main" id="{3900747C-8DBF-408A-B974-89605D6A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19425"/>
            <a:ext cx="2047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fluidos ·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tonotopía</a:t>
            </a:r>
          </a:p>
        </p:txBody>
      </p:sp>
      <p:sp>
        <p:nvSpPr>
          <p:cNvPr id="18" name="stage_4_title">
            <a:extLst xmlns:a="http://schemas.openxmlformats.org/drawingml/2006/main">
              <a:ext uri="{FF2B5EF4-FFF2-40B4-BE49-F238E27FC236}">
                <a16:creationId xmlns:a16="http://schemas.microsoft.com/office/drawing/2014/main" id="{7EEECB23-305E-4891-B6A5-BF39BB65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57175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Transducción</a:t>
            </a:r>
          </a:p>
        </p:txBody>
      </p:sp>
      <p:sp>
        <p:nvSpPr>
          <p:cNvPr id="19" name="stage_4_body">
            <a:extLst xmlns:a="http://schemas.openxmlformats.org/drawingml/2006/main">
              <a:ext uri="{FF2B5EF4-FFF2-40B4-BE49-F238E27FC236}">
                <a16:creationId xmlns:a16="http://schemas.microsoft.com/office/drawing/2014/main" id="{1631D2EE-F945-4FDD-AB9A-2157BC29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19425"/>
            <a:ext cx="2047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células ·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nervio</a:t>
            </a:r>
          </a:p>
        </p:txBody>
      </p:sp>
      <p:sp>
        <p:nvSpPr>
          <p:cNvPr id="20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524ABD9C-4429-4FF2-A141-8D0A3816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escala.</a:t>
            </a:r>
          </a:p>
        </p:txBody>
      </p:sp>
      <p:sp>
        <p:nvSpPr>
          <p:cNvPr id="21" name="source_note">
            <a:extLst xmlns:a="http://schemas.openxmlformats.org/drawingml/2006/main">
              <a:ext uri="{FF2B5EF4-FFF2-40B4-BE49-F238E27FC236}">
                <a16:creationId xmlns:a16="http://schemas.microsoft.com/office/drawing/2014/main" id="{2908378C-CA5F-4C04-A875-ACC6D093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6; brief y storyboard U06; elaboración propia.</a:t>
            </a:r>
          </a:p>
        </p:txBody>
      </p:sp>
    </p:spTree>
    <p:extLst>
      <p:ext uri="{BB962C8B-B14F-4D97-AF65-F5344CB8AC3E}">
        <p14:creationId xmlns:p14="http://schemas.microsoft.com/office/powerpoint/2010/main" val="19876585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2026-08-10T18:35:50.1330000Z</dcterms:created>
  <dcterms:modified xsi:type="dcterms:W3CDTF">2026-08-10T18:35:50.1330000Z</dcterms:modified>
</coreProperties>
</file>