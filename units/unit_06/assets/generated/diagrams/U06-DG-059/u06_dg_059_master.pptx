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6d553374245ff" /><Relationship Type="http://schemas.openxmlformats.org/officeDocument/2006/relationships/extended-properties" Target="/docProps/app.xml" Id="R76c6dda6922c45d0" /><Relationship Type="http://schemas.openxmlformats.org/officeDocument/2006/relationships/officeDocument" Target="/ppt/presentation.xml" Id="R3f147749ebe144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07629bc8414c2b"/>
  </p:sldMasterIdLst>
  <p:notesMasterIdLst>
    <p:notesMasterId xmlns:r="http://schemas.openxmlformats.org/officeDocument/2006/relationships" r:id="R0b1e05e9ca5c4164"/>
  </p:notesMasterIdLst>
  <p:sldIdLst>
    <p:sldId xmlns:r="http://schemas.openxmlformats.org/officeDocument/2006/relationships" id="256" r:id="R31f2c4cafebe4f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935cdd15284ff0" /><Relationship Type="http://schemas.openxmlformats.org/officeDocument/2006/relationships/slideMaster" Target="/ppt/slideMasters/slideMaster1.xml" Id="R6207629bc8414c2b" /><Relationship Type="http://schemas.openxmlformats.org/officeDocument/2006/relationships/notesMaster" Target="/ppt/notesMasters/notesMaster1.xml" Id="R0b1e05e9ca5c4164" /><Relationship Type="http://schemas.openxmlformats.org/officeDocument/2006/relationships/presProps" Target="/ppt/presProps.xml" Id="R80bc6846688446a1" /><Relationship Type="http://schemas.openxmlformats.org/officeDocument/2006/relationships/tableStyles" Target="/ppt/tableStyles.xml" Id="Rc442d2cbef4445eb" /><Relationship Type="http://schemas.openxmlformats.org/officeDocument/2006/relationships/slide" Target="/ppt/slides/slide1.xml" Id="R31f2c4cafebe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93cfa7f600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01f851d92b4c7f" /><Relationship Type="http://schemas.openxmlformats.org/officeDocument/2006/relationships/notesMaster" Target="/ppt/notesMasters/notesMaster1.xml" Id="R80f7b63c615942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c780b9dda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8dc27e50974f2a" /><Relationship Type="http://schemas.openxmlformats.org/officeDocument/2006/relationships/slideLayout" Target="/ppt/slideLayouts/slideLayout1.xml" Id="Rd41dccd9c05344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dccd9c05344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b5e30c4d44ae3" /><Relationship Type="http://schemas.openxmlformats.org/officeDocument/2006/relationships/notesSlide" Target="/ppt/notesSlides/notesSlide1.xml" Id="R09384520235240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E668DD6-81C9-4699-9327-266A4764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AE3940C-CB3B-4334-B500-58AF81A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4D28FDB-ADC8-4759-BF19-8046400E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C211DEE-DBCD-4320-AD29-CC7D7CB5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nivel modifica el patrón periférico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80B123C9-4738-421B-9A7F-9DBFD4A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F8412B9A-9BF1-40F2-9830-AE7EF84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77964FFC-F5B4-4C46-B9CE-9977FF26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834F4F87-DBBC-4789-A948-B56A6D1F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79EA8F8E-3801-4E78-B71D-C611CDCF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00125CB0-F64A-4463-9F97-5C88B488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menor / mayor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6D3B8AD4-C56D-426A-A317-8737300A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Extensión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coclear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802873E3-A7A9-4150-BD64-E3288B10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amplía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A96A868D-D204-4C5B-88FB-162C3AB7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Actividad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poblacional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AD54E2E4-4FEE-4AAE-AADB-B796DE3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abarca más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fibras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3DEC39E9-ABD9-4ADA-AC31-C969C23E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Sonoridad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05915A19-865D-44F4-87AE-BE2F532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no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determina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3BD01B4-3273-4E60-819D-DC8B4E1F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Insertar U06-CH-006 en el layout final; este master conserva las relaciones editables.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2232DEA-D7EC-4404-A28A-C3064DCE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839713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2026-08-10T23:14:52.4610000Z</dcterms:created>
  <dcterms:modified xsi:type="dcterms:W3CDTF">2026-08-10T23:14:52.4610000Z</dcterms:modified>
</coreProperties>
</file>