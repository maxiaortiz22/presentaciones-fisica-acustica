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5d7e991dff4984" /><Relationship Type="http://schemas.openxmlformats.org/officeDocument/2006/relationships/extended-properties" Target="/docProps/app.xml" Id="Rf89c4a1935604201" /><Relationship Type="http://schemas.openxmlformats.org/officeDocument/2006/relationships/officeDocument" Target="/ppt/presentation.xml" Id="R72008b7dd9a14c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0bf0f474c94fd3"/>
  </p:sldMasterIdLst>
  <p:notesMasterIdLst>
    <p:notesMasterId xmlns:r="http://schemas.openxmlformats.org/officeDocument/2006/relationships" r:id="Rf20ea2ccc15246b5"/>
  </p:notesMasterIdLst>
  <p:sldIdLst>
    <p:sldId xmlns:r="http://schemas.openxmlformats.org/officeDocument/2006/relationships" id="256" r:id="R13758c2a4d8247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7b9d8534ed44f5" /><Relationship Type="http://schemas.openxmlformats.org/officeDocument/2006/relationships/slideMaster" Target="/ppt/slideMasters/slideMaster1.xml" Id="R940bf0f474c94fd3" /><Relationship Type="http://schemas.openxmlformats.org/officeDocument/2006/relationships/notesMaster" Target="/ppt/notesMasters/notesMaster1.xml" Id="Rf20ea2ccc15246b5" /><Relationship Type="http://schemas.openxmlformats.org/officeDocument/2006/relationships/presProps" Target="/ppt/presProps.xml" Id="Rbc5e1a4afd0a4fb2" /><Relationship Type="http://schemas.openxmlformats.org/officeDocument/2006/relationships/tableStyles" Target="/ppt/tableStyles.xml" Id="R1e581f2493674ddc" /><Relationship Type="http://schemas.openxmlformats.org/officeDocument/2006/relationships/slide" Target="/ppt/slides/slide1.xml" Id="R13758c2a4d8247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72f2f2ef7b4c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b05cdd951e47aa" /><Relationship Type="http://schemas.openxmlformats.org/officeDocument/2006/relationships/notesMaster" Target="/ppt/notesMasters/notesMaster1.xml" Id="R3a83a6790d1545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5fb3da5fc41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2896f14b7a41d5" /><Relationship Type="http://schemas.openxmlformats.org/officeDocument/2006/relationships/slideLayout" Target="/ppt/slideLayouts/slideLayout1.xml" Id="R3af90a21f9c542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f90a21f9c542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4451ba09e475e" /><Relationship Type="http://schemas.openxmlformats.org/officeDocument/2006/relationships/notesSlide" Target="/ppt/notesSlides/notesSlide1.xml" Id="R1cc4efe40dc247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16FCED1-C957-4108-8BB3-3CDFB0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4C25546-D275-461B-9617-BC8C03F1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8AE50084-0776-4D31-9CF2-FFFD69D5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8AFCCBB-2D6F-45E0-9AFB-FA8308A8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CCI y CCE comparten transducción, pero cumplen funciones distintas</a:t>
            </a:r>
          </a:p>
        </p:txBody>
      </p:sp>
      <p:sp>
        <p:nvSpPr>
          <p:cNvPr id="5" name="common_input_box">
            <a:extLst xmlns:a="http://schemas.openxmlformats.org/drawingml/2006/main">
              <a:ext uri="{FF2B5EF4-FFF2-40B4-BE49-F238E27FC236}">
                <a16:creationId xmlns:a16="http://schemas.microsoft.com/office/drawing/2014/main" id="{A5B6CD5B-D3E9-4687-9465-022E0CC6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90625"/>
            <a:ext cx="4762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ommon_response_box">
            <a:extLst xmlns:a="http://schemas.openxmlformats.org/drawingml/2006/main">
              <a:ext uri="{FF2B5EF4-FFF2-40B4-BE49-F238E27FC236}">
                <a16:creationId xmlns:a16="http://schemas.microsoft.com/office/drawing/2014/main" id="{5F0741D0-7F96-4EDA-A465-3806A4A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4762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ci_box">
            <a:extLst xmlns:a="http://schemas.openxmlformats.org/drawingml/2006/main">
              <a:ext uri="{FF2B5EF4-FFF2-40B4-BE49-F238E27FC236}">
                <a16:creationId xmlns:a16="http://schemas.microsoft.com/office/drawing/2014/main" id="{6B5D4C2A-42A4-421C-B508-35AA676D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8575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ci_output_box">
            <a:extLst xmlns:a="http://schemas.openxmlformats.org/drawingml/2006/main">
              <a:ext uri="{FF2B5EF4-FFF2-40B4-BE49-F238E27FC236}">
                <a16:creationId xmlns:a16="http://schemas.microsoft.com/office/drawing/2014/main" id="{366D0CE8-7936-44D7-B980-8F49007F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2857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ce_box">
            <a:extLst xmlns:a="http://schemas.openxmlformats.org/drawingml/2006/main">
              <a:ext uri="{FF2B5EF4-FFF2-40B4-BE49-F238E27FC236}">
                <a16:creationId xmlns:a16="http://schemas.microsoft.com/office/drawing/2014/main" id="{18494687-5EF1-4156-ABD7-C3D40D22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28575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ce_output_box">
            <a:extLst xmlns:a="http://schemas.openxmlformats.org/drawingml/2006/main">
              <a:ext uri="{FF2B5EF4-FFF2-40B4-BE49-F238E27FC236}">
                <a16:creationId xmlns:a16="http://schemas.microsoft.com/office/drawing/2014/main" id="{13DD8243-469F-40A4-8FC9-174AF62F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2857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7" name="common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23837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branch_cci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428875" y="3524250"/>
            <a:ext cx="366712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branch_cce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3524250"/>
            <a:ext cx="366712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cci_chain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428875" y="4762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cce_chain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763125" y="4762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common_input_title">
            <a:extLst xmlns:a="http://schemas.openxmlformats.org/drawingml/2006/main">
              <a:ext uri="{FF2B5EF4-FFF2-40B4-BE49-F238E27FC236}">
                <a16:creationId xmlns:a16="http://schemas.microsoft.com/office/drawing/2014/main" id="{75CE6FC7-3729-43DA-99E2-CEADB829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33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Deflexión del haz</a:t>
            </a:r>
          </a:p>
        </p:txBody>
      </p:sp>
      <p:sp>
        <p:nvSpPr>
          <p:cNvPr id="17" name="common_input_body">
            <a:extLst xmlns:a="http://schemas.openxmlformats.org/drawingml/2006/main">
              <a:ext uri="{FF2B5EF4-FFF2-40B4-BE49-F238E27FC236}">
                <a16:creationId xmlns:a16="http://schemas.microsoft.com/office/drawing/2014/main" id="{EAE8264C-1477-4953-9CD0-599D01A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81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 mecánica</a:t>
            </a:r>
          </a:p>
        </p:txBody>
      </p:sp>
      <p:sp>
        <p:nvSpPr>
          <p:cNvPr id="18" name="common_response_title">
            <a:extLst xmlns:a="http://schemas.openxmlformats.org/drawingml/2006/main">
              <a:ext uri="{FF2B5EF4-FFF2-40B4-BE49-F238E27FC236}">
                <a16:creationId xmlns:a16="http://schemas.microsoft.com/office/drawing/2014/main" id="{84E44F46-390F-438B-B99D-0A33BF1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193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Potencial receptor</a:t>
            </a:r>
          </a:p>
        </p:txBody>
      </p:sp>
      <p:sp>
        <p:nvSpPr>
          <p:cNvPr id="19" name="common_response_body">
            <a:extLst xmlns:a="http://schemas.openxmlformats.org/drawingml/2006/main">
              <a:ext uri="{FF2B5EF4-FFF2-40B4-BE49-F238E27FC236}">
                <a16:creationId xmlns:a16="http://schemas.microsoft.com/office/drawing/2014/main" id="{EB5BD138-5830-4DB9-BF99-E262276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 graduada</a:t>
            </a:r>
          </a:p>
        </p:txBody>
      </p:sp>
      <p:sp>
        <p:nvSpPr>
          <p:cNvPr id="20" name="cci_title">
            <a:extLst xmlns:a="http://schemas.openxmlformats.org/drawingml/2006/main">
              <a:ext uri="{FF2B5EF4-FFF2-40B4-BE49-F238E27FC236}">
                <a16:creationId xmlns:a16="http://schemas.microsoft.com/office/drawing/2014/main" id="{151B7B9A-2877-4FFF-B231-9A0D8E47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CCI</a:t>
            </a:r>
          </a:p>
        </p:txBody>
      </p:sp>
      <p:sp>
        <p:nvSpPr>
          <p:cNvPr id="21" name="cci_output_title">
            <a:extLst xmlns:a="http://schemas.openxmlformats.org/drawingml/2006/main">
              <a:ext uri="{FF2B5EF4-FFF2-40B4-BE49-F238E27FC236}">
                <a16:creationId xmlns:a16="http://schemas.microsoft.com/office/drawing/2014/main" id="{1314C987-CF91-4616-9EA2-AFCD5E3B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Sinapsis</a:t>
            </a:r>
          </a:p>
        </p:txBody>
      </p:sp>
      <p:sp>
        <p:nvSpPr>
          <p:cNvPr id="22" name="cci_output_body">
            <a:extLst xmlns:a="http://schemas.openxmlformats.org/drawingml/2006/main">
              <a:ext uri="{FF2B5EF4-FFF2-40B4-BE49-F238E27FC236}">
                <a16:creationId xmlns:a16="http://schemas.microsoft.com/office/drawing/2014/main" id="{9D612672-14E6-4648-A1AA-835911CE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43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fibra aferente</a:t>
            </a:r>
          </a:p>
        </p:txBody>
      </p:sp>
      <p:sp>
        <p:nvSpPr>
          <p:cNvPr id="23" name="cce_title">
            <a:extLst xmlns:a="http://schemas.openxmlformats.org/drawingml/2006/main">
              <a:ext uri="{FF2B5EF4-FFF2-40B4-BE49-F238E27FC236}">
                <a16:creationId xmlns:a16="http://schemas.microsoft.com/office/drawing/2014/main" id="{CAE13CA1-A3DD-4DCD-975E-FB5AB5C8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52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CCE</a:t>
            </a:r>
          </a:p>
        </p:txBody>
      </p:sp>
      <p:sp>
        <p:nvSpPr>
          <p:cNvPr id="24" name="cce_output_title">
            <a:extLst xmlns:a="http://schemas.openxmlformats.org/drawingml/2006/main">
              <a:ext uri="{FF2B5EF4-FFF2-40B4-BE49-F238E27FC236}">
                <a16:creationId xmlns:a16="http://schemas.microsoft.com/office/drawing/2014/main" id="{5198303B-CCD9-4045-AB20-187FDBC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149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Trabajo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mecánico</a:t>
            </a:r>
          </a:p>
        </p:txBody>
      </p:sp>
      <p:sp>
        <p:nvSpPr>
          <p:cNvPr id="25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7D35DAD-80B7-4AA8-B672-59933FF4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6AF7534-A931-49A5-88C6-A7CB31D0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33054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2026-08-10T23:14:28.3170000Z</dcterms:created>
  <dcterms:modified xsi:type="dcterms:W3CDTF">2026-08-10T23:14:28.3170000Z</dcterms:modified>
</coreProperties>
</file>