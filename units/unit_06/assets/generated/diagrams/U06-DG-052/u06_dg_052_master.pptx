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168e370a13466a" /><Relationship Type="http://schemas.openxmlformats.org/officeDocument/2006/relationships/extended-properties" Target="/docProps/app.xml" Id="R00dbb291b6954053" /><Relationship Type="http://schemas.openxmlformats.org/officeDocument/2006/relationships/officeDocument" Target="/ppt/presentation.xml" Id="Rcfbffe1418394a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6afdc24bc8457a"/>
  </p:sldMasterIdLst>
  <p:notesMasterIdLst>
    <p:notesMasterId xmlns:r="http://schemas.openxmlformats.org/officeDocument/2006/relationships" r:id="R3c01f8770b0a4124"/>
  </p:notesMasterIdLst>
  <p:sldIdLst>
    <p:sldId xmlns:r="http://schemas.openxmlformats.org/officeDocument/2006/relationships" id="256" r:id="Rfa107f20664b4d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2c404624d34f16" /><Relationship Type="http://schemas.openxmlformats.org/officeDocument/2006/relationships/slideMaster" Target="/ppt/slideMasters/slideMaster1.xml" Id="R586afdc24bc8457a" /><Relationship Type="http://schemas.openxmlformats.org/officeDocument/2006/relationships/notesMaster" Target="/ppt/notesMasters/notesMaster1.xml" Id="R3c01f8770b0a4124" /><Relationship Type="http://schemas.openxmlformats.org/officeDocument/2006/relationships/presProps" Target="/ppt/presProps.xml" Id="R2badd4f88018417d" /><Relationship Type="http://schemas.openxmlformats.org/officeDocument/2006/relationships/tableStyles" Target="/ppt/tableStyles.xml" Id="R24ee3abc06fa41b2" /><Relationship Type="http://schemas.openxmlformats.org/officeDocument/2006/relationships/slide" Target="/ppt/slides/slide1.xml" Id="Rfa107f20664b4d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46f8c3c9ad45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465ca75874466f" /><Relationship Type="http://schemas.openxmlformats.org/officeDocument/2006/relationships/notesMaster" Target="/ppt/notesMasters/notesMaster1.xml" Id="R96199176453f4a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0703790b9949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4ef975d8a74e1a" /><Relationship Type="http://schemas.openxmlformats.org/officeDocument/2006/relationships/slideLayout" Target="/ppt/slideLayouts/slideLayout1.xml" Id="R5a3479538a3045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3479538a3045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bdcc9d0194bb2" /><Relationship Type="http://schemas.openxmlformats.org/officeDocument/2006/relationships/notesSlide" Target="/ppt/notesSlides/notesSlide1.xml" Id="Rceeb8a8f27a34b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B812F3C3-D611-48EA-98DD-60B63D19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5A097C4F-3E9B-4787-ADF2-0032904B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237FBEFE-A76A-4897-B8A9-678EB559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81DB964A-4BF5-434E-84E1-FE953B21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El tip link transmite tensión entre estereocilios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9A66FB85-96A5-4570-9F30-363A07E5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B430BEB8-71E1-4AE0-BE71-55F7F6E7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7D4EDCC2-EC40-414E-BC5B-836EFF61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B4EA8863-CEE8-479A-8104-3B5657F9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0992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43600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7727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CAA157DC-B612-42DA-898D-F720C765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Estereocilio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bajo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DC5991E1-4DE6-4D6A-B7AB-3402051C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43275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extremo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inferior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47DDA4E0-BD8C-4D99-BDD3-6EAEED39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Tip link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0ED9DFF5-F4BF-40A4-BB07-BECF4CB5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enlace oblicuo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FBC325FE-200D-421D-AD33-26D20521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Estereocilio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alto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3925E840-3410-4FD3-8FA2-7F9D7569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43275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extremo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superior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3A79C22A-7249-4BE7-A967-CA6FB5A0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Tensión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D62963F7-B04C-47F3-AE89-D7C0B358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modula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apertura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E66A35ED-D34C-402A-8ADC-85207E4A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Ampliación conceptual; no representa detalle molecular.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DEA4CC4-F879-4C49-BE05-7B077D92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398169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2026-08-10T18:36:05.6880000Z</dcterms:created>
  <dcterms:modified xsi:type="dcterms:W3CDTF">2026-08-10T18:36:05.6880000Z</dcterms:modified>
</coreProperties>
</file>