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4e755d336e40aa" /><Relationship Type="http://schemas.openxmlformats.org/officeDocument/2006/relationships/extended-properties" Target="/docProps/app.xml" Id="R3f445a2e074f4615" /><Relationship Type="http://schemas.openxmlformats.org/officeDocument/2006/relationships/officeDocument" Target="/ppt/presentation.xml" Id="R0741c0b8f8fb41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3143f347354d70"/>
  </p:sldMasterIdLst>
  <p:notesMasterIdLst>
    <p:notesMasterId xmlns:r="http://schemas.openxmlformats.org/officeDocument/2006/relationships" r:id="R4f65e679c8194eb5"/>
  </p:notesMasterIdLst>
  <p:sldIdLst>
    <p:sldId xmlns:r="http://schemas.openxmlformats.org/officeDocument/2006/relationships" id="256" r:id="R8cc51d83230c40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fd2156760046bb" /><Relationship Type="http://schemas.openxmlformats.org/officeDocument/2006/relationships/slideMaster" Target="/ppt/slideMasters/slideMaster1.xml" Id="R0d3143f347354d70" /><Relationship Type="http://schemas.openxmlformats.org/officeDocument/2006/relationships/notesMaster" Target="/ppt/notesMasters/notesMaster1.xml" Id="R4f65e679c8194eb5" /><Relationship Type="http://schemas.openxmlformats.org/officeDocument/2006/relationships/presProps" Target="/ppt/presProps.xml" Id="R639bc5fabe2d46d4" /><Relationship Type="http://schemas.openxmlformats.org/officeDocument/2006/relationships/tableStyles" Target="/ppt/tableStyles.xml" Id="Rb4b11ec7015a476a" /><Relationship Type="http://schemas.openxmlformats.org/officeDocument/2006/relationships/slide" Target="/ppt/slides/slide1.xml" Id="R8cc51d83230c40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c775b60cf646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25ce95f92a40ca" /><Relationship Type="http://schemas.openxmlformats.org/officeDocument/2006/relationships/notesMaster" Target="/ppt/notesMasters/notesMaster1.xml" Id="R0a1cc882cd9544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90665fac3a49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08aa5bba9940a4" /><Relationship Type="http://schemas.openxmlformats.org/officeDocument/2006/relationships/slideLayout" Target="/ppt/slideLayouts/slideLayout1.xml" Id="R9b249f058e9b40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249f058e9b40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164fa2c5e4879" /><Relationship Type="http://schemas.openxmlformats.org/officeDocument/2006/relationships/notesSlide" Target="/ppt/notesSlides/notesSlide1.xml" Id="R4b5cb1e0f89e40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666998BC-9883-4BE5-A03E-AB3D4916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63C917E2-B09E-4830-B371-1B464AB2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7F782A17-DA40-435E-A40E-E34ACFBC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BA12B00-1000-4D86-878B-ACCC5BF7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Ejemplo: conducto ideal de 27 mm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D32F06A7-6EBB-4FB8-9C26-41CCD651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1A572020-D6C7-4C5F-9336-4B726BAC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8E527167-7CF4-4564-A119-27CF2C9D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F5885398-25A6-4A30-AE58-AB90EB92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50CE68FB-61F9-4B3E-AC8B-E5FB3F55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1 · Longitud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49031603-C4E9-410E-BBAB-9B6A15C0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ℓ = 27 mm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E79749F9-4612-42BD-90D1-DB4DCA18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2 ·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Convertir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9A79B714-6714-4AF3-BEF1-63004C74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0,027 m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15CF5A39-A1E6-416A-AB8F-7A104AB7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3 ·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Sustituir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71089A03-3188-439D-973F-2E7E7197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343/(4·0,027)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CF9E5A41-CE12-4ADD-80D9-E6813501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Resultado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9853BB4D-5E45-4792-96B0-105BCD04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43275"/>
            <a:ext cx="20478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≈ 3,18 kHz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1F8B356-8B0E-4A3B-81A5-46905706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Ejemplo del modelo ideal; no es una predicción universal del CAE real.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C59D28E-CA86-48F3-9D96-11D3F461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431816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2026-08-10T18:35:52.0260000Z</dcterms:created>
  <dcterms:modified xsi:type="dcterms:W3CDTF">2026-08-10T18:35:52.0260000Z</dcterms:modified>
</coreProperties>
</file>