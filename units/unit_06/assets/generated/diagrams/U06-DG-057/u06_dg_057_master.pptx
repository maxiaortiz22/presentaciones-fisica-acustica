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eb26a28e2498d" /><Relationship Type="http://schemas.openxmlformats.org/officeDocument/2006/relationships/extended-properties" Target="/docProps/app.xml" Id="Rab1f067ff6894e24" /><Relationship Type="http://schemas.openxmlformats.org/officeDocument/2006/relationships/officeDocument" Target="/ppt/presentation.xml" Id="R39ce1028c6a54c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673e340004a9c"/>
  </p:sldMasterIdLst>
  <p:notesMasterIdLst>
    <p:notesMasterId xmlns:r="http://schemas.openxmlformats.org/officeDocument/2006/relationships" r:id="Rb9d9fb61349d4204"/>
  </p:notesMasterIdLst>
  <p:sldIdLst>
    <p:sldId xmlns:r="http://schemas.openxmlformats.org/officeDocument/2006/relationships" id="256" r:id="Rabc8c23704b8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c6a626a824ef0" /><Relationship Type="http://schemas.openxmlformats.org/officeDocument/2006/relationships/slideMaster" Target="/ppt/slideMasters/slideMaster1.xml" Id="Ra57673e340004a9c" /><Relationship Type="http://schemas.openxmlformats.org/officeDocument/2006/relationships/notesMaster" Target="/ppt/notesMasters/notesMaster1.xml" Id="Rb9d9fb61349d4204" /><Relationship Type="http://schemas.openxmlformats.org/officeDocument/2006/relationships/presProps" Target="/ppt/presProps.xml" Id="Rd0558ee76ab04644" /><Relationship Type="http://schemas.openxmlformats.org/officeDocument/2006/relationships/tableStyles" Target="/ppt/tableStyles.xml" Id="Rf806b3ca13c14efc" /><Relationship Type="http://schemas.openxmlformats.org/officeDocument/2006/relationships/slide" Target="/ppt/slides/slide1.xml" Id="Rabc8c23704b8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894eba9a3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6a915c83c483b" /><Relationship Type="http://schemas.openxmlformats.org/officeDocument/2006/relationships/notesMaster" Target="/ppt/notesMasters/notesMaster1.xml" Id="Re48240f6426340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13ed7ec3c4a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b7cab928c74f28" /><Relationship Type="http://schemas.openxmlformats.org/officeDocument/2006/relationships/slideLayout" Target="/ppt/slideLayouts/slideLayout1.xml" Id="R3555c6c5a23043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5c6c5a23043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f5a1f4aa5472e" /><Relationship Type="http://schemas.openxmlformats.org/officeDocument/2006/relationships/notesSlide" Target="/ppt/notesSlides/notesSlide1.xml" Id="Rcad1eb41e1ff4a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720A47A-DF50-4A3C-820B-F00BC3E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27873F1-5777-4C54-BCB9-3DAA40A7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258E6DA-39F6-487E-9067-B5FB5479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5AE7B4C-12F6-453F-9D98-45A2B326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cadena combina espacio, célula y señal</a:t>
            </a:r>
          </a:p>
        </p:txBody>
      </p:sp>
      <p:sp>
        <p:nvSpPr>
          <p:cNvPr id="5" name="layer_1_box">
            <a:extLst xmlns:a="http://schemas.openxmlformats.org/drawingml/2006/main">
              <a:ext uri="{FF2B5EF4-FFF2-40B4-BE49-F238E27FC236}">
                <a16:creationId xmlns:a16="http://schemas.microsoft.com/office/drawing/2014/main" id="{5CC9FF5A-FC32-4CE4-A8EB-F1D93E8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76350"/>
            <a:ext cx="8763000" cy="1014413"/>
          </a:xfrm>
          <a:prstGeom xmlns:a="http://schemas.openxmlformats.org/drawingml/2006/main" prst="roundRect">
            <a:avLst>
              <a:gd name="adj" fmla="val 939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layer_2_box">
            <a:extLst xmlns:a="http://schemas.openxmlformats.org/drawingml/2006/main">
              <a:ext uri="{FF2B5EF4-FFF2-40B4-BE49-F238E27FC236}">
                <a16:creationId xmlns:a16="http://schemas.microsoft.com/office/drawing/2014/main" id="{B25E291B-3385-41A7-84C4-A84D3E7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6013"/>
            <a:ext cx="8763000" cy="1014413"/>
          </a:xfrm>
          <a:prstGeom xmlns:a="http://schemas.openxmlformats.org/drawingml/2006/main" prst="roundRect">
            <a:avLst>
              <a:gd name="adj" fmla="val 93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layer_3_box">
            <a:extLst xmlns:a="http://schemas.openxmlformats.org/drawingml/2006/main">
              <a:ext uri="{FF2B5EF4-FFF2-40B4-BE49-F238E27FC236}">
                <a16:creationId xmlns:a16="http://schemas.microsoft.com/office/drawing/2014/main" id="{08F4B2BA-AF9E-4674-B09D-D23E9F6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95675"/>
            <a:ext cx="8763000" cy="1014413"/>
          </a:xfrm>
          <a:prstGeom xmlns:a="http://schemas.openxmlformats.org/drawingml/2006/main" prst="roundRect">
            <a:avLst>
              <a:gd name="adj" fmla="val 939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layer_4_box">
            <a:extLst xmlns:a="http://schemas.openxmlformats.org/drawingml/2006/main">
              <a:ext uri="{FF2B5EF4-FFF2-40B4-BE49-F238E27FC236}">
                <a16:creationId xmlns:a16="http://schemas.microsoft.com/office/drawing/2014/main" id="{E934E095-4948-450A-9AA5-3FC9FCA7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05338"/>
            <a:ext cx="8763000" cy="1014413"/>
          </a:xfrm>
          <a:prstGeom xmlns:a="http://schemas.openxmlformats.org/drawingml/2006/main" prst="roundRect">
            <a:avLst>
              <a:gd name="adj" fmla="val 939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layer_1_title">
            <a:extLst xmlns:a="http://schemas.openxmlformats.org/drawingml/2006/main">
              <a:ext uri="{FF2B5EF4-FFF2-40B4-BE49-F238E27FC236}">
                <a16:creationId xmlns:a16="http://schemas.microsoft.com/office/drawing/2014/main" id="{7CAF7206-DFE7-4A4B-9D2D-24D3E2D7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192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Mecánica espacial</a:t>
            </a:r>
          </a:p>
        </p:txBody>
      </p:sp>
      <p:sp>
        <p:nvSpPr>
          <p:cNvPr id="10" name="layer_1_body">
            <a:extLst xmlns:a="http://schemas.openxmlformats.org/drawingml/2006/main">
              <a:ext uri="{FF2B5EF4-FFF2-40B4-BE49-F238E27FC236}">
                <a16:creationId xmlns:a16="http://schemas.microsoft.com/office/drawing/2014/main" id="{B1EB1B31-E761-43B4-9177-B5AF3068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66900"/>
            <a:ext cx="8382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lugar característico</a:t>
            </a:r>
          </a:p>
        </p:txBody>
      </p:sp>
      <p:sp>
        <p:nvSpPr>
          <p:cNvPr id="11" name="layer_2_title">
            <a:extLst xmlns:a="http://schemas.openxmlformats.org/drawingml/2006/main">
              <a:ext uri="{FF2B5EF4-FFF2-40B4-BE49-F238E27FC236}">
                <a16:creationId xmlns:a16="http://schemas.microsoft.com/office/drawing/2014/main" id="{541C4658-675A-42B0-8B9D-071DAD9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28888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Potenciales cocleares</a:t>
            </a:r>
          </a:p>
        </p:txBody>
      </p:sp>
      <p:sp>
        <p:nvSpPr>
          <p:cNvPr id="12" name="layer_2_body">
            <a:extLst xmlns:a="http://schemas.openxmlformats.org/drawingml/2006/main">
              <a:ext uri="{FF2B5EF4-FFF2-40B4-BE49-F238E27FC236}">
                <a16:creationId xmlns:a16="http://schemas.microsoft.com/office/drawing/2014/main" id="{2D50E64A-C5A9-4BA5-9358-DEAB5D9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76563"/>
            <a:ext cx="8382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endococlear · reposo</a:t>
            </a:r>
          </a:p>
        </p:txBody>
      </p:sp>
      <p:sp>
        <p:nvSpPr>
          <p:cNvPr id="13" name="layer_3_title">
            <a:extLst xmlns:a="http://schemas.openxmlformats.org/drawingml/2006/main">
              <a:ext uri="{FF2B5EF4-FFF2-40B4-BE49-F238E27FC236}">
                <a16:creationId xmlns:a16="http://schemas.microsoft.com/office/drawing/2014/main" id="{14C0497E-4FDA-48D1-BA13-CB365B2D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Célula ciliada</a:t>
            </a:r>
          </a:p>
        </p:txBody>
      </p:sp>
      <p:sp>
        <p:nvSpPr>
          <p:cNvPr id="14" name="layer_3_body">
            <a:extLst xmlns:a="http://schemas.openxmlformats.org/drawingml/2006/main">
              <a:ext uri="{FF2B5EF4-FFF2-40B4-BE49-F238E27FC236}">
                <a16:creationId xmlns:a16="http://schemas.microsoft.com/office/drawing/2014/main" id="{EC6C0865-7CA9-4A05-AF67-7280CEA0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86225"/>
            <a:ext cx="8382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potencial receptor</a:t>
            </a:r>
          </a:p>
        </p:txBody>
      </p:sp>
      <p:sp>
        <p:nvSpPr>
          <p:cNvPr id="15" name="layer_4_title">
            <a:extLst xmlns:a="http://schemas.openxmlformats.org/drawingml/2006/main">
              <a:ext uri="{FF2B5EF4-FFF2-40B4-BE49-F238E27FC236}">
                <a16:creationId xmlns:a16="http://schemas.microsoft.com/office/drawing/2014/main" id="{ED52B7E6-C353-4A9C-9F01-AA5CFB5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48213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Fibra aferente</a:t>
            </a:r>
          </a:p>
        </p:txBody>
      </p:sp>
      <p:sp>
        <p:nvSpPr>
          <p:cNvPr id="16" name="layer_4_body">
            <a:extLst xmlns:a="http://schemas.openxmlformats.org/drawingml/2006/main">
              <a:ext uri="{FF2B5EF4-FFF2-40B4-BE49-F238E27FC236}">
                <a16:creationId xmlns:a16="http://schemas.microsoft.com/office/drawing/2014/main" id="{E0B85D61-C598-4ECD-934D-6CBD2E9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5888"/>
            <a:ext cx="8382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potencial de acción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C9FBECE-C4D7-45D2-B40F-42A4759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4DFADE6-5D2B-429F-B3E6-B83217A9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2055536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2026-08-10T18:36:07.6290000Z</dcterms:created>
  <dcterms:modified xsi:type="dcterms:W3CDTF">2026-08-10T18:36:07.6290000Z</dcterms:modified>
</coreProperties>
</file>