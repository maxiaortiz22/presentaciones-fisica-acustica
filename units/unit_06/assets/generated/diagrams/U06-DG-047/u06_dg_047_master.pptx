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faa26c44ad4783" /><Relationship Type="http://schemas.openxmlformats.org/officeDocument/2006/relationships/extended-properties" Target="/docProps/app.xml" Id="Rc310a2a19e734a49" /><Relationship Type="http://schemas.openxmlformats.org/officeDocument/2006/relationships/officeDocument" Target="/ppt/presentation.xml" Id="Rd05c96df5c744c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1709629034024"/>
  </p:sldMasterIdLst>
  <p:notesMasterIdLst>
    <p:notesMasterId xmlns:r="http://schemas.openxmlformats.org/officeDocument/2006/relationships" r:id="R372fc722d04443e5"/>
  </p:notesMasterIdLst>
  <p:sldIdLst>
    <p:sldId xmlns:r="http://schemas.openxmlformats.org/officeDocument/2006/relationships" id="256" r:id="R8b373718678b4b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9af3148634b6f" /><Relationship Type="http://schemas.openxmlformats.org/officeDocument/2006/relationships/slideMaster" Target="/ppt/slideMasters/slideMaster1.xml" Id="Rc8e1709629034024" /><Relationship Type="http://schemas.openxmlformats.org/officeDocument/2006/relationships/notesMaster" Target="/ppt/notesMasters/notesMaster1.xml" Id="R372fc722d04443e5" /><Relationship Type="http://schemas.openxmlformats.org/officeDocument/2006/relationships/presProps" Target="/ppt/presProps.xml" Id="R6259d7c3f8654ed5" /><Relationship Type="http://schemas.openxmlformats.org/officeDocument/2006/relationships/tableStyles" Target="/ppt/tableStyles.xml" Id="Rfeb151e3a4e649b4" /><Relationship Type="http://schemas.openxmlformats.org/officeDocument/2006/relationships/slide" Target="/ppt/slides/slide1.xml" Id="R8b373718678b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832381789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263ef5ff34889" /><Relationship Type="http://schemas.openxmlformats.org/officeDocument/2006/relationships/notesMaster" Target="/ppt/notesMasters/notesMaster1.xml" Id="R04de16b190ac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366e70ba841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c3ff6741df4a7c" /><Relationship Type="http://schemas.openxmlformats.org/officeDocument/2006/relationships/slideLayout" Target="/ppt/slideLayouts/slideLayout1.xml" Id="R59ab3ec66a8a46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b3ec66a8a46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ea8a46de54ac5" /><Relationship Type="http://schemas.openxmlformats.org/officeDocument/2006/relationships/notesSlide" Target="/ppt/notesSlides/notesSlide1.xml" Id="R42ecbd4cde2c48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CA28728-FE15-400F-80D2-0635E749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238E0AB-9715-4B58-8DB0-9EE3F6B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B17303F-6EF0-42A5-BA87-215944B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85C708E-DAEC-424F-B03E-D4303A1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Las OEA recorren una cadena de ida y vuelta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BA844FE2-E375-4601-AA80-789E2D53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FD65D8B4-FD0D-4BC1-9D69-F15926D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78FA4E20-BD15-47A3-80F0-90A8998F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09036F18-BE0E-4959-A0A0-B576679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53CF33A5-02F0-417F-9709-E0778A0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65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787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820150" y="3048000"/>
            <a:ext cx="9080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552450" y="4643438"/>
            <a:ext cx="11087100" cy="804863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BD92DF99-A40B-4F93-A4A8-F24659CB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CCE</a:t>
            </a:r>
          </a:p>
        </p:txBody>
      </p:sp>
      <p:sp>
        <p:nvSpPr>
          <p:cNvPr id="15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E359168F-ABEE-446E-A4ED-98072BCA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electroquímica →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mecánica</a:t>
            </a:r>
          </a:p>
        </p:txBody>
      </p:sp>
      <p:sp>
        <p:nvSpPr>
          <p:cNvPr id="16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8A5412B-FBAF-4709-8315-94313F9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Cóclea</a:t>
            </a:r>
          </a:p>
        </p:txBody>
      </p:sp>
      <p:sp>
        <p:nvSpPr>
          <p:cNvPr id="17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B2BEB482-4CEB-4137-9E1C-D348950C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propaga hacia atrás</a:t>
            </a:r>
          </a:p>
        </p:txBody>
      </p:sp>
      <p:sp>
        <p:nvSpPr>
          <p:cNvPr id="18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BEF1A900-A27C-446C-A618-E844D8F2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Oído medio</a:t>
            </a:r>
          </a:p>
        </p:txBody>
      </p:sp>
      <p:sp>
        <p:nvSpPr>
          <p:cNvPr id="19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74868602-3562-455B-BC04-4794D6FE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transmite</a:t>
            </a:r>
          </a:p>
        </p:txBody>
      </p:sp>
      <p:sp>
        <p:nvSpPr>
          <p:cNvPr id="20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44F7934D-B509-4B29-B209-5E73848F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CAE</a:t>
            </a:r>
          </a:p>
        </p:txBody>
      </p:sp>
      <p:sp>
        <p:nvSpPr>
          <p:cNvPr id="21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7FEECE5-388A-4FDD-8ACF-C854DDF9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 acústica</a:t>
            </a:r>
          </a:p>
        </p:txBody>
      </p:sp>
      <p:sp>
        <p:nvSpPr>
          <p:cNvPr id="22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FAE34895-35F1-45B2-B4B7-3B79B086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Micrófono</a:t>
            </a:r>
          </a:p>
        </p:txBody>
      </p:sp>
      <p:sp>
        <p:nvSpPr>
          <p:cNvPr id="23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1D408A78-4C24-4DCF-AE8E-6909745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registra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4973A16-0324-4A27-BA2E-F1844581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El registro depende de toda la cadena y no localiza por sí solo una lesión.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9633D13-0046-4DF5-A692-D52FCF0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754445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2026-08-10T23:16:19.1210000Z</dcterms:created>
  <dcterms:modified xsi:type="dcterms:W3CDTF">2026-08-10T23:16:19.1210000Z</dcterms:modified>
</coreProperties>
</file>