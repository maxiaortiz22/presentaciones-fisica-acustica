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5ef38ba818741f0" /><Relationship Type="http://schemas.openxmlformats.org/officeDocument/2006/relationships/extended-properties" Target="/docProps/app.xml" Id="R8e34520b3bee43b1" /><Relationship Type="http://schemas.openxmlformats.org/officeDocument/2006/relationships/officeDocument" Target="/ppt/presentation.xml" Id="Rd58d1f92d3a44b8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3622e1b612747cf"/>
  </p:sldMasterIdLst>
  <p:notesMasterIdLst>
    <p:notesMasterId xmlns:r="http://schemas.openxmlformats.org/officeDocument/2006/relationships" r:id="Rbe621d2183894d4a"/>
  </p:notesMasterIdLst>
  <p:sldIdLst>
    <p:sldId xmlns:r="http://schemas.openxmlformats.org/officeDocument/2006/relationships" id="256" r:id="R610ce584ca104af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ed765b902844494" /><Relationship Type="http://schemas.openxmlformats.org/officeDocument/2006/relationships/slideMaster" Target="/ppt/slideMasters/slideMaster1.xml" Id="R73622e1b612747cf" /><Relationship Type="http://schemas.openxmlformats.org/officeDocument/2006/relationships/notesMaster" Target="/ppt/notesMasters/notesMaster1.xml" Id="Rbe621d2183894d4a" /><Relationship Type="http://schemas.openxmlformats.org/officeDocument/2006/relationships/presProps" Target="/ppt/presProps.xml" Id="Rc768c5d16ec54801" /><Relationship Type="http://schemas.openxmlformats.org/officeDocument/2006/relationships/tableStyles" Target="/ppt/tableStyles.xml" Id="R0de7e09d64b64742" /><Relationship Type="http://schemas.openxmlformats.org/officeDocument/2006/relationships/slide" Target="/ppt/slides/slide1.xml" Id="R610ce584ca104af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69a6ff46f2d49b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51b75d529614268" /><Relationship Type="http://schemas.openxmlformats.org/officeDocument/2006/relationships/notesMaster" Target="/ppt/notesMasters/notesMaster1.xml" Id="Rfb9e1c058632405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9a46e52cf04b0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43f56e001884d9c" /><Relationship Type="http://schemas.openxmlformats.org/officeDocument/2006/relationships/slideLayout" Target="/ppt/slideLayouts/slideLayout1.xml" Id="Re7e39ae61f23475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7e39ae61f2347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071bf3ece5415f" /><Relationship Type="http://schemas.openxmlformats.org/officeDocument/2006/relationships/notesSlide" Target="/ppt/notesSlides/notesSlide1.xml" Id="R76c17ce5d1b14e3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40223D38-92C7-458F-876E-8EA57386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348880F5-249B-4997-8202-700477CCE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65DAD5C7-B696-43F5-9093-3FD219EB7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E86C534C-EFCD-42D4-8960-80CE233FC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dB SPL y sonoridad describen dominios distintos</a:t>
            </a:r>
          </a:p>
        </p:txBody>
      </p:sp>
      <p:sp>
        <p:nvSpPr>
          <p:cNvPr id="5" name="panel_left_box">
            <a:extLst xmlns:a="http://schemas.openxmlformats.org/drawingml/2006/main">
              <a:ext uri="{FF2B5EF4-FFF2-40B4-BE49-F238E27FC236}">
                <a16:creationId xmlns:a16="http://schemas.microsoft.com/office/drawing/2014/main" id="{4A7DADC9-6BD6-40FB-A581-4A853563B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14500"/>
            <a:ext cx="4953000" cy="3333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panel_right_box">
            <a:extLst xmlns:a="http://schemas.openxmlformats.org/drawingml/2006/main">
              <a:ext uri="{FF2B5EF4-FFF2-40B4-BE49-F238E27FC236}">
                <a16:creationId xmlns:a16="http://schemas.microsoft.com/office/drawing/2014/main" id="{51BAE255-4CE8-4C9A-AD03-B7E829D68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14500"/>
            <a:ext cx="4953000" cy="33337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7" name="panel_left_title">
            <a:extLst xmlns:a="http://schemas.openxmlformats.org/drawingml/2006/main">
              <a:ext uri="{FF2B5EF4-FFF2-40B4-BE49-F238E27FC236}">
                <a16:creationId xmlns:a16="http://schemas.microsoft.com/office/drawing/2014/main" id="{4CD7A5BE-1FBF-4868-ACDA-9273A34E1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57375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Nivel sonoro</a:t>
            </a:r>
          </a:p>
        </p:txBody>
      </p:sp>
      <p:sp>
        <p:nvSpPr>
          <p:cNvPr id="8" name="panel_left_body">
            <a:extLst xmlns:a="http://schemas.openxmlformats.org/drawingml/2006/main">
              <a:ext uri="{FF2B5EF4-FFF2-40B4-BE49-F238E27FC236}">
                <a16:creationId xmlns:a16="http://schemas.microsoft.com/office/drawing/2014/main" id="{07A7C669-DF46-4F11-84F7-5977CC5E9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57200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dB SPL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magnitud física</a:t>
            </a:r>
          </a:p>
        </p:txBody>
      </p:sp>
      <p:sp>
        <p:nvSpPr>
          <p:cNvPr id="9" name="panel_right_title">
            <a:extLst xmlns:a="http://schemas.openxmlformats.org/drawingml/2006/main">
              <a:ext uri="{FF2B5EF4-FFF2-40B4-BE49-F238E27FC236}">
                <a16:creationId xmlns:a16="http://schemas.microsoft.com/office/drawing/2014/main" id="{7C5B6B39-A533-4399-BF40-C25584E67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57375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Sonoridad</a:t>
            </a:r>
          </a:p>
        </p:txBody>
      </p:sp>
      <p:sp>
        <p:nvSpPr>
          <p:cNvPr id="10" name="panel_right_body">
            <a:extLst xmlns:a="http://schemas.openxmlformats.org/drawingml/2006/main">
              <a:ext uri="{FF2B5EF4-FFF2-40B4-BE49-F238E27FC236}">
                <a16:creationId xmlns:a16="http://schemas.microsoft.com/office/drawing/2014/main" id="{383AD83C-679C-41C9-9E9D-FDAC4DB5B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05050"/>
            <a:ext cx="457200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percepto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condicionado</a:t>
            </a:r>
          </a:p>
        </p:txBody>
      </p:sp>
      <p:sp>
        <p:nvSpPr>
          <p:cNvPr id="11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C7BD5F3B-BAF9-4641-99B4-395FD6621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D3D3D"/>
                </a:solidFill>
              </a:defRPr>
            </a:pPr>
            <a:r>
              <a:rPr sz="1650" b="0">
                <a:solidFill>
                  <a:srgbClr val="3D3D3D"/>
                </a:solidFill>
              </a:rPr>
              <a:t>La respuesta periférica condiciona la percepción, pero no la determina de forma lineal.</a:t>
            </a:r>
          </a:p>
        </p:txBody>
      </p:sp>
      <p:sp>
        <p:nvSpPr>
          <p:cNvPr id="12" name="source_note">
            <a:extLst xmlns:a="http://schemas.openxmlformats.org/drawingml/2006/main">
              <a:ext uri="{FF2B5EF4-FFF2-40B4-BE49-F238E27FC236}">
                <a16:creationId xmlns:a16="http://schemas.microsoft.com/office/drawing/2014/main" id="{01E87BC6-1DEA-432E-AD8E-9423600F9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Libro del curso, secciones 6.7–6.9; Fettiplace (2017); elaboración conceptual propia.</a:t>
            </a:r>
          </a:p>
        </p:txBody>
      </p:sp>
    </p:spTree>
    <p:extLst>
      <p:ext uri="{BB962C8B-B14F-4D97-AF65-F5344CB8AC3E}">
        <p14:creationId xmlns:p14="http://schemas.microsoft.com/office/powerpoint/2010/main" val="5149897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2026-08-10T18:36:09.2300000Z</dcterms:created>
  <dcterms:modified xsi:type="dcterms:W3CDTF">2026-08-10T18:36:09.2300000Z</dcterms:modified>
</coreProperties>
</file>