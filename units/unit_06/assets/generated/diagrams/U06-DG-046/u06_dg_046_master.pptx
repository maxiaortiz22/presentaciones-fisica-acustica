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9ea6929c0418d" /><Relationship Type="http://schemas.openxmlformats.org/officeDocument/2006/relationships/extended-properties" Target="/docProps/app.xml" Id="R2bf396a341ff4d31" /><Relationship Type="http://schemas.openxmlformats.org/officeDocument/2006/relationships/officeDocument" Target="/ppt/presentation.xml" Id="R2bd7a00bffdd4a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bcad3d3ab04378"/>
  </p:sldMasterIdLst>
  <p:notesMasterIdLst>
    <p:notesMasterId xmlns:r="http://schemas.openxmlformats.org/officeDocument/2006/relationships" r:id="R777adcf2cc774a15"/>
  </p:notesMasterIdLst>
  <p:sldIdLst>
    <p:sldId xmlns:r="http://schemas.openxmlformats.org/officeDocument/2006/relationships" id="256" r:id="Rae748e40ae4b4b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916a57458d48f9" /><Relationship Type="http://schemas.openxmlformats.org/officeDocument/2006/relationships/slideMaster" Target="/ppt/slideMasters/slideMaster1.xml" Id="Rafbcad3d3ab04378" /><Relationship Type="http://schemas.openxmlformats.org/officeDocument/2006/relationships/notesMaster" Target="/ppt/notesMasters/notesMaster1.xml" Id="R777adcf2cc774a15" /><Relationship Type="http://schemas.openxmlformats.org/officeDocument/2006/relationships/presProps" Target="/ppt/presProps.xml" Id="R6cc6af5d40534a5d" /><Relationship Type="http://schemas.openxmlformats.org/officeDocument/2006/relationships/tableStyles" Target="/ppt/tableStyles.xml" Id="R95e6b01cd9b64466" /><Relationship Type="http://schemas.openxmlformats.org/officeDocument/2006/relationships/slide" Target="/ppt/slides/slide1.xml" Id="Rae748e40ae4b4b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8c9d6577694b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32512e3eb4d24" /><Relationship Type="http://schemas.openxmlformats.org/officeDocument/2006/relationships/notesMaster" Target="/ppt/notesMasters/notesMaster1.xml" Id="Rfeb5d5d67e134e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7fdf329134d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146dd48d7a4d88" /><Relationship Type="http://schemas.openxmlformats.org/officeDocument/2006/relationships/slideLayout" Target="/ppt/slideLayouts/slideLayout1.xml" Id="R1d930b32de9e44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930b32de9e44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5c5ea18f94c25" /><Relationship Type="http://schemas.openxmlformats.org/officeDocument/2006/relationships/notesSlide" Target="/ppt/notesSlides/notesSlide1.xml" Id="Rcaa8fb47a52648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99C67B58-51B8-4039-90AA-CA3C365E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8E9B60B-3F96-42EF-9448-CE110310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7B16CFE-B6B6-44D1-AF44-61E46C3E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C757A06-758E-4418-9373-019EB2A9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CCE realimenta la mecánica coclear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699CD97C-B454-4DD7-A0E6-9C6A94DA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47E86C0F-CA1E-4D7B-A83C-2204F9AF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F70617C7-1568-4551-9BFB-5C20D285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7405F846-3878-4420-BEDF-260AA6F3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1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feedback"/>
          <p:cNvCxnSpPr>
            <a:stCxn xmlns:a="http://schemas.openxmlformats.org/drawingml/2006/main" id="8" idx="2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>
            <a:off x="1995488" y="4095750"/>
            <a:ext cx="8201025" cy="228600"/>
          </a:xfrm>
          <a:prstGeom xmlns:a="http://schemas.openxmlformats.org/drawingml/2006/main" prst="bentConnector3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6B364132-0124-4601-94F6-70EDEA19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Movimiento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coclear</a:t>
            </a:r>
          </a:p>
        </p:txBody>
      </p:sp>
      <p:sp>
        <p:nvSpPr>
          <p:cNvPr id="14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86A72A4A-DFDE-47F8-ACFD-B8361E4C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entrada</a:t>
            </a:r>
          </a:p>
        </p:txBody>
      </p:sp>
      <p:sp>
        <p:nvSpPr>
          <p:cNvPr id="15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9143F2BD-E3D7-4C14-B731-1548D103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Haz de CCE</a:t>
            </a:r>
          </a:p>
        </p:txBody>
      </p:sp>
      <p:sp>
        <p:nvSpPr>
          <p:cNvPr id="16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9B95C268-F6AB-46EC-828A-93C6ADEE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deflecta</a:t>
            </a:r>
          </a:p>
        </p:txBody>
      </p:sp>
      <p:sp>
        <p:nvSpPr>
          <p:cNvPr id="17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76DE38B8-AC9A-4846-A133-525D8F77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CCE</a:t>
            </a:r>
          </a:p>
        </p:txBody>
      </p:sp>
      <p:sp>
        <p:nvSpPr>
          <p:cNvPr id="18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093DECAD-E902-42F1-AC9F-12855A9A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electromóvil</a:t>
            </a:r>
          </a:p>
        </p:txBody>
      </p:sp>
      <p:sp>
        <p:nvSpPr>
          <p:cNvPr id="19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4415E1C1-6DA4-4A25-BB99-B4E4078A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Mecánica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local</a:t>
            </a:r>
          </a:p>
        </p:txBody>
      </p:sp>
      <p:sp>
        <p:nvSpPr>
          <p:cNvPr id="20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8D173DB4-85D4-4B67-9CCC-C51A5DA6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modifica</a:t>
            </a:r>
          </a:p>
        </p:txBody>
      </p:sp>
      <p:sp>
        <p:nvSpPr>
          <p:cNvPr id="2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D451E77-0DA0-4D16-AF52-6DC3AD54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Realimentación conceptual; no representa una ganancia constante.</a:t>
            </a:r>
          </a:p>
        </p:txBody>
      </p:sp>
      <p:sp>
        <p:nvSpPr>
          <p:cNvPr id="2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BCBC880-A8C3-4144-9E02-15AE507F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508836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2026-08-10T18:36:03.3360000Z</dcterms:created>
  <dcterms:modified xsi:type="dcterms:W3CDTF">2026-08-10T18:36:03.3360000Z</dcterms:modified>
</coreProperties>
</file>