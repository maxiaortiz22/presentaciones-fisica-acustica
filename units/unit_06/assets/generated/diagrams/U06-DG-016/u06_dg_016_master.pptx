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99473285641bb" /><Relationship Type="http://schemas.openxmlformats.org/officeDocument/2006/relationships/extended-properties" Target="/docProps/app.xml" Id="R68d7c3cf22df4acb" /><Relationship Type="http://schemas.openxmlformats.org/officeDocument/2006/relationships/officeDocument" Target="/ppt/presentation.xml" Id="R1524c14d627846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fb9e985af94fbb"/>
  </p:sldMasterIdLst>
  <p:notesMasterIdLst>
    <p:notesMasterId xmlns:r="http://schemas.openxmlformats.org/officeDocument/2006/relationships" r:id="Re97855ed1e1a412b"/>
  </p:notesMasterIdLst>
  <p:sldIdLst>
    <p:sldId xmlns:r="http://schemas.openxmlformats.org/officeDocument/2006/relationships" id="256" r:id="R36cbb62d2d1e45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957d56086b4ab7" /><Relationship Type="http://schemas.openxmlformats.org/officeDocument/2006/relationships/slideMaster" Target="/ppt/slideMasters/slideMaster1.xml" Id="Rcdfb9e985af94fbb" /><Relationship Type="http://schemas.openxmlformats.org/officeDocument/2006/relationships/notesMaster" Target="/ppt/notesMasters/notesMaster1.xml" Id="Re97855ed1e1a412b" /><Relationship Type="http://schemas.openxmlformats.org/officeDocument/2006/relationships/presProps" Target="/ppt/presProps.xml" Id="Rc563cc2d79094920" /><Relationship Type="http://schemas.openxmlformats.org/officeDocument/2006/relationships/tableStyles" Target="/ppt/tableStyles.xml" Id="R068386ec8aac4dea" /><Relationship Type="http://schemas.openxmlformats.org/officeDocument/2006/relationships/slide" Target="/ppt/slides/slide1.xml" Id="R36cbb62d2d1e45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4731dbb17249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42306b19fe4bc2" /><Relationship Type="http://schemas.openxmlformats.org/officeDocument/2006/relationships/notesMaster" Target="/ppt/notesMasters/notesMaster1.xml" Id="Ra751e0fe882343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9bab0831546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f0d2d390c2401a" /><Relationship Type="http://schemas.openxmlformats.org/officeDocument/2006/relationships/slideLayout" Target="/ppt/slideLayouts/slideLayout1.xml" Id="R64a24881a76940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a24881a76940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99801bdcb46f0" /><Relationship Type="http://schemas.openxmlformats.org/officeDocument/2006/relationships/notesSlide" Target="/ppt/notesSlides/notesSlide1.xml" Id="Raec3e58095f44e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60C6179-81B8-42EC-BADB-6382138E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9D45F6C-F77E-4ED5-8BBD-07762C9F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EA2C7F07-9CC8-4481-88CA-8629DBA7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A5FFD6E-3ED2-468B-9A6C-271967EF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En una interfaz parte se transfiere y parte se refleja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D87A2FE2-8B7A-47A3-B52D-C163C986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4762500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FEEB5738-6A2F-46FF-B3BB-8A32E6EC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4036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D36DE0B5-09CC-41CB-9F9B-38E0DBF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3619500"/>
            <a:ext cx="34036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4D70E5C0-230C-4F2C-96CD-7C7175E4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7350" y="3619500"/>
            <a:ext cx="340360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82850" y="2667000"/>
            <a:ext cx="36131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667000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667000"/>
            <a:ext cx="36131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4345A21B-BA17-4090-9608-3F1640A3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Interfaz aire–fluido</a:t>
            </a:r>
          </a:p>
        </p:txBody>
      </p:sp>
      <p:sp>
        <p:nvSpPr>
          <p:cNvPr id="13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AEB9E763-1476-4344-AFFE-5C57BECE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71675"/>
            <a:ext cx="4381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desadaptación</a:t>
            </a:r>
          </a:p>
        </p:txBody>
      </p:sp>
      <p:sp>
        <p:nvSpPr>
          <p:cNvPr id="14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6AF7F5DF-E932-49CE-9A46-89B997A4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302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Entrada en aire</a:t>
            </a:r>
          </a:p>
        </p:txBody>
      </p:sp>
      <p:sp>
        <p:nvSpPr>
          <p:cNvPr id="15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523148B9-2F32-42C7-8429-6A1FD804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3022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energía incidente</a:t>
            </a:r>
          </a:p>
        </p:txBody>
      </p:sp>
      <p:sp>
        <p:nvSpPr>
          <p:cNvPr id="16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30CB3AFB-CEF8-4064-B866-904588F4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3762375"/>
            <a:ext cx="302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Transferencia</a:t>
            </a:r>
          </a:p>
        </p:txBody>
      </p:sp>
      <p:sp>
        <p:nvSpPr>
          <p:cNvPr id="17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24CD7993-CD0C-4696-B10C-201A08F1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700" y="4210050"/>
            <a:ext cx="3022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hacia el fluido</a:t>
            </a:r>
          </a:p>
        </p:txBody>
      </p:sp>
      <p:sp>
        <p:nvSpPr>
          <p:cNvPr id="18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BD0A75A2-BB9F-43D2-B071-BFD431B2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3762375"/>
            <a:ext cx="302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Reflexión</a:t>
            </a:r>
          </a:p>
        </p:txBody>
      </p:sp>
      <p:sp>
        <p:nvSpPr>
          <p:cNvPr id="19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E73C183B-5A9C-43B0-A7F3-FF5099B0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850" y="4210050"/>
            <a:ext cx="3022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hacia el aire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D8B2FBDB-4FD3-44EC-ABA2-66E13CBA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Esquema energético cualitativo; los grosores no representan porcentajes.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4D8C897-9C34-422D-BBF1-2B4DBFF2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495724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2026-08-10T18:35:53.7030000Z</dcterms:created>
  <dcterms:modified xsi:type="dcterms:W3CDTF">2026-08-10T18:35:53.7030000Z</dcterms:modified>
</coreProperties>
</file>