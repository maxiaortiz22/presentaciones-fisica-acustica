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a5ad5542e84f02" /><Relationship Type="http://schemas.openxmlformats.org/officeDocument/2006/relationships/extended-properties" Target="/docProps/app.xml" Id="Rced9717678124acd" /><Relationship Type="http://schemas.openxmlformats.org/officeDocument/2006/relationships/officeDocument" Target="/ppt/presentation.xml" Id="Rf0b35f7ae42b48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27408082c44bca"/>
  </p:sldMasterIdLst>
  <p:notesMasterIdLst>
    <p:notesMasterId xmlns:r="http://schemas.openxmlformats.org/officeDocument/2006/relationships" r:id="Re5c10e1f37c04851"/>
  </p:notesMasterIdLst>
  <p:sldIdLst>
    <p:sldId xmlns:r="http://schemas.openxmlformats.org/officeDocument/2006/relationships" id="256" r:id="Ra6f406ea044149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905b9f0a3e4207" /><Relationship Type="http://schemas.openxmlformats.org/officeDocument/2006/relationships/slideMaster" Target="/ppt/slideMasters/slideMaster1.xml" Id="R8a27408082c44bca" /><Relationship Type="http://schemas.openxmlformats.org/officeDocument/2006/relationships/notesMaster" Target="/ppt/notesMasters/notesMaster1.xml" Id="Re5c10e1f37c04851" /><Relationship Type="http://schemas.openxmlformats.org/officeDocument/2006/relationships/presProps" Target="/ppt/presProps.xml" Id="R2b06911423b44d8e" /><Relationship Type="http://schemas.openxmlformats.org/officeDocument/2006/relationships/tableStyles" Target="/ppt/tableStyles.xml" Id="R252f92c6f1e7498b" /><Relationship Type="http://schemas.openxmlformats.org/officeDocument/2006/relationships/slide" Target="/ppt/slides/slide1.xml" Id="Ra6f406ea044149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6a812980764a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88836ce84d4c6a" /><Relationship Type="http://schemas.openxmlformats.org/officeDocument/2006/relationships/notesMaster" Target="/ppt/notesMasters/notesMaster1.xml" Id="Rd6eb14408ca445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5013cdc614f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30231727b34587" /><Relationship Type="http://schemas.openxmlformats.org/officeDocument/2006/relationships/slideLayout" Target="/ppt/slideLayouts/slideLayout1.xml" Id="Re0249515646a43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249515646a43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16d87e1f347a1" /><Relationship Type="http://schemas.openxmlformats.org/officeDocument/2006/relationships/notesSlide" Target="/ppt/notesSlides/notesSlide1.xml" Id="R31d29f9875164c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79BF861B-882E-42FE-B407-39A5897B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245058A-B0D5-4C69-870E-7CD5DBC1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A8EBE68A-C3F6-4DF2-8C1B-1AA91888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8B72F56-BFD7-4D9A-8277-5628BCEF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Las ventanas permiten desplazar el fluido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0E7F8B59-F427-46F3-A4C6-E748F5D6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8C023817-ACEB-4502-AF56-32BFA24F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2D649595-51E4-4632-908C-DE0DBF64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13AE4858-22A9-42AE-9378-106DF4F6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0992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7727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3FE1EA21-A560-4889-AB10-80DDDF89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Estribo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76BC3766-4843-4396-ADC8-510C5877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empuja ventana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oval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495B4B49-9D82-43CF-B8C7-93A15C6C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Fluido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coclear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8844C7EA-0E4D-4DD5-86EA-FE983550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 desplaza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CB885AA6-D958-4971-BBAC-FB3F0518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Ventana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5B8AD0B0-BD84-4D68-B0D6-D1CC2587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redonda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opuesta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A7D12019-055B-4600-BE02-323784AB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Frontera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6EE28389-85AC-4C6E-BB6A-E25959B8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cambia la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respuesta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9C501921-BDAA-4D45-B95A-28126DDE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Sentidos alternantes; no representa circulación completa del fluido.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B2D44028-8611-4277-9B9A-F85B9B50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1057238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2026-08-10T18:35:58.8480000Z</dcterms:created>
  <dcterms:modified xsi:type="dcterms:W3CDTF">2026-08-10T18:35:58.8480000Z</dcterms:modified>
</coreProperties>
</file>