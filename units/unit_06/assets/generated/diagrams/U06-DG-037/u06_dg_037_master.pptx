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f53478dff94fe8" /><Relationship Type="http://schemas.openxmlformats.org/officeDocument/2006/relationships/extended-properties" Target="/docProps/app.xml" Id="R26b9bf92d3f94f20" /><Relationship Type="http://schemas.openxmlformats.org/officeDocument/2006/relationships/officeDocument" Target="/ppt/presentation.xml" Id="R8dc66f03dd9441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a5772c465147c0"/>
  </p:sldMasterIdLst>
  <p:notesMasterIdLst>
    <p:notesMasterId xmlns:r="http://schemas.openxmlformats.org/officeDocument/2006/relationships" r:id="R4f80cf9e0c60483a"/>
  </p:notesMasterIdLst>
  <p:sldIdLst>
    <p:sldId xmlns:r="http://schemas.openxmlformats.org/officeDocument/2006/relationships" id="256" r:id="R0f5a7c9c652d44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400f0ed2dc497c" /><Relationship Type="http://schemas.openxmlformats.org/officeDocument/2006/relationships/slideMaster" Target="/ppt/slideMasters/slideMaster1.xml" Id="Rf0a5772c465147c0" /><Relationship Type="http://schemas.openxmlformats.org/officeDocument/2006/relationships/notesMaster" Target="/ppt/notesMasters/notesMaster1.xml" Id="R4f80cf9e0c60483a" /><Relationship Type="http://schemas.openxmlformats.org/officeDocument/2006/relationships/presProps" Target="/ppt/presProps.xml" Id="R7ef5d94029bc41aa" /><Relationship Type="http://schemas.openxmlformats.org/officeDocument/2006/relationships/tableStyles" Target="/ppt/tableStyles.xml" Id="R800677b3923c4bdc" /><Relationship Type="http://schemas.openxmlformats.org/officeDocument/2006/relationships/slide" Target="/ppt/slides/slide1.xml" Id="R0f5a7c9c652d44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3ddf98820d42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a0b5caf7154c01" /><Relationship Type="http://schemas.openxmlformats.org/officeDocument/2006/relationships/notesMaster" Target="/ppt/notesMasters/notesMaster1.xml" Id="R5f31edd8b03741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2ad89003e14d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b4a7b5e2d549ea" /><Relationship Type="http://schemas.openxmlformats.org/officeDocument/2006/relationships/slideLayout" Target="/ppt/slideLayouts/slideLayout1.xml" Id="R894193b3173341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4193b3173341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d5f68b49a74e82" /><Relationship Type="http://schemas.openxmlformats.org/officeDocument/2006/relationships/notesSlide" Target="/ppt/notesSlides/notesSlide1.xml" Id="R101423841f3b43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B44664D6-4C1C-442E-87A9-DEBF6E38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BE3F48EF-2C58-427D-B887-0D5CA5D7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4065099E-1786-44E3-8C23-A249D68F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C84DBFB1-510C-40A1-8B3E-686CF470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Dos vistas describen la misma cóclea</a:t>
            </a:r>
          </a:p>
        </p:txBody>
      </p:sp>
      <p:sp>
        <p:nvSpPr>
          <p:cNvPr id="5" name="panel_left_box">
            <a:extLst xmlns:a="http://schemas.openxmlformats.org/drawingml/2006/main">
              <a:ext uri="{FF2B5EF4-FFF2-40B4-BE49-F238E27FC236}">
                <a16:creationId xmlns:a16="http://schemas.microsoft.com/office/drawing/2014/main" id="{5CCD85E5-47D1-4060-A827-09A7C05E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4953000" cy="3333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panel_right_box">
            <a:extLst xmlns:a="http://schemas.openxmlformats.org/drawingml/2006/main">
              <a:ext uri="{FF2B5EF4-FFF2-40B4-BE49-F238E27FC236}">
                <a16:creationId xmlns:a16="http://schemas.microsoft.com/office/drawing/2014/main" id="{3381BAA6-C367-4F5F-BD37-BD0CC831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14500"/>
            <a:ext cx="4953000" cy="3333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7" name="panel_left_title">
            <a:extLst xmlns:a="http://schemas.openxmlformats.org/drawingml/2006/main">
              <a:ext uri="{FF2B5EF4-FFF2-40B4-BE49-F238E27FC236}">
                <a16:creationId xmlns:a16="http://schemas.microsoft.com/office/drawing/2014/main" id="{DBB1904D-FA79-4F6A-B703-68048376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573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Vista longitudinal</a:t>
            </a:r>
          </a:p>
        </p:txBody>
      </p:sp>
      <p:sp>
        <p:nvSpPr>
          <p:cNvPr id="8" name="panel_left_body">
            <a:extLst xmlns:a="http://schemas.openxmlformats.org/drawingml/2006/main">
              <a:ext uri="{FF2B5EF4-FFF2-40B4-BE49-F238E27FC236}">
                <a16:creationId xmlns:a16="http://schemas.microsoft.com/office/drawing/2014/main" id="{BD1F0419-2E09-4B84-8C7C-58EE583E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5720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base → ápex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lugar característico</a:t>
            </a:r>
          </a:p>
        </p:txBody>
      </p:sp>
      <p:sp>
        <p:nvSpPr>
          <p:cNvPr id="9" name="panel_right_title">
            <a:extLst xmlns:a="http://schemas.openxmlformats.org/drawingml/2006/main">
              <a:ext uri="{FF2B5EF4-FFF2-40B4-BE49-F238E27FC236}">
                <a16:creationId xmlns:a16="http://schemas.microsoft.com/office/drawing/2014/main" id="{1CD1A603-F676-48C7-A7EA-DAB46F70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573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Corte transversal</a:t>
            </a:r>
          </a:p>
        </p:txBody>
      </p:sp>
      <p:sp>
        <p:nvSpPr>
          <p:cNvPr id="10" name="panel_right_body">
            <a:extLst xmlns:a="http://schemas.openxmlformats.org/drawingml/2006/main">
              <a:ext uri="{FF2B5EF4-FFF2-40B4-BE49-F238E27FC236}">
                <a16:creationId xmlns:a16="http://schemas.microsoft.com/office/drawing/2014/main" id="{CDE8C279-9A17-4922-8BA4-0B65A9CA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05050"/>
            <a:ext cx="45720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tres compartimentos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órgano de Corti</a:t>
            </a:r>
          </a:p>
        </p:txBody>
      </p:sp>
      <p:sp>
        <p:nvSpPr>
          <p:cNvPr id="11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346D6578-6BCF-4B57-83AB-C3235AF5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escala.</a:t>
            </a:r>
          </a:p>
        </p:txBody>
      </p:sp>
      <p:sp>
        <p:nvSpPr>
          <p:cNvPr id="12" name="source_note">
            <a:extLst xmlns:a="http://schemas.openxmlformats.org/drawingml/2006/main">
              <a:ext uri="{FF2B5EF4-FFF2-40B4-BE49-F238E27FC236}">
                <a16:creationId xmlns:a16="http://schemas.microsoft.com/office/drawing/2014/main" id="{C620AADB-026D-413B-85B1-C6DAF2BF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curso, secciones 6.7–6.9; Fettiplace (2017); elaboración conceptual propia.</a:t>
            </a:r>
          </a:p>
        </p:txBody>
      </p:sp>
    </p:spTree>
    <p:extLst>
      <p:ext uri="{BB962C8B-B14F-4D97-AF65-F5344CB8AC3E}">
        <p14:creationId xmlns:p14="http://schemas.microsoft.com/office/powerpoint/2010/main" val="2652317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2026-08-10T18:36:00.0500000Z</dcterms:created>
  <dcterms:modified xsi:type="dcterms:W3CDTF">2026-08-10T18:36:00.0500000Z</dcterms:modified>
</coreProperties>
</file>