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dd23438f9534840" /><Relationship Type="http://schemas.openxmlformats.org/officeDocument/2006/relationships/extended-properties" Target="/docProps/app.xml" Id="Rcdae5b6fb882409f" /><Relationship Type="http://schemas.openxmlformats.org/officeDocument/2006/relationships/officeDocument" Target="/ppt/presentation.xml" Id="R7b98300dfd5d493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0da29976411426c"/>
  </p:sldMasterIdLst>
  <p:notesMasterIdLst>
    <p:notesMasterId xmlns:r="http://schemas.openxmlformats.org/officeDocument/2006/relationships" r:id="R3fcd2ce74c9b47f2"/>
  </p:notesMasterIdLst>
  <p:sldIdLst>
    <p:sldId xmlns:r="http://schemas.openxmlformats.org/officeDocument/2006/relationships" id="256" r:id="R9fd9bd27e18f474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7f57861f44140ee" /><Relationship Type="http://schemas.openxmlformats.org/officeDocument/2006/relationships/slideMaster" Target="/ppt/slideMasters/slideMaster1.xml" Id="R10da29976411426c" /><Relationship Type="http://schemas.openxmlformats.org/officeDocument/2006/relationships/notesMaster" Target="/ppt/notesMasters/notesMaster1.xml" Id="R3fcd2ce74c9b47f2" /><Relationship Type="http://schemas.openxmlformats.org/officeDocument/2006/relationships/presProps" Target="/ppt/presProps.xml" Id="R3e587591c79645a9" /><Relationship Type="http://schemas.openxmlformats.org/officeDocument/2006/relationships/tableStyles" Target="/ppt/tableStyles.xml" Id="R0a2230dad4bc4191" /><Relationship Type="http://schemas.openxmlformats.org/officeDocument/2006/relationships/slide" Target="/ppt/slides/slide1.xml" Id="R9fd9bd27e18f474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425588208254d0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cd41860883f4888" /><Relationship Type="http://schemas.openxmlformats.org/officeDocument/2006/relationships/notesMaster" Target="/ppt/notesMasters/notesMaster1.xml" Id="R6296b21675694de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71c11ceec347a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a3c7569d380424a" /><Relationship Type="http://schemas.openxmlformats.org/officeDocument/2006/relationships/slideLayout" Target="/ppt/slideLayouts/slideLayout1.xml" Id="R3a0f25d0f6d449d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a0f25d0f6d449d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912300b40c42af" /><Relationship Type="http://schemas.openxmlformats.org/officeDocument/2006/relationships/notesSlide" Target="/ppt/notesSlides/notesSlide1.xml" Id="Rbcbe33701de5499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2754ABC3-650E-4A6A-8A7F-BA21FFC81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56A1F9F1-DED5-4CBB-BB79-FBF61F2DC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E2B25A0A-ED5E-4F41-85B0-41245EA6D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6947EDE0-8A06-4AF4-95F9-505BA8414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La cóclea se lee siempre de base a ápex</a:t>
            </a:r>
          </a:p>
        </p:txBody>
      </p:sp>
      <p:sp>
        <p:nvSpPr>
          <p:cNvPr id="5" name="stage_1_box">
            <a:extLst xmlns:a="http://schemas.openxmlformats.org/drawingml/2006/main">
              <a:ext uri="{FF2B5EF4-FFF2-40B4-BE49-F238E27FC236}">
                <a16:creationId xmlns:a16="http://schemas.microsoft.com/office/drawing/2014/main" id="{F60F43D6-54EE-4706-AFF1-06F98A8FF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28875"/>
            <a:ext cx="2428875" cy="166687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6" name="stage_2_box">
            <a:extLst xmlns:a="http://schemas.openxmlformats.org/drawingml/2006/main">
              <a:ext uri="{FF2B5EF4-FFF2-40B4-BE49-F238E27FC236}">
                <a16:creationId xmlns:a16="http://schemas.microsoft.com/office/drawing/2014/main" id="{27C683E2-1C7E-4E50-AEB9-59F909884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428875"/>
            <a:ext cx="2428875" cy="166687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7" name="stage_3_box">
            <a:extLst xmlns:a="http://schemas.openxmlformats.org/drawingml/2006/main">
              <a:ext uri="{FF2B5EF4-FFF2-40B4-BE49-F238E27FC236}">
                <a16:creationId xmlns:a16="http://schemas.microsoft.com/office/drawing/2014/main" id="{4353B9D2-C80E-4633-9BAE-C2DBF6A9C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28875"/>
            <a:ext cx="2428875" cy="166687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8" name="stage_4_box">
            <a:extLst xmlns:a="http://schemas.openxmlformats.org/drawingml/2006/main">
              <a:ext uri="{FF2B5EF4-FFF2-40B4-BE49-F238E27FC236}">
                <a16:creationId xmlns:a16="http://schemas.microsoft.com/office/drawing/2014/main" id="{70EBBD95-A3D6-45E1-81F3-0ABB2A7B7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428875"/>
            <a:ext cx="2428875" cy="166687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cxnSp>
        <p:nvCxnSpPr>
          <p:cNvPr id="30" name="flow_1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209925" y="3262313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1" name="flow_2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943600" y="3262313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2" name="flow_3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8677275" y="3262313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2" name="stage_1_title">
            <a:extLst xmlns:a="http://schemas.openxmlformats.org/drawingml/2006/main">
              <a:ext uri="{FF2B5EF4-FFF2-40B4-BE49-F238E27FC236}">
                <a16:creationId xmlns:a16="http://schemas.microsoft.com/office/drawing/2014/main" id="{311F800E-1491-4B07-A879-FC814E956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71750"/>
            <a:ext cx="2047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Base</a:t>
            </a:r>
          </a:p>
        </p:txBody>
      </p:sp>
      <p:sp>
        <p:nvSpPr>
          <p:cNvPr id="13" name="stage_1_body">
            <a:extLst xmlns:a="http://schemas.openxmlformats.org/drawingml/2006/main">
              <a:ext uri="{FF2B5EF4-FFF2-40B4-BE49-F238E27FC236}">
                <a16:creationId xmlns:a16="http://schemas.microsoft.com/office/drawing/2014/main" id="{2EE98126-E618-47BA-8DBE-9A7D005DB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204787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ventanas</a:t>
            </a:r>
          </a:p>
        </p:txBody>
      </p:sp>
      <p:sp>
        <p:nvSpPr>
          <p:cNvPr id="14" name="stage_2_title">
            <a:extLst xmlns:a="http://schemas.openxmlformats.org/drawingml/2006/main">
              <a:ext uri="{FF2B5EF4-FFF2-40B4-BE49-F238E27FC236}">
                <a16:creationId xmlns:a16="http://schemas.microsoft.com/office/drawing/2014/main" id="{67EEB0B9-A57A-4534-A03C-42935A617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571750"/>
            <a:ext cx="2047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Primera</a:t>
            </a:r>
          </a:p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vuelta</a:t>
            </a:r>
          </a:p>
        </p:txBody>
      </p:sp>
      <p:sp>
        <p:nvSpPr>
          <p:cNvPr id="15" name="stage_2_body">
            <a:extLst xmlns:a="http://schemas.openxmlformats.org/drawingml/2006/main">
              <a:ext uri="{FF2B5EF4-FFF2-40B4-BE49-F238E27FC236}">
                <a16:creationId xmlns:a16="http://schemas.microsoft.com/office/drawing/2014/main" id="{02A0B7CA-58B1-4BC1-93AA-8AD0F186C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3343275"/>
            <a:ext cx="204787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trayecto</a:t>
            </a:r>
          </a:p>
        </p:txBody>
      </p:sp>
      <p:sp>
        <p:nvSpPr>
          <p:cNvPr id="16" name="stage_3_title">
            <a:extLst xmlns:a="http://schemas.openxmlformats.org/drawingml/2006/main">
              <a:ext uri="{FF2B5EF4-FFF2-40B4-BE49-F238E27FC236}">
                <a16:creationId xmlns:a16="http://schemas.microsoft.com/office/drawing/2014/main" id="{5DE6CF95-802B-4F80-AE46-94397BB39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71750"/>
            <a:ext cx="2047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Vueltas</a:t>
            </a:r>
          </a:p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apicales</a:t>
            </a:r>
          </a:p>
        </p:txBody>
      </p:sp>
      <p:sp>
        <p:nvSpPr>
          <p:cNvPr id="17" name="stage_3_body">
            <a:extLst xmlns:a="http://schemas.openxmlformats.org/drawingml/2006/main">
              <a:ext uri="{FF2B5EF4-FFF2-40B4-BE49-F238E27FC236}">
                <a16:creationId xmlns:a16="http://schemas.microsoft.com/office/drawing/2014/main" id="{42D08FD2-89D7-4D06-AD48-E90D4DD8D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343275"/>
            <a:ext cx="204787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continúan</a:t>
            </a:r>
          </a:p>
        </p:txBody>
      </p:sp>
      <p:sp>
        <p:nvSpPr>
          <p:cNvPr id="18" name="stage_4_title">
            <a:extLst xmlns:a="http://schemas.openxmlformats.org/drawingml/2006/main">
              <a:ext uri="{FF2B5EF4-FFF2-40B4-BE49-F238E27FC236}">
                <a16:creationId xmlns:a16="http://schemas.microsoft.com/office/drawing/2014/main" id="{9E728E72-CB96-4ED9-BA5B-98AAD0C55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571750"/>
            <a:ext cx="2047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Ápex</a:t>
            </a:r>
          </a:p>
        </p:txBody>
      </p:sp>
      <p:sp>
        <p:nvSpPr>
          <p:cNvPr id="19" name="stage_4_body">
            <a:extLst xmlns:a="http://schemas.openxmlformats.org/drawingml/2006/main">
              <a:ext uri="{FF2B5EF4-FFF2-40B4-BE49-F238E27FC236}">
                <a16:creationId xmlns:a16="http://schemas.microsoft.com/office/drawing/2014/main" id="{4FA1DC86-3BFA-43D1-888A-A5EC3943F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019425"/>
            <a:ext cx="204787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helicotrema</a:t>
            </a:r>
          </a:p>
        </p:txBody>
      </p:sp>
      <p:sp>
        <p:nvSpPr>
          <p:cNvPr id="20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8CA2EF82-B221-4364-AF79-13847B14F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0"/>
            <a:ext cx="1062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3D3D3D"/>
                </a:solidFill>
              </a:defRPr>
            </a:pPr>
            <a:r>
              <a:rPr sz="1650" b="0">
                <a:solidFill>
                  <a:srgbClr val="3D3D3D"/>
                </a:solidFill>
              </a:rPr>
              <a:t>Figura conceptual; no está a escala.</a:t>
            </a:r>
          </a:p>
        </p:txBody>
      </p:sp>
      <p:sp>
        <p:nvSpPr>
          <p:cNvPr id="21" name="source_note">
            <a:extLst xmlns:a="http://schemas.openxmlformats.org/drawingml/2006/main">
              <a:ext uri="{FF2B5EF4-FFF2-40B4-BE49-F238E27FC236}">
                <a16:creationId xmlns:a16="http://schemas.microsoft.com/office/drawing/2014/main" id="{24458C3E-C7D7-4088-97F8-0C0706017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69FA7"/>
                </a:solidFill>
              </a:defRPr>
            </a:pPr>
            <a:r>
              <a:rPr sz="1200" b="0">
                <a:solidFill>
                  <a:srgbClr val="969FA7"/>
                </a:solidFill>
              </a:rPr>
              <a:t>Libro del curso, secciones 6.7–6.9; Fettiplace (2017); elaboración conceptual propia.</a:t>
            </a:r>
          </a:p>
        </p:txBody>
      </p:sp>
    </p:spTree>
    <p:extLst>
      <p:ext uri="{BB962C8B-B14F-4D97-AF65-F5344CB8AC3E}">
        <p14:creationId xmlns:p14="http://schemas.microsoft.com/office/powerpoint/2010/main" val="4070607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2026-08-10T18:35:59.2460000Z</dcterms:created>
  <dcterms:modified xsi:type="dcterms:W3CDTF">2026-08-10T18:35:59.2460000Z</dcterms:modified>
</coreProperties>
</file>