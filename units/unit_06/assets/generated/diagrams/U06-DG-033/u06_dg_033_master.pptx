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34e6e86e134fa0" /><Relationship Type="http://schemas.openxmlformats.org/officeDocument/2006/relationships/extended-properties" Target="/docProps/app.xml" Id="R1fb0874f9a7742d7" /><Relationship Type="http://schemas.openxmlformats.org/officeDocument/2006/relationships/officeDocument" Target="/ppt/presentation.xml" Id="Rb2a5a852598b46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a0552c7e1847ca"/>
  </p:sldMasterIdLst>
  <p:notesMasterIdLst>
    <p:notesMasterId xmlns:r="http://schemas.openxmlformats.org/officeDocument/2006/relationships" r:id="Rff8c3771e2b0414d"/>
  </p:notesMasterIdLst>
  <p:sldIdLst>
    <p:sldId xmlns:r="http://schemas.openxmlformats.org/officeDocument/2006/relationships" id="256" r:id="R4f88f300dc0c43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5bdeed88274418" /><Relationship Type="http://schemas.openxmlformats.org/officeDocument/2006/relationships/slideMaster" Target="/ppt/slideMasters/slideMaster1.xml" Id="Rafa0552c7e1847ca" /><Relationship Type="http://schemas.openxmlformats.org/officeDocument/2006/relationships/notesMaster" Target="/ppt/notesMasters/notesMaster1.xml" Id="Rff8c3771e2b0414d" /><Relationship Type="http://schemas.openxmlformats.org/officeDocument/2006/relationships/presProps" Target="/ppt/presProps.xml" Id="R93c6b55fac424ac3" /><Relationship Type="http://schemas.openxmlformats.org/officeDocument/2006/relationships/tableStyles" Target="/ppt/tableStyles.xml" Id="Rbdfeec42c31c4f00" /><Relationship Type="http://schemas.openxmlformats.org/officeDocument/2006/relationships/slide" Target="/ppt/slides/slide1.xml" Id="R4f88f300dc0c43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1487ebb0044e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40c02cf3d4064" /><Relationship Type="http://schemas.openxmlformats.org/officeDocument/2006/relationships/notesMaster" Target="/ppt/notesMasters/notesMaster1.xml" Id="R473562037efa41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98598ecb7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28526e833e4d7e" /><Relationship Type="http://schemas.openxmlformats.org/officeDocument/2006/relationships/slideLayout" Target="/ppt/slideLayouts/slideLayout1.xml" Id="R5e635f254f504a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635f254f504a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8f28aa1e54a03" /><Relationship Type="http://schemas.openxmlformats.org/officeDocument/2006/relationships/notesSlide" Target="/ppt/notesSlides/notesSlide1.xml" Id="Rbd625fcc3f7f43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B01B9FD-F19A-4D6D-8E6C-0F477D78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317208E-33D4-45C0-A707-0D032C8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DD420CD-DEFA-4012-88E2-E93F8259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FCE53A5-330E-44BE-82FF-0F61FC16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Cada compartimento se asocia con un fluido</a:t>
            </a:r>
          </a:p>
        </p:txBody>
      </p:sp>
      <p:sp>
        <p:nvSpPr>
          <p:cNvPr id="5" name="layer_1_box">
            <a:extLst xmlns:a="http://schemas.openxmlformats.org/drawingml/2006/main">
              <a:ext uri="{FF2B5EF4-FFF2-40B4-BE49-F238E27FC236}">
                <a16:creationId xmlns:a16="http://schemas.microsoft.com/office/drawing/2014/main" id="{DEB66A27-411B-499D-B779-5710ACA9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76350"/>
            <a:ext cx="8763000" cy="13843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layer_2_box">
            <a:extLst xmlns:a="http://schemas.openxmlformats.org/drawingml/2006/main">
              <a:ext uri="{FF2B5EF4-FFF2-40B4-BE49-F238E27FC236}">
                <a16:creationId xmlns:a16="http://schemas.microsoft.com/office/drawing/2014/main" id="{69F9884A-9E27-4D27-8B7F-5990DFF2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55900"/>
            <a:ext cx="8763000" cy="13843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layer_3_box">
            <a:extLst xmlns:a="http://schemas.openxmlformats.org/drawingml/2006/main">
              <a:ext uri="{FF2B5EF4-FFF2-40B4-BE49-F238E27FC236}">
                <a16:creationId xmlns:a16="http://schemas.microsoft.com/office/drawing/2014/main" id="{C2A055D3-024E-428D-BC61-1A0B5700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35450"/>
            <a:ext cx="8763000" cy="13843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layer_1_title">
            <a:extLst xmlns:a="http://schemas.openxmlformats.org/drawingml/2006/main">
              <a:ext uri="{FF2B5EF4-FFF2-40B4-BE49-F238E27FC236}">
                <a16:creationId xmlns:a16="http://schemas.microsoft.com/office/drawing/2014/main" id="{DAEB2B81-8F4C-4ACC-BEF4-7D598B16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192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Rampa vestibular</a:t>
            </a:r>
          </a:p>
        </p:txBody>
      </p:sp>
      <p:sp>
        <p:nvSpPr>
          <p:cNvPr id="9" name="layer_1_body">
            <a:extLst xmlns:a="http://schemas.openxmlformats.org/drawingml/2006/main">
              <a:ext uri="{FF2B5EF4-FFF2-40B4-BE49-F238E27FC236}">
                <a16:creationId xmlns:a16="http://schemas.microsoft.com/office/drawing/2014/main" id="{5CC15FA6-9B66-4722-AC71-28B3B9C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66900"/>
            <a:ext cx="8382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perilinfa</a:t>
            </a:r>
          </a:p>
        </p:txBody>
      </p:sp>
      <p:sp>
        <p:nvSpPr>
          <p:cNvPr id="10" name="layer_2_title">
            <a:extLst xmlns:a="http://schemas.openxmlformats.org/drawingml/2006/main">
              <a:ext uri="{FF2B5EF4-FFF2-40B4-BE49-F238E27FC236}">
                <a16:creationId xmlns:a16="http://schemas.microsoft.com/office/drawing/2014/main" id="{CD6D0B09-1355-4A86-9888-4585AE8D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9877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Conducto coclear</a:t>
            </a:r>
          </a:p>
        </p:txBody>
      </p:sp>
      <p:sp>
        <p:nvSpPr>
          <p:cNvPr id="11" name="layer_2_body">
            <a:extLst xmlns:a="http://schemas.openxmlformats.org/drawingml/2006/main">
              <a:ext uri="{FF2B5EF4-FFF2-40B4-BE49-F238E27FC236}">
                <a16:creationId xmlns:a16="http://schemas.microsoft.com/office/drawing/2014/main" id="{5F5FCFFF-C043-48EE-B4D9-56CDEAB1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46450"/>
            <a:ext cx="8382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endolinfa</a:t>
            </a:r>
          </a:p>
        </p:txBody>
      </p:sp>
      <p:sp>
        <p:nvSpPr>
          <p:cNvPr id="12" name="layer_3_title">
            <a:extLst xmlns:a="http://schemas.openxmlformats.org/drawingml/2006/main">
              <a:ext uri="{FF2B5EF4-FFF2-40B4-BE49-F238E27FC236}">
                <a16:creationId xmlns:a16="http://schemas.microsoft.com/office/drawing/2014/main" id="{248EC89F-3B0B-423D-859F-8B80F170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783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Rampa timpánica</a:t>
            </a:r>
          </a:p>
        </p:txBody>
      </p:sp>
      <p:sp>
        <p:nvSpPr>
          <p:cNvPr id="13" name="layer_3_body">
            <a:extLst xmlns:a="http://schemas.openxmlformats.org/drawingml/2006/main">
              <a:ext uri="{FF2B5EF4-FFF2-40B4-BE49-F238E27FC236}">
                <a16:creationId xmlns:a16="http://schemas.microsoft.com/office/drawing/2014/main" id="{2F12DA70-6D7E-4578-B3E2-591865CC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26000"/>
            <a:ext cx="8382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perilinfa</a:t>
            </a:r>
          </a:p>
        </p:txBody>
      </p:sp>
      <p:sp>
        <p:nvSpPr>
          <p:cNvPr id="1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7BB339C-8042-4F77-A454-23674408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Corte conceptual; patrones y rótulos acompañan el color.</a:t>
            </a:r>
          </a:p>
        </p:txBody>
      </p:sp>
      <p:sp>
        <p:nvSpPr>
          <p:cNvPr id="1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39AE842-2894-4092-98CF-63CB134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744610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2026-08-10T18:35:59.6860000Z</dcterms:created>
  <dcterms:modified xsi:type="dcterms:W3CDTF">2026-08-10T18:35:59.6860000Z</dcterms:modified>
</coreProperties>
</file>