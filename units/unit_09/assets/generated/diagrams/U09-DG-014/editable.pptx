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be34f76b3d44db1" /><Relationship Type="http://schemas.openxmlformats.org/officeDocument/2006/relationships/extended-properties" Target="/docProps/app.xml" Id="R1679ad0ecdb848fa" /><Relationship Type="http://schemas.openxmlformats.org/officeDocument/2006/relationships/officeDocument" Target="/ppt/presentation.xml" Id="Rf9721a4a35fc450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87102a110754e3e"/>
  </p:sldMasterIdLst>
  <p:notesMasterIdLst>
    <p:notesMasterId xmlns:r="http://schemas.openxmlformats.org/officeDocument/2006/relationships" r:id="R56e11d6f7aec4099"/>
  </p:notesMasterIdLst>
  <p:sldIdLst>
    <p:sldId xmlns:r="http://schemas.openxmlformats.org/officeDocument/2006/relationships" id="256" r:id="Re972cd1744ca47b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4de5395ec464bd5" /><Relationship Type="http://schemas.openxmlformats.org/officeDocument/2006/relationships/slideMaster" Target="/ppt/slideMasters/slideMaster1.xml" Id="R987102a110754e3e" /><Relationship Type="http://schemas.openxmlformats.org/officeDocument/2006/relationships/notesMaster" Target="/ppt/notesMasters/notesMaster1.xml" Id="R56e11d6f7aec4099" /><Relationship Type="http://schemas.openxmlformats.org/officeDocument/2006/relationships/presProps" Target="/ppt/presProps.xml" Id="R38f79e03e55544fb" /><Relationship Type="http://schemas.openxmlformats.org/officeDocument/2006/relationships/tableStyles" Target="/ppt/tableStyles.xml" Id="Rc93963f1336c4de5" /><Relationship Type="http://schemas.openxmlformats.org/officeDocument/2006/relationships/slide" Target="/ppt/slides/slide1.xml" Id="Re972cd1744ca47b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3dbd70de66c4f4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48460a59f7b44c7" /><Relationship Type="http://schemas.openxmlformats.org/officeDocument/2006/relationships/notesMaster" Target="/ppt/notesMasters/notesMaster1.xml" Id="R9527015fb18344c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be15161e734c5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0e3da546258419d" /><Relationship Type="http://schemas.openxmlformats.org/officeDocument/2006/relationships/slideLayout" Target="/ppt/slideLayouts/slideLayout1.xml" Id="R0f719f6a1d914cf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f719f6a1d914cf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215060e6de4e4f" /><Relationship Type="http://schemas.openxmlformats.org/officeDocument/2006/relationships/notesSlide" Target="/ppt/notesSlides/notesSlide1.xml" Id="R33b153990d2143e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531547DE-D748-49C3-B4D5-87605EB66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8650CCB6-BAAA-4E6A-B924-210C10D53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25DC2A9A-D499-45A0-8D0E-E7DEBA95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5AAC5ABE-D553-424B-8A6F-E262A35D3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Montaje de campo sonoro alternativo</a:t>
            </a:r>
          </a:p>
        </p:txBody>
      </p:sp>
      <p:sp>
        <p:nvSpPr>
          <p:cNvPr id="5" name="source_box">
            <a:extLst xmlns:a="http://schemas.openxmlformats.org/drawingml/2006/main">
              <a:ext uri="{FF2B5EF4-FFF2-40B4-BE49-F238E27FC236}">
                <a16:creationId xmlns:a16="http://schemas.microsoft.com/office/drawing/2014/main" id="{1B1A3690-5890-40E0-8501-8C9C299F6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19375"/>
            <a:ext cx="2476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path_upper_box">
            <a:extLst xmlns:a="http://schemas.openxmlformats.org/drawingml/2006/main">
              <a:ext uri="{FF2B5EF4-FFF2-40B4-BE49-F238E27FC236}">
                <a16:creationId xmlns:a16="http://schemas.microsoft.com/office/drawing/2014/main" id="{C313E76C-6208-4CFE-97D2-8413B632D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476375"/>
            <a:ext cx="30480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path_lower_box">
            <a:extLst xmlns:a="http://schemas.openxmlformats.org/drawingml/2006/main">
              <a:ext uri="{FF2B5EF4-FFF2-40B4-BE49-F238E27FC236}">
                <a16:creationId xmlns:a16="http://schemas.microsoft.com/office/drawing/2014/main" id="{15DE2E08-3C5B-436C-B8FF-C46F5363F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57625"/>
            <a:ext cx="30480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8" name="receiver_box">
            <a:extLst xmlns:a="http://schemas.openxmlformats.org/drawingml/2006/main">
              <a:ext uri="{FF2B5EF4-FFF2-40B4-BE49-F238E27FC236}">
                <a16:creationId xmlns:a16="http://schemas.microsoft.com/office/drawing/2014/main" id="{F1FD6A48-5401-4241-B206-10F7BD369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619375"/>
            <a:ext cx="2476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9" name="condition_box">
            <a:extLst xmlns:a="http://schemas.openxmlformats.org/drawingml/2006/main">
              <a:ext uri="{FF2B5EF4-FFF2-40B4-BE49-F238E27FC236}">
                <a16:creationId xmlns:a16="http://schemas.microsoft.com/office/drawing/2014/main" id="{5097E153-0F45-4745-8905-A4A4F599B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286375"/>
            <a:ext cx="304800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cxnSp>
        <p:nvCxnSpPr>
          <p:cNvPr id="30" name="route_1a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190875" y="2071688"/>
            <a:ext cx="1285875" cy="12144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1" name="route_1b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524750" y="2071688"/>
            <a:ext cx="1476375" cy="12144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2" name="route_2a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190875" y="3286125"/>
            <a:ext cx="1285875" cy="11668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3" name="route_2b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7524750" y="3286125"/>
            <a:ext cx="1476375" cy="11668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4" name="source_text">
            <a:extLst xmlns:a="http://schemas.openxmlformats.org/drawingml/2006/main">
              <a:ext uri="{FF2B5EF4-FFF2-40B4-BE49-F238E27FC236}">
                <a16:creationId xmlns:a16="http://schemas.microsoft.com/office/drawing/2014/main" id="{B4BFA993-1CDE-42A0-A3E0-D0E80F2D1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809875"/>
            <a:ext cx="2019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Altavoz</a:t>
            </a:r>
          </a:p>
        </p:txBody>
      </p:sp>
      <p:sp>
        <p:nvSpPr>
          <p:cNvPr id="15" name="path_upper_text">
            <a:extLst xmlns:a="http://schemas.openxmlformats.org/drawingml/2006/main">
              <a:ext uri="{FF2B5EF4-FFF2-40B4-BE49-F238E27FC236}">
                <a16:creationId xmlns:a16="http://schemas.microsoft.com/office/drawing/2014/main" id="{48AEA777-DDF6-4058-B482-38CCBEAA7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66875"/>
            <a:ext cx="25908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eje</a:t>
            </a:r>
          </a:p>
        </p:txBody>
      </p:sp>
      <p:sp>
        <p:nvSpPr>
          <p:cNvPr id="16" name="path_lower_text">
            <a:extLst xmlns:a="http://schemas.openxmlformats.org/drawingml/2006/main">
              <a:ext uri="{FF2B5EF4-FFF2-40B4-BE49-F238E27FC236}">
                <a16:creationId xmlns:a16="http://schemas.microsoft.com/office/drawing/2014/main" id="{05831E7E-2680-4E4D-9506-E9C09AAC2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048125"/>
            <a:ext cx="25908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distancias</a:t>
            </a:r>
          </a:p>
        </p:txBody>
      </p:sp>
      <p:sp>
        <p:nvSpPr>
          <p:cNvPr id="17" name="receiver_text">
            <a:extLst xmlns:a="http://schemas.openxmlformats.org/drawingml/2006/main">
              <a:ext uri="{FF2B5EF4-FFF2-40B4-BE49-F238E27FC236}">
                <a16:creationId xmlns:a16="http://schemas.microsoft.com/office/drawing/2014/main" id="{3203A52C-9915-41BF-BC4F-59E77EA7A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809875"/>
            <a:ext cx="2019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punto de</a:t>
            </a:r>
          </a:p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referencia</a:t>
            </a:r>
          </a:p>
        </p:txBody>
      </p:sp>
      <p:sp>
        <p:nvSpPr>
          <p:cNvPr id="18" name="condition_text">
            <a:extLst xmlns:a="http://schemas.openxmlformats.org/drawingml/2006/main">
              <a:ext uri="{FF2B5EF4-FFF2-40B4-BE49-F238E27FC236}">
                <a16:creationId xmlns:a16="http://schemas.microsoft.com/office/drawing/2014/main" id="{E3EE35E8-8281-4AF2-8D45-DAC9CC0F4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476875"/>
            <a:ext cx="25908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3D3D"/>
                </a:solidFill>
              </a:defRPr>
            </a:pPr>
            <a:r>
              <a:rPr sz="2250" b="1">
                <a:solidFill>
                  <a:srgbClr val="3D3D3D"/>
                </a:solidFill>
              </a:rPr>
              <a:t>paciente/micrófono</a:t>
            </a:r>
          </a:p>
        </p:txBody>
      </p:sp>
      <p:sp>
        <p:nvSpPr>
          <p:cNvPr id="19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D9648B24-EB77-4057-A18A-C87AF782C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1066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9FA7"/>
                </a:solidFill>
              </a:defRPr>
            </a:pPr>
            <a:r>
              <a:rPr sz="1500" b="0">
                <a:solidFill>
                  <a:srgbClr val="969FA7"/>
                </a:solidFill>
              </a:rPr>
              <a:t>Esquema conceptual; no está a escala ni representa una medición.</a:t>
            </a:r>
          </a:p>
        </p:txBody>
      </p:sp>
      <p:sp>
        <p:nvSpPr>
          <p:cNvPr id="20" name="source_note">
            <a:extLst xmlns:a="http://schemas.openxmlformats.org/drawingml/2006/main">
              <a:ext uri="{FF2B5EF4-FFF2-40B4-BE49-F238E27FC236}">
                <a16:creationId xmlns:a16="http://schemas.microsoft.com/office/drawing/2014/main" id="{1B41D3EE-AFDC-43BC-9B68-9E02F9BAF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FA7"/>
                </a:solidFill>
              </a:defRPr>
            </a:pPr>
            <a:r>
              <a:rPr sz="1050" b="0">
                <a:solidFill>
                  <a:srgbClr val="969FA7"/>
                </a:solidFill>
              </a:rPr>
              <a:t>U8</a:t>
            </a:r>
          </a:p>
        </p:txBody>
      </p:sp>
    </p:spTree>
    <p:extLst>
      <p:ext uri="{BB962C8B-B14F-4D97-AF65-F5344CB8AC3E}">
        <p14:creationId xmlns:p14="http://schemas.microsoft.com/office/powerpoint/2010/main" val="14576625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2026-08-12T20:47:59.2070000Z</dcterms:created>
  <dcterms:modified xsi:type="dcterms:W3CDTF">2026-08-12T20:47:59.2070000Z</dcterms:modified>
</coreProperties>
</file>