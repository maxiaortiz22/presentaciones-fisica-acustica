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7b21c6c6314fa2" /><Relationship Type="http://schemas.openxmlformats.org/officeDocument/2006/relationships/extended-properties" Target="/docProps/app.xml" Id="R662b79229bb5497a" /><Relationship Type="http://schemas.openxmlformats.org/officeDocument/2006/relationships/officeDocument" Target="/ppt/presentation.xml" Id="R08d6230525a545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7806227e5c41aa"/>
  </p:sldMasterIdLst>
  <p:notesMasterIdLst>
    <p:notesMasterId xmlns:r="http://schemas.openxmlformats.org/officeDocument/2006/relationships" r:id="R716852790b0a4678"/>
  </p:notesMasterIdLst>
  <p:sldIdLst>
    <p:sldId xmlns:r="http://schemas.openxmlformats.org/officeDocument/2006/relationships" id="256" r:id="Rcba9411f0be846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e660a2378b4d7c" /><Relationship Type="http://schemas.openxmlformats.org/officeDocument/2006/relationships/slideMaster" Target="/ppt/slideMasters/slideMaster1.xml" Id="Raf7806227e5c41aa" /><Relationship Type="http://schemas.openxmlformats.org/officeDocument/2006/relationships/notesMaster" Target="/ppt/notesMasters/notesMaster1.xml" Id="R716852790b0a4678" /><Relationship Type="http://schemas.openxmlformats.org/officeDocument/2006/relationships/presProps" Target="/ppt/presProps.xml" Id="R777bef22944b4e57" /><Relationship Type="http://schemas.openxmlformats.org/officeDocument/2006/relationships/tableStyles" Target="/ppt/tableStyles.xml" Id="R433be7b9f4544264" /><Relationship Type="http://schemas.openxmlformats.org/officeDocument/2006/relationships/slide" Target="/ppt/slides/slide1.xml" Id="Rcba9411f0be846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8fba3a0f5c48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bda430e36245b7" /><Relationship Type="http://schemas.openxmlformats.org/officeDocument/2006/relationships/notesMaster" Target="/ppt/notesMasters/notesMaster1.xml" Id="R55830348db1440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6bc691c40f41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f1494f58964ec1" /><Relationship Type="http://schemas.openxmlformats.org/officeDocument/2006/relationships/slideLayout" Target="/ppt/slideLayouts/slideLayout1.xml" Id="Ra5b398fe078449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b398fe078449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97397b558495a" /><Relationship Type="http://schemas.openxmlformats.org/officeDocument/2006/relationships/notesSlide" Target="/ppt/notesSlides/notesSlide1.xml" Id="R7df5790161d34b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C3F88374-30E1-470D-B646-43397C78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B4ABE165-4D6F-4FE4-99E3-65D51CDB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1FE6220B-3AA8-4333-AD34-DE1CFCD9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37C48010-A70F-4670-8DEA-11FDD26C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Soluciones balance/Sabine</a:t>
            </a:r>
          </a:p>
        </p:txBody>
      </p:sp>
      <p:sp>
        <p:nvSpPr>
          <p:cNvPr id="5" name="equation_box">
            <a:extLst xmlns:a="http://schemas.openxmlformats.org/drawingml/2006/main">
              <a:ext uri="{FF2B5EF4-FFF2-40B4-BE49-F238E27FC236}">
                <a16:creationId xmlns:a16="http://schemas.microsoft.com/office/drawing/2014/main" id="{326C4B0D-EBB1-49D1-BEFC-87820A9C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14625"/>
            <a:ext cx="5143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callout_1_box">
            <a:extLst xmlns:a="http://schemas.openxmlformats.org/drawingml/2006/main">
              <a:ext uri="{FF2B5EF4-FFF2-40B4-BE49-F238E27FC236}">
                <a16:creationId xmlns:a16="http://schemas.microsoft.com/office/drawing/2014/main" id="{E2F34D47-D2E3-44CF-952C-4D95558C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callout_2_box">
            <a:extLst xmlns:a="http://schemas.openxmlformats.org/drawingml/2006/main">
              <a:ext uri="{FF2B5EF4-FFF2-40B4-BE49-F238E27FC236}">
                <a16:creationId xmlns:a16="http://schemas.microsoft.com/office/drawing/2014/main" id="{58116D72-DB89-4079-9DE7-5392874E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28750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callout_3_box">
            <a:extLst xmlns:a="http://schemas.openxmlformats.org/drawingml/2006/main">
              <a:ext uri="{FF2B5EF4-FFF2-40B4-BE49-F238E27FC236}">
                <a16:creationId xmlns:a16="http://schemas.microsoft.com/office/drawing/2014/main" id="{0AF22B1C-6E8E-40A4-8DE3-68529D17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callout_4_box">
            <a:extLst xmlns:a="http://schemas.openxmlformats.org/drawingml/2006/main">
              <a:ext uri="{FF2B5EF4-FFF2-40B4-BE49-F238E27FC236}">
                <a16:creationId xmlns:a16="http://schemas.microsoft.com/office/drawing/2014/main" id="{8A95BAA7-63EA-4C4D-85FE-843BDFFF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24375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leader_1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43250" y="1976438"/>
            <a:ext cx="38100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leader_2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8667750" y="1976438"/>
            <a:ext cx="38100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leader_3"/>
          <p:cNvCxnSpPr>
            <a:stCxn xmlns:a="http://schemas.openxmlformats.org/drawingml/2006/main" id="8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143250" y="3333750"/>
            <a:ext cx="381000" cy="1738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leader_4"/>
          <p:cNvCxnSpPr>
            <a:stCxn xmlns:a="http://schemas.openxmlformats.org/drawingml/2006/main" id="9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8667750" y="3333750"/>
            <a:ext cx="381000" cy="1738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equation_text">
            <a:extLst xmlns:a="http://schemas.openxmlformats.org/drawingml/2006/main">
              <a:ext uri="{FF2B5EF4-FFF2-40B4-BE49-F238E27FC236}">
                <a16:creationId xmlns:a16="http://schemas.microsoft.com/office/drawing/2014/main" id="{A6B49C3D-8FAA-41F8-BD56-262FC46B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05125"/>
            <a:ext cx="4686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4D1434"/>
                </a:solidFill>
              </a:defRPr>
            </a:pPr>
            <a:r>
              <a:rPr sz="3450" b="1">
                <a:solidFill>
                  <a:srgbClr val="4D1434"/>
                </a:solidFill>
              </a:rPr>
              <a:t>balance y Sabine</a:t>
            </a:r>
          </a:p>
          <a:p xmlns:a="http://schemas.openxmlformats.org/drawingml/2006/main">
            <a:pPr algn="ctr">
              <a:defRPr sz="3450" b="1">
                <a:solidFill>
                  <a:srgbClr val="4D1434"/>
                </a:solidFill>
              </a:defRPr>
            </a:pPr>
            <a:r>
              <a:rPr sz="3450" b="1">
                <a:solidFill>
                  <a:srgbClr val="4D1434"/>
                </a:solidFill>
              </a:rPr>
              <a:t>completos</a:t>
            </a:r>
          </a:p>
        </p:txBody>
      </p:sp>
      <p:sp>
        <p:nvSpPr>
          <p:cNvPr id="15" name="callout_1_text">
            <a:extLst xmlns:a="http://schemas.openxmlformats.org/drawingml/2006/main">
              <a:ext uri="{FF2B5EF4-FFF2-40B4-BE49-F238E27FC236}">
                <a16:creationId xmlns:a16="http://schemas.microsoft.com/office/drawing/2014/main" id="{FBF89928-00A9-4028-9203-6C55E243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19250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Dos rutas de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cálculo</a:t>
            </a:r>
          </a:p>
        </p:txBody>
      </p:sp>
      <p:sp>
        <p:nvSpPr>
          <p:cNvPr id="16" name="callout_2_text">
            <a:extLst xmlns:a="http://schemas.openxmlformats.org/drawingml/2006/main">
              <a:ext uri="{FF2B5EF4-FFF2-40B4-BE49-F238E27FC236}">
                <a16:creationId xmlns:a16="http://schemas.microsoft.com/office/drawing/2014/main" id="{86691415-DE11-440D-8F61-22977987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619250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control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dimensional</a:t>
            </a:r>
          </a:p>
        </p:txBody>
      </p:sp>
      <p:sp>
        <p:nvSpPr>
          <p:cNvPr id="17" name="callout_3_text">
            <a:extLst xmlns:a="http://schemas.openxmlformats.org/drawingml/2006/main">
              <a:ext uri="{FF2B5EF4-FFF2-40B4-BE49-F238E27FC236}">
                <a16:creationId xmlns:a16="http://schemas.microsoft.com/office/drawing/2014/main" id="{C4FB6B4E-BFF4-4689-9930-6B10BAAD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4875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hipótesis</a:t>
            </a:r>
          </a:p>
        </p:txBody>
      </p:sp>
      <p:sp>
        <p:nvSpPr>
          <p:cNvPr id="18" name="callout_4_text">
            <a:extLst xmlns:a="http://schemas.openxmlformats.org/drawingml/2006/main">
              <a:ext uri="{FF2B5EF4-FFF2-40B4-BE49-F238E27FC236}">
                <a16:creationId xmlns:a16="http://schemas.microsoft.com/office/drawing/2014/main" id="{6F99ED0B-124E-4B76-B159-86925E1C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714875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alcance del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modelo</a:t>
            </a:r>
          </a:p>
        </p:txBody>
      </p:sp>
      <p:sp>
        <p:nvSpPr>
          <p:cNvPr id="19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F3F847C7-0820-4A71-8989-177A5807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Ecuación editable · símbolos, unidades e hipótesis se completan en la explicación.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D35A7358-2FC3-4A04-87D6-7E7D0813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Ejercicios cap. 9</a:t>
            </a:r>
          </a:p>
        </p:txBody>
      </p:sp>
    </p:spTree>
    <p:extLst>
      <p:ext uri="{BB962C8B-B14F-4D97-AF65-F5344CB8AC3E}">
        <p14:creationId xmlns:p14="http://schemas.microsoft.com/office/powerpoint/2010/main" val="10261393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2026-08-12T20:48:33.2980000Z</dcterms:created>
  <dcterms:modified xsi:type="dcterms:W3CDTF">2026-08-12T20:48:33.2980000Z</dcterms:modified>
</coreProperties>
</file>