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1ee9242e2e4625" /><Relationship Type="http://schemas.openxmlformats.org/officeDocument/2006/relationships/extended-properties" Target="/docProps/app.xml" Id="Rb1a929446d3241d3" /><Relationship Type="http://schemas.openxmlformats.org/officeDocument/2006/relationships/officeDocument" Target="/ppt/presentation.xml" Id="R418dfe3a12cc42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4e2bfab8c4405e"/>
  </p:sldMasterIdLst>
  <p:notesMasterIdLst>
    <p:notesMasterId xmlns:r="http://schemas.openxmlformats.org/officeDocument/2006/relationships" r:id="R3006f1224bf4458b"/>
  </p:notesMasterIdLst>
  <p:sldIdLst>
    <p:sldId xmlns:r="http://schemas.openxmlformats.org/officeDocument/2006/relationships" id="256" r:id="R6b8fb6914975428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b3d10bbe34802" /><Relationship Type="http://schemas.openxmlformats.org/officeDocument/2006/relationships/slideMaster" Target="/ppt/slideMasters/slideMaster1.xml" Id="R6b4e2bfab8c4405e" /><Relationship Type="http://schemas.openxmlformats.org/officeDocument/2006/relationships/notesMaster" Target="/ppt/notesMasters/notesMaster1.xml" Id="R3006f1224bf4458b" /><Relationship Type="http://schemas.openxmlformats.org/officeDocument/2006/relationships/presProps" Target="/ppt/presProps.xml" Id="R0bf293d152c74222" /><Relationship Type="http://schemas.openxmlformats.org/officeDocument/2006/relationships/tableStyles" Target="/ppt/tableStyles.xml" Id="Rf17cd077def84fd4" /><Relationship Type="http://schemas.openxmlformats.org/officeDocument/2006/relationships/slide" Target="/ppt/slides/slide1.xml" Id="R6b8fb691497542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e9cd91fad134c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a73df7188a4e75" /><Relationship Type="http://schemas.openxmlformats.org/officeDocument/2006/relationships/notesMaster" Target="/ppt/notesMasters/notesMaster1.xml" Id="R99fe0869496e431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05e739ac1245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b96ffdaf279413c" /><Relationship Type="http://schemas.openxmlformats.org/officeDocument/2006/relationships/slideLayout" Target="/ppt/slideLayouts/slideLayout1.xml" Id="R01bf1128fe98437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bf1128fe98437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336b733221403d" /><Relationship Type="http://schemas.openxmlformats.org/officeDocument/2006/relationships/notesSlide" Target="/ppt/notesSlides/notesSlide1.xml" Id="Rc5d56c6f3fe2416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op_rule_bordo">
            <a:extLst xmlns:a="http://schemas.openxmlformats.org/drawingml/2006/main">
              <a:ext uri="{FF2B5EF4-FFF2-40B4-BE49-F238E27FC236}">
                <a16:creationId xmlns:a16="http://schemas.microsoft.com/office/drawing/2014/main" id="{FA0681D0-3EB7-4C8C-A895-00D202B1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bordo2">
            <a:extLst xmlns:a="http://schemas.openxmlformats.org/drawingml/2006/main">
              <a:ext uri="{FF2B5EF4-FFF2-40B4-BE49-F238E27FC236}">
                <a16:creationId xmlns:a16="http://schemas.microsoft.com/office/drawing/2014/main" id="{91648EC2-73F3-49B6-906A-3F2D2263B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gray">
            <a:extLst xmlns:a="http://schemas.openxmlformats.org/drawingml/2006/main">
              <a:ext uri="{FF2B5EF4-FFF2-40B4-BE49-F238E27FC236}">
                <a16:creationId xmlns:a16="http://schemas.microsoft.com/office/drawing/2014/main" id="{3F03CA9C-3EF7-423E-B023-90307EB7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B9EE5713-D03C-4E35-A95F-739A79F1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de tres encuentros</a:t>
            </a:r>
          </a:p>
        </p:txBody>
      </p:sp>
      <p:sp>
        <p:nvSpPr>
          <p:cNvPr id="5" name="step_1_box">
            <a:extLst xmlns:a="http://schemas.openxmlformats.org/drawingml/2006/main">
              <a:ext uri="{FF2B5EF4-FFF2-40B4-BE49-F238E27FC236}">
                <a16:creationId xmlns:a16="http://schemas.microsoft.com/office/drawing/2014/main" id="{0436F6FE-BFD1-4B80-BD6E-873486F71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step_2_box">
            <a:extLst xmlns:a="http://schemas.openxmlformats.org/drawingml/2006/main">
              <a:ext uri="{FF2B5EF4-FFF2-40B4-BE49-F238E27FC236}">
                <a16:creationId xmlns:a16="http://schemas.microsoft.com/office/drawing/2014/main" id="{B0A56E6E-8426-4C77-9626-D602CB4FF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step_3_box">
            <a:extLst xmlns:a="http://schemas.openxmlformats.org/drawingml/2006/main">
              <a:ext uri="{FF2B5EF4-FFF2-40B4-BE49-F238E27FC236}">
                <a16:creationId xmlns:a16="http://schemas.microsoft.com/office/drawing/2014/main" id="{DF4A1766-6DD2-43EC-9AA4-6260C8498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step_4_box">
            <a:extLst xmlns:a="http://schemas.openxmlformats.org/drawingml/2006/main">
              <a:ext uri="{FF2B5EF4-FFF2-40B4-BE49-F238E27FC236}">
                <a16:creationId xmlns:a16="http://schemas.microsoft.com/office/drawing/2014/main" id="{88FC2854-0C1B-4AF4-97C2-1F71440C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step_5_box">
            <a:extLst xmlns:a="http://schemas.openxmlformats.org/drawingml/2006/main">
              <a:ext uri="{FF2B5EF4-FFF2-40B4-BE49-F238E27FC236}">
                <a16:creationId xmlns:a16="http://schemas.microsoft.com/office/drawing/2014/main" id="{06039D18-EE0E-40D6-9344-007A06F61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step_6_box">
            <a:extLst xmlns:a="http://schemas.openxmlformats.org/drawingml/2006/main">
              <a:ext uri="{FF2B5EF4-FFF2-40B4-BE49-F238E27FC236}">
                <a16:creationId xmlns:a16="http://schemas.microsoft.com/office/drawing/2014/main" id="{662B7B33-6840-4B5E-A51D-0B5A75134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285750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cxnSp>
        <p:nvCxnSpPr>
          <p:cNvPr id="34" name="flow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361950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5" name="flow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524750" y="2309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6" name="flow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0001250" y="3000375"/>
            <a:ext cx="0" cy="904875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7" name="flow_4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752475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38" name="flow_5"/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3619500" y="4595813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16" name="step_1_text">
            <a:extLst xmlns:a="http://schemas.openxmlformats.org/drawingml/2006/main">
              <a:ext uri="{FF2B5EF4-FFF2-40B4-BE49-F238E27FC236}">
                <a16:creationId xmlns:a16="http://schemas.microsoft.com/office/drawing/2014/main" id="{E53053D2-88F5-4E8C-8BBE-00EC7480D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1 · Modelo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organizador</a:t>
            </a:r>
          </a:p>
        </p:txBody>
      </p:sp>
      <p:sp>
        <p:nvSpPr>
          <p:cNvPr id="17" name="step_2_text">
            <a:extLst xmlns:a="http://schemas.openxmlformats.org/drawingml/2006/main">
              <a:ext uri="{FF2B5EF4-FFF2-40B4-BE49-F238E27FC236}">
                <a16:creationId xmlns:a16="http://schemas.microsoft.com/office/drawing/2014/main" id="{A91AC2C8-0064-4F93-AF2E-4EBAD2CBE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2 · Distancia y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directividad</a:t>
            </a:r>
          </a:p>
        </p:txBody>
      </p:sp>
      <p:sp>
        <p:nvSpPr>
          <p:cNvPr id="18" name="step_3_text">
            <a:extLst xmlns:a="http://schemas.openxmlformats.org/drawingml/2006/main">
              <a:ext uri="{FF2B5EF4-FFF2-40B4-BE49-F238E27FC236}">
                <a16:creationId xmlns:a16="http://schemas.microsoft.com/office/drawing/2014/main" id="{AFDFA285-7715-407F-AEDB-718043F3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09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3 · Atmósfera</a:t>
            </a:r>
          </a:p>
        </p:txBody>
      </p:sp>
      <p:sp>
        <p:nvSpPr>
          <p:cNvPr id="19" name="step_4_text">
            <a:extLst xmlns:a="http://schemas.openxmlformats.org/drawingml/2006/main">
              <a:ext uri="{FF2B5EF4-FFF2-40B4-BE49-F238E27FC236}">
                <a16:creationId xmlns:a16="http://schemas.microsoft.com/office/drawing/2014/main" id="{3A350714-1571-4AD1-A765-E627E06D2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4 · Superficies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y recintos</a:t>
            </a:r>
          </a:p>
        </p:txBody>
      </p:sp>
      <p:sp>
        <p:nvSpPr>
          <p:cNvPr id="20" name="step_5_text">
            <a:extLst xmlns:a="http://schemas.openxmlformats.org/drawingml/2006/main">
              <a:ext uri="{FF2B5EF4-FFF2-40B4-BE49-F238E27FC236}">
                <a16:creationId xmlns:a16="http://schemas.microsoft.com/office/drawing/2014/main" id="{2CF12C88-9D2C-4681-A840-8A53E3644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5 · Aislamiento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y cabinas</a:t>
            </a:r>
          </a:p>
        </p:txBody>
      </p:sp>
      <p:sp>
        <p:nvSpPr>
          <p:cNvPr id="21" name="step_6_text">
            <a:extLst xmlns:a="http://schemas.openxmlformats.org/drawingml/2006/main">
              <a:ext uri="{FF2B5EF4-FFF2-40B4-BE49-F238E27FC236}">
                <a16:creationId xmlns:a16="http://schemas.microsoft.com/office/drawing/2014/main" id="{4072029E-DED8-4B5F-8F47-8CAFEDCF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95750"/>
            <a:ext cx="2400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6 · Integración</a:t>
            </a:r>
          </a:p>
        </p:txBody>
      </p:sp>
      <p:sp>
        <p:nvSpPr>
          <p:cNvPr id="22" name="diagram_footer">
            <a:extLst xmlns:a="http://schemas.openxmlformats.org/drawingml/2006/main">
              <a:ext uri="{FF2B5EF4-FFF2-40B4-BE49-F238E27FC236}">
                <a16:creationId xmlns:a16="http://schemas.microsoft.com/office/drawing/2014/main" id="{A5D9F90F-C525-4531-92D9-4989EFDBA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91250"/>
            <a:ext cx="1066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Secuencia de lectura; conectores anclados y sin etiquetas sobre la línea.</a:t>
            </a:r>
          </a:p>
        </p:txBody>
      </p:sp>
      <p:sp>
        <p:nvSpPr>
          <p:cNvPr id="23" name="source_note">
            <a:extLst xmlns:a="http://schemas.openxmlformats.org/drawingml/2006/main">
              <a:ext uri="{FF2B5EF4-FFF2-40B4-BE49-F238E27FC236}">
                <a16:creationId xmlns:a16="http://schemas.microsoft.com/office/drawing/2014/main" id="{61C2833F-646C-49E6-9DBA-0AB4D6E0A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course_map</a:t>
            </a:r>
          </a:p>
        </p:txBody>
      </p:sp>
    </p:spTree>
    <p:extLst>
      <p:ext uri="{BB962C8B-B14F-4D97-AF65-F5344CB8AC3E}">
        <p14:creationId xmlns:p14="http://schemas.microsoft.com/office/powerpoint/2010/main" val="7057429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2026-08-12T20:47:51.3970000Z</dcterms:created>
  <dcterms:modified xsi:type="dcterms:W3CDTF">2026-08-12T20:47:51.3970000Z</dcterms:modified>
</coreProperties>
</file>