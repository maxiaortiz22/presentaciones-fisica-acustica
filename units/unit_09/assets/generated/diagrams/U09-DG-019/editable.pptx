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d9508f56584bdb" /><Relationship Type="http://schemas.openxmlformats.org/officeDocument/2006/relationships/extended-properties" Target="/docProps/app.xml" Id="R2e352bd8ec934926" /><Relationship Type="http://schemas.openxmlformats.org/officeDocument/2006/relationships/officeDocument" Target="/ppt/presentation.xml" Id="Rc6afde058c4c47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0299502e0a4e99"/>
  </p:sldMasterIdLst>
  <p:notesMasterIdLst>
    <p:notesMasterId xmlns:r="http://schemas.openxmlformats.org/officeDocument/2006/relationships" r:id="R160cbec4c4d34e83"/>
  </p:notesMasterIdLst>
  <p:sldIdLst>
    <p:sldId xmlns:r="http://schemas.openxmlformats.org/officeDocument/2006/relationships" id="256" r:id="Rf6419709d05e45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4b21bd9644cdc" /><Relationship Type="http://schemas.openxmlformats.org/officeDocument/2006/relationships/slideMaster" Target="/ppt/slideMasters/slideMaster1.xml" Id="Rf90299502e0a4e99" /><Relationship Type="http://schemas.openxmlformats.org/officeDocument/2006/relationships/notesMaster" Target="/ppt/notesMasters/notesMaster1.xml" Id="R160cbec4c4d34e83" /><Relationship Type="http://schemas.openxmlformats.org/officeDocument/2006/relationships/presProps" Target="/ppt/presProps.xml" Id="R815cc08b52024935" /><Relationship Type="http://schemas.openxmlformats.org/officeDocument/2006/relationships/tableStyles" Target="/ppt/tableStyles.xml" Id="R41173e15582a47fd" /><Relationship Type="http://schemas.openxmlformats.org/officeDocument/2006/relationships/slide" Target="/ppt/slides/slide1.xml" Id="Rf6419709d05e45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f0008e25a24a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9a759eace40dc" /><Relationship Type="http://schemas.openxmlformats.org/officeDocument/2006/relationships/notesMaster" Target="/ppt/notesMasters/notesMaster1.xml" Id="Ra0a529d817584f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21371b57c4b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65ed8e9078454c" /><Relationship Type="http://schemas.openxmlformats.org/officeDocument/2006/relationships/slideLayout" Target="/ppt/slideLayouts/slideLayout1.xml" Id="R55f7901ea0e649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f7901ea0e649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311ac36134c29" /><Relationship Type="http://schemas.openxmlformats.org/officeDocument/2006/relationships/notesSlide" Target="/ppt/notesSlides/notesSlide1.xml" Id="R0dd15dc9946e41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6101FA59-E6FD-48A7-AC36-420A03C1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5B97A5D4-8ABA-4D60-B349-1A568752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D07ADED-B8A5-493A-93F8-494E79F8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34B1FB7-A817-4FF6-B891-42D50ADF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Viento uniforme y ecuación efectiva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6F12C564-D6FB-4D96-94D1-FC591CED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850DEC79-C52A-4174-A6C6-C013E202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9114364F-63CA-46CE-9FBC-5320BAF3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81881D3A-DDCC-4318-9B54-CD584D44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70E12EFF-07EB-4418-B248-01885A18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1E004873-50CA-4C32-B805-33E2E48C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c_ef=c+v_viento cos</a:t>
            </a:r>
          </a:p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ψ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9B5C0B37-9347-48D1-9197-86D414A4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c: rapidez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sin viento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530C2EE5-E628-4A48-9044-9FD0D25F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v_viento: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módulo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2C97EBB1-3792-43ED-A50A-D0838009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ψ: ángulo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ECE4DBF0-EEAA-4116-978D-20D1C0DB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cos ψ: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dirección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BAB5C2B-361D-4C28-9AA4-0465FAC7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C4344C5-0292-4B95-B686-89878D2B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ec. 9.4</a:t>
            </a:r>
          </a:p>
        </p:txBody>
      </p:sp>
    </p:spTree>
    <p:extLst>
      <p:ext uri="{BB962C8B-B14F-4D97-AF65-F5344CB8AC3E}">
        <p14:creationId xmlns:p14="http://schemas.microsoft.com/office/powerpoint/2010/main" val="1044730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2026-08-12T20:48:02.4660000Z</dcterms:created>
  <dcterms:modified xsi:type="dcterms:W3CDTF">2026-08-12T20:48:02.4660000Z</dcterms:modified>
</coreProperties>
</file>