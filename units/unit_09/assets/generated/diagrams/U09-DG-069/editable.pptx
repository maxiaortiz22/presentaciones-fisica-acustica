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b5ab41b00b4b70" /><Relationship Type="http://schemas.openxmlformats.org/officeDocument/2006/relationships/extended-properties" Target="/docProps/app.xml" Id="R4bed59ca6a374269" /><Relationship Type="http://schemas.openxmlformats.org/officeDocument/2006/relationships/officeDocument" Target="/ppt/presentation.xml" Id="R9ec4ff34a3034c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5efd9f1784415"/>
  </p:sldMasterIdLst>
  <p:notesMasterIdLst>
    <p:notesMasterId xmlns:r="http://schemas.openxmlformats.org/officeDocument/2006/relationships" r:id="R2379042fc1a44a68"/>
  </p:notesMasterIdLst>
  <p:sldIdLst>
    <p:sldId xmlns:r="http://schemas.openxmlformats.org/officeDocument/2006/relationships" id="256" r:id="Rcc65f13fcd8944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34026c935d4f5a" /><Relationship Type="http://schemas.openxmlformats.org/officeDocument/2006/relationships/slideMaster" Target="/ppt/slideMasters/slideMaster1.xml" Id="Ra405efd9f1784415" /><Relationship Type="http://schemas.openxmlformats.org/officeDocument/2006/relationships/notesMaster" Target="/ppt/notesMasters/notesMaster1.xml" Id="R2379042fc1a44a68" /><Relationship Type="http://schemas.openxmlformats.org/officeDocument/2006/relationships/presProps" Target="/ppt/presProps.xml" Id="Rcc26fda3a4354c2f" /><Relationship Type="http://schemas.openxmlformats.org/officeDocument/2006/relationships/tableStyles" Target="/ppt/tableStyles.xml" Id="R8d7c1e28c95e42db" /><Relationship Type="http://schemas.openxmlformats.org/officeDocument/2006/relationships/slide" Target="/ppt/slides/slide1.xml" Id="Rcc65f13fcd8944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2c13e5fa3a4e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de8154ae304df3" /><Relationship Type="http://schemas.openxmlformats.org/officeDocument/2006/relationships/notesMaster" Target="/ppt/notesMasters/notesMaster1.xml" Id="R8f31ff1eaa4744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fd0b8d4f441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765a29df59415a" /><Relationship Type="http://schemas.openxmlformats.org/officeDocument/2006/relationships/slideLayout" Target="/ppt/slideLayouts/slideLayout1.xml" Id="Reee8381558794f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e8381558794f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ad664178f40e4" /><Relationship Type="http://schemas.openxmlformats.org/officeDocument/2006/relationships/notesSlide" Target="/ppt/notesSlides/notesSlide1.xml" Id="R86e0a0917d9448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7338B9B-1959-4C37-85F4-E24DD5C6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BB7B02E-DD0C-42F9-9DCC-D9C47679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2991364-1B5B-47E1-BC1B-23C40833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8817148-0E71-4089-B80D-05D58FA5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Árbol de límites de Sabine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F4B761CB-CE28-4262-AB23-EC0E2E1F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36599FB9-EA41-46BB-A5E2-4C34CFA8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1833015A-412D-4B9A-AD0F-40ACAB4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163D648E-54D9-40CC-AE63-FA498751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140B5F30-B6D0-4D6A-A472-C708686E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75746CA2-044B-4FD0-82FA-11831E73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Condición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observada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9D6992C0-9943-437D-BA97-0D19EFB1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Límite de Sabine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A1FCDDBF-FA07-44B9-95C2-C51C27DF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Medir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8689323D-B823-4F93-9FE4-6C84706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Modelo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alternativo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66BFAEBD-0CDF-4A29-A6A5-4F6BBA6F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Conclusión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acotada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98FA336-7C2C-4038-8F27-4B3F0588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2B86C9C-080E-478F-A434-37492CDB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Source_analysis</a:t>
            </a:r>
          </a:p>
        </p:txBody>
      </p:sp>
    </p:spTree>
    <p:extLst>
      <p:ext uri="{BB962C8B-B14F-4D97-AF65-F5344CB8AC3E}">
        <p14:creationId xmlns:p14="http://schemas.microsoft.com/office/powerpoint/2010/main" val="42321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2026-08-12T20:48:33.9280000Z</dcterms:created>
  <dcterms:modified xsi:type="dcterms:W3CDTF">2026-08-12T20:48:33.9280000Z</dcterms:modified>
</coreProperties>
</file>