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cd8d3451504b9f" /><Relationship Type="http://schemas.openxmlformats.org/officeDocument/2006/relationships/extended-properties" Target="/docProps/app.xml" Id="Re4446d70a9e9485f" /><Relationship Type="http://schemas.openxmlformats.org/officeDocument/2006/relationships/officeDocument" Target="/ppt/presentation.xml" Id="Rbccef5d37d2446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a592922c2b4c9c"/>
  </p:sldMasterIdLst>
  <p:notesMasterIdLst>
    <p:notesMasterId xmlns:r="http://schemas.openxmlformats.org/officeDocument/2006/relationships" r:id="Rbdae6f72b90c4c3c"/>
  </p:notesMasterIdLst>
  <p:sldIdLst>
    <p:sldId xmlns:r="http://schemas.openxmlformats.org/officeDocument/2006/relationships" id="256" r:id="R1cd4b87024b84a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0d7df311494a99" /><Relationship Type="http://schemas.openxmlformats.org/officeDocument/2006/relationships/slideMaster" Target="/ppt/slideMasters/slideMaster1.xml" Id="Reca592922c2b4c9c" /><Relationship Type="http://schemas.openxmlformats.org/officeDocument/2006/relationships/notesMaster" Target="/ppt/notesMasters/notesMaster1.xml" Id="Rbdae6f72b90c4c3c" /><Relationship Type="http://schemas.openxmlformats.org/officeDocument/2006/relationships/presProps" Target="/ppt/presProps.xml" Id="Rd20696e8453346e6" /><Relationship Type="http://schemas.openxmlformats.org/officeDocument/2006/relationships/tableStyles" Target="/ppt/tableStyles.xml" Id="Rfa00dbc3e2e54bcb" /><Relationship Type="http://schemas.openxmlformats.org/officeDocument/2006/relationships/slide" Target="/ppt/slides/slide1.xml" Id="R1cd4b87024b84a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a7e3d8202e44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ddab8e2e61407d" /><Relationship Type="http://schemas.openxmlformats.org/officeDocument/2006/relationships/notesMaster" Target="/ppt/notesMasters/notesMaster1.xml" Id="R999a562eef304d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cdf8084b342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7ccc5371e64b3b" /><Relationship Type="http://schemas.openxmlformats.org/officeDocument/2006/relationships/slideLayout" Target="/ppt/slideLayouts/slideLayout1.xml" Id="R7e7dd74d0ec543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7dd74d0ec543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45f65c4bd4c5b" /><Relationship Type="http://schemas.openxmlformats.org/officeDocument/2006/relationships/notesSlide" Target="/ppt/notesSlides/notesSlide1.xml" Id="R5ac9dff424054a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705435C9-7051-4878-9B04-58DF1AD7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9B51566D-3610-4734-AB80-218AB892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55A4493A-F747-4CFC-85D4-092C230E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672FDFF2-B7C1-4C76-BA37-34AAA270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Divergencia frente a absorción atmosférica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0F3ACC58-3D2C-49CB-8D06-4D5FF81A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2ADB73BE-4C74-4D46-950C-9DAC4247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1DFBE83E-1BF2-4263-AFCD-C407D86E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A4C7E557-508E-4DF8-BC08-0072D9DC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13E5D296-4B0A-4684-8789-0109C164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6677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432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6677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F6B12D84-356D-4C88-AF31-232E4F54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05125"/>
            <a:ext cx="4686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4D1434"/>
                </a:solidFill>
              </a:defRPr>
            </a:pPr>
            <a:r>
              <a:rPr sz="3000" b="1">
                <a:solidFill>
                  <a:srgbClr val="4D1434"/>
                </a:solidFill>
              </a:rPr>
              <a:t>ecuación estructural de</a:t>
            </a:r>
          </a:p>
          <a:p xmlns:a="http://schemas.openxmlformats.org/drawingml/2006/main">
            <a:pPr algn="ctr">
              <a:defRPr sz="3000" b="1">
                <a:solidFill>
                  <a:srgbClr val="4D1434"/>
                </a:solidFill>
              </a:defRPr>
            </a:pPr>
            <a:r>
              <a:rPr sz="3000" b="1">
                <a:solidFill>
                  <a:srgbClr val="4D1434"/>
                </a:solidFill>
              </a:rPr>
              <a:t>divergencia +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E0DC4704-AEAA-4A32-B151-CC854AD6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Divergencia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geométrica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3A6B877D-86D6-4A8E-93EC-A238E403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Absorción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atmosférica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55221CCE-891A-464B-A514-24E41036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Frecuencia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85C07CCF-83F2-43B0-855D-88C56508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Estado del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aire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4FD5E97D-5CB6-465F-8510-E05911CD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Ecuación editable · símbolos, unidades e hipótesis se completan en la explicación.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CCF7E2F3-9AFE-419C-A3ED-117608E8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ec. 9.6</a:t>
            </a:r>
          </a:p>
        </p:txBody>
      </p:sp>
    </p:spTree>
    <p:extLst>
      <p:ext uri="{BB962C8B-B14F-4D97-AF65-F5344CB8AC3E}">
        <p14:creationId xmlns:p14="http://schemas.microsoft.com/office/powerpoint/2010/main" val="801356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2026-08-12T20:48:04.9650000Z</dcterms:created>
  <dcterms:modified xsi:type="dcterms:W3CDTF">2026-08-12T20:48:04.9650000Z</dcterms:modified>
</coreProperties>
</file>