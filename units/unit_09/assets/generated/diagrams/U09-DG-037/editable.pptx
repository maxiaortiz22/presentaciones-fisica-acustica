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c21656ad347d1" /><Relationship Type="http://schemas.openxmlformats.org/officeDocument/2006/relationships/extended-properties" Target="/docProps/app.xml" Id="R80a1e3a3bf50495f" /><Relationship Type="http://schemas.openxmlformats.org/officeDocument/2006/relationships/officeDocument" Target="/ppt/presentation.xml" Id="Rbb8fffe301b7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7b79885a154d32"/>
  </p:sldMasterIdLst>
  <p:notesMasterIdLst>
    <p:notesMasterId xmlns:r="http://schemas.openxmlformats.org/officeDocument/2006/relationships" r:id="R5f5159780f5043e0"/>
  </p:notesMasterIdLst>
  <p:sldIdLst>
    <p:sldId xmlns:r="http://schemas.openxmlformats.org/officeDocument/2006/relationships" id="256" r:id="Rf02b8eee2a35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872e3b2e048a1" /><Relationship Type="http://schemas.openxmlformats.org/officeDocument/2006/relationships/slideMaster" Target="/ppt/slideMasters/slideMaster1.xml" Id="R9a7b79885a154d32" /><Relationship Type="http://schemas.openxmlformats.org/officeDocument/2006/relationships/notesMaster" Target="/ppt/notesMasters/notesMaster1.xml" Id="R5f5159780f5043e0" /><Relationship Type="http://schemas.openxmlformats.org/officeDocument/2006/relationships/presProps" Target="/ppt/presProps.xml" Id="R9182959b82e44439" /><Relationship Type="http://schemas.openxmlformats.org/officeDocument/2006/relationships/tableStyles" Target="/ppt/tableStyles.xml" Id="R578063d197e34d09" /><Relationship Type="http://schemas.openxmlformats.org/officeDocument/2006/relationships/slide" Target="/ppt/slides/slide1.xml" Id="Rf02b8eee2a35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13dbd9917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729e1f3ba4b89" /><Relationship Type="http://schemas.openxmlformats.org/officeDocument/2006/relationships/notesMaster" Target="/ppt/notesMasters/notesMaster1.xml" Id="R150b6f46c7ba47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a809cfecd4b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d678f59c2b4174" /><Relationship Type="http://schemas.openxmlformats.org/officeDocument/2006/relationships/slideLayout" Target="/ppt/slideLayouts/slideLayout1.xml" Id="R4f9f092230004f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f092230004f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d99e4411e4e9c" /><Relationship Type="http://schemas.openxmlformats.org/officeDocument/2006/relationships/notesSlide" Target="/ppt/notesSlides/notesSlide1.xml" Id="R0a88d97991b94b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83515E8-257E-4E96-A777-37C861F5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BC31BFD-C1C1-4689-ADC8-0DA389AE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4B8461F-5B70-44C6-90D5-268CCD66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C53119F-DF47-4B85-9E94-3393D21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Secuencia de llegadas en sala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1203E656-0906-427A-B16D-D8F03426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60B4639A-8FC1-42AD-A341-6778FC59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641A4C26-6F6C-405E-A318-F2F780E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33FD6D7C-0929-4A3F-A3C2-249F5C19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ep_1_text">
            <a:extLst xmlns:a="http://schemas.openxmlformats.org/drawingml/2006/main">
              <a:ext uri="{FF2B5EF4-FFF2-40B4-BE49-F238E27FC236}">
                <a16:creationId xmlns:a16="http://schemas.microsoft.com/office/drawing/2014/main" id="{7BFBA42E-8D0E-4D42-87B1-C9DA3D7A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Directa</a:t>
            </a:r>
          </a:p>
        </p:txBody>
      </p:sp>
      <p:sp>
        <p:nvSpPr>
          <p:cNvPr id="13" name="step_2_text">
            <a:extLst xmlns:a="http://schemas.openxmlformats.org/drawingml/2006/main">
              <a:ext uri="{FF2B5EF4-FFF2-40B4-BE49-F238E27FC236}">
                <a16:creationId xmlns:a16="http://schemas.microsoft.com/office/drawing/2014/main" id="{4B5FE5FD-33A0-4DA0-9F56-F6F6B7C2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tempranas</a:t>
            </a:r>
          </a:p>
        </p:txBody>
      </p:sp>
      <p:sp>
        <p:nvSpPr>
          <p:cNvPr id="14" name="step_3_text">
            <a:extLst xmlns:a="http://schemas.openxmlformats.org/drawingml/2006/main">
              <a:ext uri="{FF2B5EF4-FFF2-40B4-BE49-F238E27FC236}">
                <a16:creationId xmlns:a16="http://schemas.microsoft.com/office/drawing/2014/main" id="{FB7807B0-1A30-4544-A97E-4CDACCF6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densidad de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reflexiones</a:t>
            </a:r>
          </a:p>
        </p:txBody>
      </p:sp>
      <p:sp>
        <p:nvSpPr>
          <p:cNvPr id="15" name="step_4_text">
            <a:extLst xmlns:a="http://schemas.openxmlformats.org/drawingml/2006/main">
              <a:ext uri="{FF2B5EF4-FFF2-40B4-BE49-F238E27FC236}">
                <a16:creationId xmlns:a16="http://schemas.microsoft.com/office/drawing/2014/main" id="{BAA208F3-97DE-4D2D-868E-C0D6C4A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cola</a:t>
            </a:r>
          </a:p>
        </p:txBody>
      </p:sp>
      <p:sp>
        <p:nvSpPr>
          <p:cNvPr id="1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C4CB8A7-87A5-4E7E-BFE7-46CD485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EFD773C-2380-49F7-8ED4-74911131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9.7.3</a:t>
            </a:r>
          </a:p>
        </p:txBody>
      </p:sp>
    </p:spTree>
    <p:extLst>
      <p:ext uri="{BB962C8B-B14F-4D97-AF65-F5344CB8AC3E}">
        <p14:creationId xmlns:p14="http://schemas.microsoft.com/office/powerpoint/2010/main" val="1364470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2026-08-12T20:48:13.8520000Z</dcterms:created>
  <dcterms:modified xsi:type="dcterms:W3CDTF">2026-08-12T20:48:13.8520000Z</dcterms:modified>
</coreProperties>
</file>