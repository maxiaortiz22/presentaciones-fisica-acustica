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02dc75ae2d4b8b" /><Relationship Type="http://schemas.openxmlformats.org/officeDocument/2006/relationships/extended-properties" Target="/docProps/app.xml" Id="R8ca43b8b35414ccb" /><Relationship Type="http://schemas.openxmlformats.org/officeDocument/2006/relationships/officeDocument" Target="/ppt/presentation.xml" Id="R27f008739b7441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261ac69220402a"/>
  </p:sldMasterIdLst>
  <p:notesMasterIdLst>
    <p:notesMasterId xmlns:r="http://schemas.openxmlformats.org/officeDocument/2006/relationships" r:id="R0846fb4322844c28"/>
  </p:notesMasterIdLst>
  <p:sldIdLst>
    <p:sldId xmlns:r="http://schemas.openxmlformats.org/officeDocument/2006/relationships" id="256" r:id="Ra7845299596b43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e9acd098a14c87" /><Relationship Type="http://schemas.openxmlformats.org/officeDocument/2006/relationships/slideMaster" Target="/ppt/slideMasters/slideMaster1.xml" Id="Rb7261ac69220402a" /><Relationship Type="http://schemas.openxmlformats.org/officeDocument/2006/relationships/notesMaster" Target="/ppt/notesMasters/notesMaster1.xml" Id="R0846fb4322844c28" /><Relationship Type="http://schemas.openxmlformats.org/officeDocument/2006/relationships/presProps" Target="/ppt/presProps.xml" Id="Rfd4c186045ff4157" /><Relationship Type="http://schemas.openxmlformats.org/officeDocument/2006/relationships/tableStyles" Target="/ppt/tableStyles.xml" Id="R4a4cd53983954873" /><Relationship Type="http://schemas.openxmlformats.org/officeDocument/2006/relationships/slide" Target="/ppt/slides/slide1.xml" Id="Ra7845299596b43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013e56f6a84c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bed1093d974c6e" /><Relationship Type="http://schemas.openxmlformats.org/officeDocument/2006/relationships/notesMaster" Target="/ppt/notesMasters/notesMaster1.xml" Id="R3836e58f05b94a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239004d98447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5999f3f3ef4251" /><Relationship Type="http://schemas.openxmlformats.org/officeDocument/2006/relationships/slideLayout" Target="/ppt/slideLayouts/slideLayout1.xml" Id="Rc8f807e50ee447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f807e50ee447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b47a9a43d4b23" /><Relationship Type="http://schemas.openxmlformats.org/officeDocument/2006/relationships/notesSlide" Target="/ppt/notesSlides/notesSlide1.xml" Id="R47ae4a714db742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85F56554-E138-41A2-9289-F13B00EC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919C20D9-BAD1-444F-A154-52E8D9C5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7AF390B6-4545-46DE-914B-8C4757BF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2F5488BA-E723-41E0-981E-A982DACB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Ficha de campo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C6E1B4BA-0695-4A75-8A9D-E4899BD5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41B26CED-7C7C-448B-8B60-FFF4BCF9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5735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DB1F4869-2F06-43A1-97A5-C7567B3B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D80C4708-0401-49A5-A8FA-0C412125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65735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A8B80AB3-A19B-4C6C-A9BE-518CB928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6_box">
            <a:extLst xmlns:a="http://schemas.openxmlformats.org/drawingml/2006/main">
              <a:ext uri="{FF2B5EF4-FFF2-40B4-BE49-F238E27FC236}">
                <a16:creationId xmlns:a16="http://schemas.microsoft.com/office/drawing/2014/main" id="{0A279207-7A34-4088-BF1F-A1A23214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7190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1" name="concept_7_box">
            <a:extLst xmlns:a="http://schemas.openxmlformats.org/drawingml/2006/main">
              <a:ext uri="{FF2B5EF4-FFF2-40B4-BE49-F238E27FC236}">
                <a16:creationId xmlns:a16="http://schemas.microsoft.com/office/drawing/2014/main" id="{6491AAAC-9EAD-48D4-A2D1-2D68832F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7190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concept_8_box">
            <a:extLst xmlns:a="http://schemas.openxmlformats.org/drawingml/2006/main">
              <a:ext uri="{FF2B5EF4-FFF2-40B4-BE49-F238E27FC236}">
                <a16:creationId xmlns:a16="http://schemas.microsoft.com/office/drawing/2014/main" id="{518615F3-E71F-4C0D-BEB0-51087524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771900"/>
            <a:ext cx="2466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3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C8E031E1-A63A-4874-A1E9-CEB31459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Checklist: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distancias</a:t>
            </a:r>
          </a:p>
        </p:txBody>
      </p:sp>
      <p:sp>
        <p:nvSpPr>
          <p:cNvPr id="14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8B0D2DAA-0C6B-45E2-AF24-3A15BBD3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84785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alturas</a:t>
            </a:r>
          </a:p>
        </p:txBody>
      </p:sp>
      <p:sp>
        <p:nvSpPr>
          <p:cNvPr id="15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CD66B409-45AD-4C14-89DB-63F5BC32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dirección</a:t>
            </a:r>
          </a:p>
        </p:txBody>
      </p:sp>
      <p:sp>
        <p:nvSpPr>
          <p:cNvPr id="16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DB58C892-8205-4860-A175-D6803F52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4785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temperatura</a:t>
            </a:r>
          </a:p>
        </p:txBody>
      </p:sp>
      <p:sp>
        <p:nvSpPr>
          <p:cNvPr id="17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EACB4906-7CB6-4790-A330-262BAA28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viento</a:t>
            </a:r>
          </a:p>
        </p:txBody>
      </p:sp>
      <p:sp>
        <p:nvSpPr>
          <p:cNvPr id="18" name="concept_6_text">
            <a:extLst xmlns:a="http://schemas.openxmlformats.org/drawingml/2006/main">
              <a:ext uri="{FF2B5EF4-FFF2-40B4-BE49-F238E27FC236}">
                <a16:creationId xmlns:a16="http://schemas.microsoft.com/office/drawing/2014/main" id="{26DAD0FC-25BB-4D87-9FDB-4C763CA9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96240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humedad</a:t>
            </a:r>
          </a:p>
        </p:txBody>
      </p:sp>
      <p:sp>
        <p:nvSpPr>
          <p:cNvPr id="19" name="concept_7_text">
            <a:extLst xmlns:a="http://schemas.openxmlformats.org/drawingml/2006/main">
              <a:ext uri="{FF2B5EF4-FFF2-40B4-BE49-F238E27FC236}">
                <a16:creationId xmlns:a16="http://schemas.microsoft.com/office/drawing/2014/main" id="{565E414D-4AC1-42DE-B139-301AF637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6240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presión</a:t>
            </a:r>
          </a:p>
        </p:txBody>
      </p:sp>
      <p:sp>
        <p:nvSpPr>
          <p:cNvPr id="20" name="concept_8_text">
            <a:extLst xmlns:a="http://schemas.openxmlformats.org/drawingml/2006/main">
              <a:ext uri="{FF2B5EF4-FFF2-40B4-BE49-F238E27FC236}">
                <a16:creationId xmlns:a16="http://schemas.microsoft.com/office/drawing/2014/main" id="{3865F42B-5CA4-44D2-806B-F471F9ED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62400"/>
            <a:ext cx="2009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suelo</a:t>
            </a:r>
          </a:p>
        </p:txBody>
      </p:sp>
      <p:sp>
        <p:nvSpPr>
          <p:cNvPr id="21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8A3087CF-A607-4A20-8712-578DCD69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2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80668B38-873E-4DE9-9578-D04BBC46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Brief U9</a:t>
            </a:r>
          </a:p>
        </p:txBody>
      </p:sp>
    </p:spTree>
    <p:extLst>
      <p:ext uri="{BB962C8B-B14F-4D97-AF65-F5344CB8AC3E}">
        <p14:creationId xmlns:p14="http://schemas.microsoft.com/office/powerpoint/2010/main" val="2124296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2026-08-12T20:48:06.2940000Z</dcterms:created>
  <dcterms:modified xsi:type="dcterms:W3CDTF">2026-08-12T20:48:06.2940000Z</dcterms:modified>
</coreProperties>
</file>