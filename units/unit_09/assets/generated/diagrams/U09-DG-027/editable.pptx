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3ccb2da8284ea4" /><Relationship Type="http://schemas.openxmlformats.org/officeDocument/2006/relationships/extended-properties" Target="/docProps/app.xml" Id="R20b0408771004c94" /><Relationship Type="http://schemas.openxmlformats.org/officeDocument/2006/relationships/officeDocument" Target="/ppt/presentation.xml" Id="R23edd23288974d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dfb6e205d7418e"/>
  </p:sldMasterIdLst>
  <p:notesMasterIdLst>
    <p:notesMasterId xmlns:r="http://schemas.openxmlformats.org/officeDocument/2006/relationships" r:id="R55c92c607a754a78"/>
  </p:notesMasterIdLst>
  <p:sldIdLst>
    <p:sldId xmlns:r="http://schemas.openxmlformats.org/officeDocument/2006/relationships" id="256" r:id="R08e18eceb80540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8e785d3fa8475e" /><Relationship Type="http://schemas.openxmlformats.org/officeDocument/2006/relationships/slideMaster" Target="/ppt/slideMasters/slideMaster1.xml" Id="Ra0dfb6e205d7418e" /><Relationship Type="http://schemas.openxmlformats.org/officeDocument/2006/relationships/notesMaster" Target="/ppt/notesMasters/notesMaster1.xml" Id="R55c92c607a754a78" /><Relationship Type="http://schemas.openxmlformats.org/officeDocument/2006/relationships/presProps" Target="/ppt/presProps.xml" Id="R3936e5ca4cfa4103" /><Relationship Type="http://schemas.openxmlformats.org/officeDocument/2006/relationships/tableStyles" Target="/ppt/tableStyles.xml" Id="R2ef0506a5c104c67" /><Relationship Type="http://schemas.openxmlformats.org/officeDocument/2006/relationships/slide" Target="/ppt/slides/slide1.xml" Id="R08e18eceb80540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3ba280163040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5529f6055c4357" /><Relationship Type="http://schemas.openxmlformats.org/officeDocument/2006/relationships/notesMaster" Target="/ppt/notesMasters/notesMaster1.xml" Id="Re88a3c90f4e74f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0f928430444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24785c357548b1" /><Relationship Type="http://schemas.openxmlformats.org/officeDocument/2006/relationships/slideLayout" Target="/ppt/slideLayouts/slideLayout1.xml" Id="R42c3d79636cf42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c3d79636cf42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401a045ff4b48" /><Relationship Type="http://schemas.openxmlformats.org/officeDocument/2006/relationships/notesSlide" Target="/ppt/notesSlides/notesSlide1.xml" Id="R7514e7e2110f42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C38C5F90-F86A-42A6-A557-F1053974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30081B16-41BF-47DB-8293-6493BCD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54E2B79-87B2-4DE1-B7D9-2D7DC7EC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E7931B3-72BB-4467-9993-3F2DA382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Balance de superficie</a:t>
            </a:r>
          </a:p>
        </p:txBody>
      </p:sp>
      <p:sp>
        <p:nvSpPr>
          <p:cNvPr id="5" name="branch_source_box">
            <a:extLst xmlns:a="http://schemas.openxmlformats.org/drawingml/2006/main">
              <a:ext uri="{FF2B5EF4-FFF2-40B4-BE49-F238E27FC236}">
                <a16:creationId xmlns:a16="http://schemas.microsoft.com/office/drawing/2014/main" id="{4478F008-84D4-4B6F-9BFF-576D6903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571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AA081B38-285B-4C94-963A-F8BB980D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33488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6EEFC290-FC99-4435-9D94-6AEA4484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3638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CCC1D402-C659-443B-AA05-855B66C2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3788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BBA81222-CF35-4D0E-B930-95186789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3938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1700213"/>
            <a:ext cx="3143250" cy="163353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3750" y="2900363"/>
            <a:ext cx="3143250" cy="4333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3333750"/>
            <a:ext cx="3143250" cy="766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branch_edge_4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3750" y="3333750"/>
            <a:ext cx="3143250" cy="1966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branch_source_text">
            <a:extLst xmlns:a="http://schemas.openxmlformats.org/drawingml/2006/main">
              <a:ext uri="{FF2B5EF4-FFF2-40B4-BE49-F238E27FC236}">
                <a16:creationId xmlns:a16="http://schemas.microsoft.com/office/drawing/2014/main" id="{880AFA46-1C7F-4DE4-9132-54573E5B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114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Energía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incidente</a:t>
            </a:r>
          </a:p>
        </p:txBody>
      </p:sp>
      <p:sp>
        <p:nvSpPr>
          <p:cNvPr id="15" name="branch_1_text">
            <a:extLst xmlns:a="http://schemas.openxmlformats.org/drawingml/2006/main">
              <a:ext uri="{FF2B5EF4-FFF2-40B4-BE49-F238E27FC236}">
                <a16:creationId xmlns:a16="http://schemas.microsoft.com/office/drawing/2014/main" id="{EC6DF59D-3BEB-422B-8A11-DB4797A4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3988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Reflejada R_E</a:t>
            </a:r>
          </a:p>
        </p:txBody>
      </p:sp>
      <p:sp>
        <p:nvSpPr>
          <p:cNvPr id="16" name="branch_2_text">
            <a:extLst xmlns:a="http://schemas.openxmlformats.org/drawingml/2006/main">
              <a:ext uri="{FF2B5EF4-FFF2-40B4-BE49-F238E27FC236}">
                <a16:creationId xmlns:a16="http://schemas.microsoft.com/office/drawing/2014/main" id="{F3E4C9C3-AA98-44F2-BE0F-95C9B01B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4138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Absorbida α</a:t>
            </a:r>
          </a:p>
        </p:txBody>
      </p:sp>
      <p:sp>
        <p:nvSpPr>
          <p:cNvPr id="17" name="branch_3_text">
            <a:extLst xmlns:a="http://schemas.openxmlformats.org/drawingml/2006/main">
              <a:ext uri="{FF2B5EF4-FFF2-40B4-BE49-F238E27FC236}">
                <a16:creationId xmlns:a16="http://schemas.microsoft.com/office/drawing/2014/main" id="{DC1106D6-74C9-4D4F-AD00-A71FBB82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4288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Transmitida τ_E</a:t>
            </a:r>
          </a:p>
        </p:txBody>
      </p:sp>
      <p:sp>
        <p:nvSpPr>
          <p:cNvPr id="18" name="branch_4_text">
            <a:extLst xmlns:a="http://schemas.openxmlformats.org/drawingml/2006/main">
              <a:ext uri="{FF2B5EF4-FFF2-40B4-BE49-F238E27FC236}">
                <a16:creationId xmlns:a16="http://schemas.microsoft.com/office/drawing/2014/main" id="{22E9F4E9-D849-4714-88AC-F1186FE0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24438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Balance = 1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88D55BDE-BC91-44D1-93CF-C0DB5EE4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Rutas conceptuales independientes;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87771C5B-6BF9-40FD-AAE4-8F760A20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Figura 9.3 balance-superficie.tex</a:t>
            </a:r>
          </a:p>
        </p:txBody>
      </p:sp>
    </p:spTree>
    <p:extLst>
      <p:ext uri="{BB962C8B-B14F-4D97-AF65-F5344CB8AC3E}">
        <p14:creationId xmlns:p14="http://schemas.microsoft.com/office/powerpoint/2010/main" val="635719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2026-08-12T20:48:07.6810000Z</dcterms:created>
  <dcterms:modified xsi:type="dcterms:W3CDTF">2026-08-12T20:48:07.6810000Z</dcterms:modified>
</coreProperties>
</file>