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338a1d2864a55" /><Relationship Type="http://schemas.openxmlformats.org/officeDocument/2006/relationships/extended-properties" Target="/docProps/app.xml" Id="Rcba3ce5863f44e00" /><Relationship Type="http://schemas.openxmlformats.org/officeDocument/2006/relationships/officeDocument" Target="/ppt/presentation.xml" Id="R48284fdcd27e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4f21c64e9e48fa"/>
  </p:sldMasterIdLst>
  <p:notesMasterIdLst>
    <p:notesMasterId xmlns:r="http://schemas.openxmlformats.org/officeDocument/2006/relationships" r:id="R27422e9b280a4656"/>
  </p:notesMasterIdLst>
  <p:sldIdLst>
    <p:sldId xmlns:r="http://schemas.openxmlformats.org/officeDocument/2006/relationships" id="256" r:id="R21a7bd484bba4e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24b4b635b47ef" /><Relationship Type="http://schemas.openxmlformats.org/officeDocument/2006/relationships/slideMaster" Target="/ppt/slideMasters/slideMaster1.xml" Id="R244f21c64e9e48fa" /><Relationship Type="http://schemas.openxmlformats.org/officeDocument/2006/relationships/notesMaster" Target="/ppt/notesMasters/notesMaster1.xml" Id="R27422e9b280a4656" /><Relationship Type="http://schemas.openxmlformats.org/officeDocument/2006/relationships/presProps" Target="/ppt/presProps.xml" Id="R833b97c35fad42db" /><Relationship Type="http://schemas.openxmlformats.org/officeDocument/2006/relationships/tableStyles" Target="/ppt/tableStyles.xml" Id="R049017e732834c68" /><Relationship Type="http://schemas.openxmlformats.org/officeDocument/2006/relationships/slide" Target="/ppt/slides/slide1.xml" Id="R21a7bd484bba4e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b965575ae6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79fbd8af5439d" /><Relationship Type="http://schemas.openxmlformats.org/officeDocument/2006/relationships/notesMaster" Target="/ppt/notesMasters/notesMaster1.xml" Id="R9c07a0f02a9c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6f850512d4e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4b7a7ce8243f4" /><Relationship Type="http://schemas.openxmlformats.org/officeDocument/2006/relationships/slideLayout" Target="/ppt/slideLayouts/slideLayout1.xml" Id="R3acd013c7826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d013c7826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95092490349ca" /><Relationship Type="http://schemas.openxmlformats.org/officeDocument/2006/relationships/notesSlide" Target="/ppt/notesSlides/notesSlide1.xml" Id="R4510ac591bc94f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D70762D-E8E7-4980-9F94-5F7CD92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A1D4B1E-0363-4ED3-B191-AE84F2B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18A10DF-EAFA-42FB-BB85-A16A764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C461A4A-4441-443D-9373-486D1D3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acumulativo final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1E983566-13A7-4334-A5F0-9AB473E7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E44B210B-FAB9-48D4-BB63-06DCE9D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EE400AE3-18D7-44C1-AC3F-6E37BCD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0B5530B0-D60D-4CA7-B130-9667A17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5ADEFCF2-5F24-46C3-8833-BB14B327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250E3131-B913-4B01-8941-C77465B5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C28C19A6-5AA1-481E-984A-7EFC7211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Trayecto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2E840A60-7BF4-4EE8-AC85-14F6B0D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E4114237-BED7-47C5-AE48-51E2A04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Identificar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mecanismo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E55E8919-6587-439A-9D78-EDB1F00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Elegir modelo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A1D7A66-8B73-4B3B-9E1A-C9F8A3EB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B650A8E-0D1A-4D1F-BE45-576656EE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Programa</a:t>
            </a:r>
          </a:p>
        </p:txBody>
      </p:sp>
    </p:spTree>
    <p:extLst>
      <p:ext uri="{BB962C8B-B14F-4D97-AF65-F5344CB8AC3E}">
        <p14:creationId xmlns:p14="http://schemas.microsoft.com/office/powerpoint/2010/main" val="24288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2026-08-12T20:48:30.8130000Z</dcterms:created>
  <dcterms:modified xsi:type="dcterms:W3CDTF">2026-08-12T20:48:30.8130000Z</dcterms:modified>
</coreProperties>
</file>