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a095cc306440bb" /><Relationship Type="http://schemas.openxmlformats.org/officeDocument/2006/relationships/extended-properties" Target="/docProps/app.xml" Id="R798367bdfe8840b3" /><Relationship Type="http://schemas.openxmlformats.org/officeDocument/2006/relationships/officeDocument" Target="/ppt/presentation.xml" Id="R6ff44f55862d47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55dc7a69194504"/>
  </p:sldMasterIdLst>
  <p:notesMasterIdLst>
    <p:notesMasterId xmlns:r="http://schemas.openxmlformats.org/officeDocument/2006/relationships" r:id="R7c7f1f6a47aa4fa9"/>
  </p:notesMasterIdLst>
  <p:sldIdLst>
    <p:sldId xmlns:r="http://schemas.openxmlformats.org/officeDocument/2006/relationships" id="256" r:id="Rb5cd264a9c814d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3d3926e19d4c9c" /><Relationship Type="http://schemas.openxmlformats.org/officeDocument/2006/relationships/slideMaster" Target="/ppt/slideMasters/slideMaster1.xml" Id="Re855dc7a69194504" /><Relationship Type="http://schemas.openxmlformats.org/officeDocument/2006/relationships/notesMaster" Target="/ppt/notesMasters/notesMaster1.xml" Id="R7c7f1f6a47aa4fa9" /><Relationship Type="http://schemas.openxmlformats.org/officeDocument/2006/relationships/presProps" Target="/ppt/presProps.xml" Id="Rba4e9f24957e4232" /><Relationship Type="http://schemas.openxmlformats.org/officeDocument/2006/relationships/tableStyles" Target="/ppt/tableStyles.xml" Id="R12a65f12e4384894" /><Relationship Type="http://schemas.openxmlformats.org/officeDocument/2006/relationships/slide" Target="/ppt/slides/slide1.xml" Id="Rb5cd264a9c814d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08c7f7bf846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6d82e556954481" /><Relationship Type="http://schemas.openxmlformats.org/officeDocument/2006/relationships/notesMaster" Target="/ppt/notesMasters/notesMaster1.xml" Id="Re0fb767251cb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22d5f79c5545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3618d4a614825" /><Relationship Type="http://schemas.openxmlformats.org/officeDocument/2006/relationships/slideLayout" Target="/ppt/slideLayouts/slideLayout1.xml" Id="R64af7c40aa1941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af7c40aa1941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29d57bb7047d3" /><Relationship Type="http://schemas.openxmlformats.org/officeDocument/2006/relationships/notesSlide" Target="/ppt/notesSlides/notesSlide1.xml" Id="Ra8519bf64fb346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2E65966-0F7C-43D5-8153-EE08D7A6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E7783B1-5613-4D39-8E03-6889B1F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47402B8-EBE4-447F-BD55-F5CD1C44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B144D97-B13E-4A79-935A-06C0E9D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Gradientes térmicos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33822734-4BB6-4DC5-8823-14A8E9EA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3B417C75-4C74-41EB-B1CE-757E1FA2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CC09FB09-3323-4EA3-AD02-7F9F81BB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DC6D0063-03A5-40AB-B004-011575CD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6E109475-A9D4-4599-B230-B1560EA8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Perfil θ(z)</a:t>
            </a:r>
          </a:p>
        </p:txBody>
      </p:sp>
      <p:sp>
        <p:nvSpPr>
          <p:cNvPr id="10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F5DBA5A8-8D39-4D3A-89EC-D495C3B4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Perfil c(z)</a:t>
            </a:r>
          </a:p>
        </p:txBody>
      </p:sp>
      <p:sp>
        <p:nvSpPr>
          <p:cNvPr id="11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BC136FAA-2832-4710-8D55-21EEE9F2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Trayectoria curvada</a:t>
            </a:r>
          </a:p>
        </p:txBody>
      </p:sp>
      <p:sp>
        <p:nvSpPr>
          <p:cNvPr id="12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1EC3BFC2-7254-4985-8111-E2FF834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Zona de sombra</a:t>
            </a:r>
          </a:p>
        </p:txBody>
      </p:sp>
      <p:sp>
        <p:nvSpPr>
          <p:cNvPr id="1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D493CC9A-B5E6-42AE-B7A5-A2263ACA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D26512D-F9AA-4E14-80C2-45FF1AF4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Figura 9.1 gradientes-termicos.tex</a:t>
            </a:r>
          </a:p>
        </p:txBody>
      </p:sp>
    </p:spTree>
    <p:extLst>
      <p:ext uri="{BB962C8B-B14F-4D97-AF65-F5344CB8AC3E}">
        <p14:creationId xmlns:p14="http://schemas.microsoft.com/office/powerpoint/2010/main" val="2125172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2026-08-12T20:48:01.8190000Z</dcterms:created>
  <dcterms:modified xsi:type="dcterms:W3CDTF">2026-08-12T20:48:01.8190000Z</dcterms:modified>
</coreProperties>
</file>