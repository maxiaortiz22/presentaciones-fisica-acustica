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bfd6beed344191" /><Relationship Type="http://schemas.openxmlformats.org/officeDocument/2006/relationships/extended-properties" Target="/docProps/app.xml" Id="Rc4ef9785a1e04c68" /><Relationship Type="http://schemas.openxmlformats.org/officeDocument/2006/relationships/officeDocument" Target="/ppt/presentation.xml" Id="Ra0e74162a4c3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2de9ea823e4f43"/>
  </p:sldMasterIdLst>
  <p:notesMasterIdLst>
    <p:notesMasterId xmlns:r="http://schemas.openxmlformats.org/officeDocument/2006/relationships" r:id="R3cd6cc90259c45fc"/>
  </p:notesMasterIdLst>
  <p:sldIdLst>
    <p:sldId xmlns:r="http://schemas.openxmlformats.org/officeDocument/2006/relationships" id="256" r:id="R35c374cc8d6746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ed42d3e084fcf" /><Relationship Type="http://schemas.openxmlformats.org/officeDocument/2006/relationships/slideMaster" Target="/ppt/slideMasters/slideMaster1.xml" Id="R8d2de9ea823e4f43" /><Relationship Type="http://schemas.openxmlformats.org/officeDocument/2006/relationships/notesMaster" Target="/ppt/notesMasters/notesMaster1.xml" Id="R3cd6cc90259c45fc" /><Relationship Type="http://schemas.openxmlformats.org/officeDocument/2006/relationships/presProps" Target="/ppt/presProps.xml" Id="R0f2f8c006ec64ef8" /><Relationship Type="http://schemas.openxmlformats.org/officeDocument/2006/relationships/tableStyles" Target="/ppt/tableStyles.xml" Id="Recd866a916db42ff" /><Relationship Type="http://schemas.openxmlformats.org/officeDocument/2006/relationships/slide" Target="/ppt/slides/slide1.xml" Id="R35c374cc8d6746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19ed86323c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aefd0ed1b49ef" /><Relationship Type="http://schemas.openxmlformats.org/officeDocument/2006/relationships/notesMaster" Target="/ppt/notesMasters/notesMaster1.xml" Id="R8ae601bc4eef49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802051fe54a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6f2b275054ac3" /><Relationship Type="http://schemas.openxmlformats.org/officeDocument/2006/relationships/slideLayout" Target="/ppt/slideLayouts/slideLayout1.xml" Id="R46d36543aec74b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36543aec7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b91bf01f4781" /><Relationship Type="http://schemas.openxmlformats.org/officeDocument/2006/relationships/notesSlide" Target="/ppt/notesSlides/notesSlide1.xml" Id="Rcd8bfe9d1eb44b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C506003-7FCC-43E0-B733-2C2C0FA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A1E2217-171C-46D8-A53D-E5580A0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8AF3680-4381-40AF-8BDE-20EFBB82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615E3DB-B9FA-4A26-85C4-D9540F5D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Interfaz aire–sólido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04CF8A5C-17B8-449A-8E32-28EC2B8A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4548D3C5-EA06-4552-8281-215E19B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348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88C787A5-5553-444F-956D-2BC4BAA2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363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70F8A380-194C-4765-B783-D4DB260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378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471C9F98-B66C-4C10-AD89-47F7B20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393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1700213"/>
            <a:ext cx="3143250" cy="163353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3750" y="2900363"/>
            <a:ext cx="3143250" cy="4333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314325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3333750"/>
            <a:ext cx="3143250" cy="1966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FA726CEF-3722-453A-AC7F-9E7CA5A8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14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Incidente</a:t>
            </a:r>
          </a:p>
        </p:txBody>
      </p:sp>
      <p:sp>
        <p:nvSpPr>
          <p:cNvPr id="15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D3EF93CB-A8EB-4C7C-BD16-F24BBC5C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398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Reflejada</a:t>
            </a:r>
          </a:p>
        </p:txBody>
      </p:sp>
      <p:sp>
        <p:nvSpPr>
          <p:cNvPr id="16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C936E8ED-D559-484B-96AD-CA899E04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413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Modo longitudinal</a:t>
            </a:r>
          </a:p>
        </p:txBody>
      </p:sp>
      <p:sp>
        <p:nvSpPr>
          <p:cNvPr id="17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82E4C050-52C1-49C0-B996-A81F2060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428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Modo transversal</a:t>
            </a:r>
          </a:p>
        </p:txBody>
      </p:sp>
      <p:sp>
        <p:nvSpPr>
          <p:cNvPr id="18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1AFB7E6A-69B5-4543-AA4D-6C1FFBD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443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Normal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5EC4F9E-C9D1-4CB4-97D8-A7C7DDFF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Rutas conceptuales independientes;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94F9D8E-3579-42F8-A8F1-5792652E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1502263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2026-08-12T20:48:10.6550000Z</dcterms:created>
  <dcterms:modified xsi:type="dcterms:W3CDTF">2026-08-12T20:48:10.6550000Z</dcterms:modified>
</coreProperties>
</file>