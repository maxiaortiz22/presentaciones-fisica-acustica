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02d334c664e93" /><Relationship Type="http://schemas.openxmlformats.org/officeDocument/2006/relationships/extended-properties" Target="/docProps/app.xml" Id="Re8fc6fbdec714897" /><Relationship Type="http://schemas.openxmlformats.org/officeDocument/2006/relationships/officeDocument" Target="/ppt/presentation.xml" Id="Rd931abdd914b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33b4f5b4ae430d"/>
  </p:sldMasterIdLst>
  <p:notesMasterIdLst>
    <p:notesMasterId xmlns:r="http://schemas.openxmlformats.org/officeDocument/2006/relationships" r:id="R242c2ddfbb9d48b5"/>
  </p:notesMasterIdLst>
  <p:sldIdLst>
    <p:sldId xmlns:r="http://schemas.openxmlformats.org/officeDocument/2006/relationships" id="256" r:id="Re92adbf3db3c41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e91daf2a7d471f" /><Relationship Type="http://schemas.openxmlformats.org/officeDocument/2006/relationships/slideMaster" Target="/ppt/slideMasters/slideMaster1.xml" Id="R7133b4f5b4ae430d" /><Relationship Type="http://schemas.openxmlformats.org/officeDocument/2006/relationships/notesMaster" Target="/ppt/notesMasters/notesMaster1.xml" Id="R242c2ddfbb9d48b5" /><Relationship Type="http://schemas.openxmlformats.org/officeDocument/2006/relationships/presProps" Target="/ppt/presProps.xml" Id="R684b6e4128224e20" /><Relationship Type="http://schemas.openxmlformats.org/officeDocument/2006/relationships/tableStyles" Target="/ppt/tableStyles.xml" Id="R7934688d316d4f73" /><Relationship Type="http://schemas.openxmlformats.org/officeDocument/2006/relationships/slide" Target="/ppt/slides/slide1.xml" Id="Re92adbf3db3c41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67b8b37c9e49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42f95379004bc9" /><Relationship Type="http://schemas.openxmlformats.org/officeDocument/2006/relationships/notesMaster" Target="/ppt/notesMasters/notesMaster1.xml" Id="R0760b244589e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8c60f20f3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f0f35f0d445b3" /><Relationship Type="http://schemas.openxmlformats.org/officeDocument/2006/relationships/slideLayout" Target="/ppt/slideLayouts/slideLayout1.xml" Id="Rc0a8e0310052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a8e0310052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58c0bc4814456" /><Relationship Type="http://schemas.openxmlformats.org/officeDocument/2006/relationships/notesSlide" Target="/ppt/notesSlides/notesSlide1.xml" Id="R9ab6942562614c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8BAE37C-C63F-4A83-BBB8-27732E65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428B932-1A15-4955-BB6B-2259CB9C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8B71423-4F9E-4436-B80E-6DE97E4F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9ECBBF5-CC0B-48C4-B4B4-95119D29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Presión–densidad–rapidez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277FCAE2-4AC2-4DCA-9E06-D2D8461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22271CA-64E8-49B0-B5AD-4FCAF985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9B5B0165-F2EE-46AF-A12C-E8E426C8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1F8108BD-4AC4-45A6-919A-2CBD9ADD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66ECFF33-362D-4749-B76A-0A3868F8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9C17E83C-4AD2-4C58-A660-BE63CC2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c=√(γp_a/ρ_a)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0976EF0E-5696-44A0-96B6-F0124292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γ: cociente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térmico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FE191ED0-217B-4B58-AAB8-7D1F5DA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p_a: presión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2FCC0511-02D4-4886-BA45-D3C9A06B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ρ_a: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densidad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6E6411D1-055E-4424-9963-23173304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Qué variable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se fija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0B94534-C0E4-4D0A-80E4-BFF515A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B43D912-A235-4543-8374-7CDC5F63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9.5</a:t>
            </a:r>
          </a:p>
        </p:txBody>
      </p:sp>
    </p:spTree>
    <p:extLst>
      <p:ext uri="{BB962C8B-B14F-4D97-AF65-F5344CB8AC3E}">
        <p14:creationId xmlns:p14="http://schemas.microsoft.com/office/powerpoint/2010/main" val="1938282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2026-08-12T20:48:03.7140000Z</dcterms:created>
  <dcterms:modified xsi:type="dcterms:W3CDTF">2026-08-12T20:48:03.7140000Z</dcterms:modified>
</coreProperties>
</file>