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be030a7c804128" /><Relationship Type="http://schemas.openxmlformats.org/officeDocument/2006/relationships/extended-properties" Target="/docProps/app.xml" Id="Rd571033997484e27" /><Relationship Type="http://schemas.openxmlformats.org/officeDocument/2006/relationships/officeDocument" Target="/ppt/presentation.xml" Id="R50398ec4a0554e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5a93dc19564ac5"/>
  </p:sldMasterIdLst>
  <p:notesMasterIdLst>
    <p:notesMasterId xmlns:r="http://schemas.openxmlformats.org/officeDocument/2006/relationships" r:id="R988014cc2043491e"/>
  </p:notesMasterIdLst>
  <p:sldIdLst>
    <p:sldId xmlns:r="http://schemas.openxmlformats.org/officeDocument/2006/relationships" id="256" r:id="Rfdea024c045145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23ea497ded452c" /><Relationship Type="http://schemas.openxmlformats.org/officeDocument/2006/relationships/slideMaster" Target="/ppt/slideMasters/slideMaster1.xml" Id="Rbd5a93dc19564ac5" /><Relationship Type="http://schemas.openxmlformats.org/officeDocument/2006/relationships/notesMaster" Target="/ppt/notesMasters/notesMaster1.xml" Id="R988014cc2043491e" /><Relationship Type="http://schemas.openxmlformats.org/officeDocument/2006/relationships/presProps" Target="/ppt/presProps.xml" Id="R0c1012b982084b67" /><Relationship Type="http://schemas.openxmlformats.org/officeDocument/2006/relationships/tableStyles" Target="/ppt/tableStyles.xml" Id="R7d585eb740a64984" /><Relationship Type="http://schemas.openxmlformats.org/officeDocument/2006/relationships/slide" Target="/ppt/slides/slide1.xml" Id="Rfdea024c045145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118c1a8abb4c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28a77b160f40fc" /><Relationship Type="http://schemas.openxmlformats.org/officeDocument/2006/relationships/notesMaster" Target="/ppt/notesMasters/notesMaster1.xml" Id="R51d995428c3e41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f8126221f4b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b3c6c62c4d45d3" /><Relationship Type="http://schemas.openxmlformats.org/officeDocument/2006/relationships/slideLayout" Target="/ppt/slideLayouts/slideLayout1.xml" Id="R3f3170db5ec74e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3170db5ec74e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ff799f8a14b81" /><Relationship Type="http://schemas.openxmlformats.org/officeDocument/2006/relationships/notesSlide" Target="/ppt/notesSlides/notesSlide1.xml" Id="Rf86ceaaeeef14b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16E9E4C8-9E8F-408A-8EB8-46F72CE4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0ACC7341-1973-4170-8272-F94AEAEC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6374CF5-E94A-4766-99EC-1BA4C1DE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4253BEAA-9323-4BB1-8D5A-8CF19B49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Puente U9→U10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768B3123-5DBB-4115-881B-9883853E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upper_box">
            <a:extLst xmlns:a="http://schemas.openxmlformats.org/drawingml/2006/main">
              <a:ext uri="{FF2B5EF4-FFF2-40B4-BE49-F238E27FC236}">
                <a16:creationId xmlns:a16="http://schemas.microsoft.com/office/drawing/2014/main" id="{6034CD32-1ED6-4B32-B15F-DD60AA3C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path_lower_box">
            <a:extLst xmlns:a="http://schemas.openxmlformats.org/drawingml/2006/main">
              <a:ext uri="{FF2B5EF4-FFF2-40B4-BE49-F238E27FC236}">
                <a16:creationId xmlns:a16="http://schemas.microsoft.com/office/drawing/2014/main" id="{BF7D8F8F-ED4A-43C7-B913-3003AB99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58F753FC-24D3-47CB-BD52-50602DE5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5C1CE1E8-CD23-4223-A89C-8ACAF911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3048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90875" y="2071688"/>
            <a:ext cx="12858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071688"/>
            <a:ext cx="14763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90875" y="3286125"/>
            <a:ext cx="12858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524750" y="3286125"/>
            <a:ext cx="14763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ource_text">
            <a:extLst xmlns:a="http://schemas.openxmlformats.org/drawingml/2006/main">
              <a:ext uri="{FF2B5EF4-FFF2-40B4-BE49-F238E27FC236}">
                <a16:creationId xmlns:a16="http://schemas.microsoft.com/office/drawing/2014/main" id="{CB0E7BFA-61AB-4AC9-A8CA-79AF020E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U9: trayecto</a:t>
            </a:r>
          </a:p>
        </p:txBody>
      </p:sp>
      <p:sp>
        <p:nvSpPr>
          <p:cNvPr id="15" name="path_upper_text">
            <a:extLst xmlns:a="http://schemas.openxmlformats.org/drawingml/2006/main">
              <a:ext uri="{FF2B5EF4-FFF2-40B4-BE49-F238E27FC236}">
                <a16:creationId xmlns:a16="http://schemas.microsoft.com/office/drawing/2014/main" id="{4B88B7A0-0E33-478F-9E62-C0005440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6687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Qué llega al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receptor</a:t>
            </a:r>
          </a:p>
        </p:txBody>
      </p:sp>
      <p:sp>
        <p:nvSpPr>
          <p:cNvPr id="16" name="path_lower_text">
            <a:extLst xmlns:a="http://schemas.openxmlformats.org/drawingml/2006/main">
              <a:ext uri="{FF2B5EF4-FFF2-40B4-BE49-F238E27FC236}">
                <a16:creationId xmlns:a16="http://schemas.microsoft.com/office/drawing/2014/main" id="{7853BF01-1335-4506-B6C3-B14504BF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4812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U10: ruido</a:t>
            </a:r>
          </a:p>
        </p:txBody>
      </p:sp>
      <p:sp>
        <p:nvSpPr>
          <p:cNvPr id="17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66E6E863-A254-4C58-B2B3-3D6AEFE2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Caracterizar</a:t>
            </a:r>
          </a:p>
        </p:txBody>
      </p:sp>
      <p:sp>
        <p:nvSpPr>
          <p:cNvPr id="18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924FCE88-DDA5-46F5-8854-8892C9C3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76875"/>
            <a:ext cx="2590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Controlar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68A7041E-4608-4A44-880B-FB4EDBC7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Esquema conceptual; no está a escala ni representa una medición.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510C4D4-67D4-456C-89A4-ADFE1BF8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course_dependency_map</a:t>
            </a:r>
          </a:p>
        </p:txBody>
      </p:sp>
    </p:spTree>
    <p:extLst>
      <p:ext uri="{BB962C8B-B14F-4D97-AF65-F5344CB8AC3E}">
        <p14:creationId xmlns:p14="http://schemas.microsoft.com/office/powerpoint/2010/main" val="866506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2026-08-12T20:48:31.5040000Z</dcterms:created>
  <dcterms:modified xsi:type="dcterms:W3CDTF">2026-08-12T20:48:31.5040000Z</dcterms:modified>
</coreProperties>
</file>