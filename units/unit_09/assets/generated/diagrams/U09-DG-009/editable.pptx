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611cb951643f3" /><Relationship Type="http://schemas.openxmlformats.org/officeDocument/2006/relationships/extended-properties" Target="/docProps/app.xml" Id="R38d4a38b79ca478c" /><Relationship Type="http://schemas.openxmlformats.org/officeDocument/2006/relationships/officeDocument" Target="/ppt/presentation.xml" Id="Rb3ea73be2b2f42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08fff55a094fa4"/>
  </p:sldMasterIdLst>
  <p:notesMasterIdLst>
    <p:notesMasterId xmlns:r="http://schemas.openxmlformats.org/officeDocument/2006/relationships" r:id="Re2ac13bf5d03486b"/>
  </p:notesMasterIdLst>
  <p:sldIdLst>
    <p:sldId xmlns:r="http://schemas.openxmlformats.org/officeDocument/2006/relationships" id="256" r:id="Re61083358614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1b32d8d1084e74" /><Relationship Type="http://schemas.openxmlformats.org/officeDocument/2006/relationships/slideMaster" Target="/ppt/slideMasters/slideMaster1.xml" Id="Rbe08fff55a094fa4" /><Relationship Type="http://schemas.openxmlformats.org/officeDocument/2006/relationships/notesMaster" Target="/ppt/notesMasters/notesMaster1.xml" Id="Re2ac13bf5d03486b" /><Relationship Type="http://schemas.openxmlformats.org/officeDocument/2006/relationships/presProps" Target="/ppt/presProps.xml" Id="R6f381886b57a464c" /><Relationship Type="http://schemas.openxmlformats.org/officeDocument/2006/relationships/tableStyles" Target="/ppt/tableStyles.xml" Id="R27b30f55a9cb426b" /><Relationship Type="http://schemas.openxmlformats.org/officeDocument/2006/relationships/slide" Target="/ppt/slides/slide1.xml" Id="Re61083358614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c9092e7af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58ffca259f4cbd" /><Relationship Type="http://schemas.openxmlformats.org/officeDocument/2006/relationships/notesMaster" Target="/ppt/notesMasters/notesMaster1.xml" Id="Rd3b5fbecaf11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96fcfbecf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c2933c8e84b2c" /><Relationship Type="http://schemas.openxmlformats.org/officeDocument/2006/relationships/slideLayout" Target="/ppt/slideLayouts/slideLayout1.xml" Id="Rcb464fcdc4ac42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64fcdc4ac42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56fddc40b4a0a" /><Relationship Type="http://schemas.openxmlformats.org/officeDocument/2006/relationships/notesSlide" Target="/ppt/notesSlides/notesSlide1.xml" Id="R7c97f23ebece43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352483A-CAE4-44C5-B93D-774571D4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5EDCA00-4913-4116-884F-1B9B970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1F832D9-7DE0-4081-BAE8-54DDC462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CF0F2D8-B546-4CE0-850A-A549E3F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Propagación esférica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F804240B-294E-45AB-8491-B6286922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0BB87BC8-0640-4FBC-BD90-83E09DA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968779B2-2C23-4C1A-AD27-C57CD72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4407654A-2EDD-4B19-897E-805DC4E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0E24BF0A-7EF2-45F1-86F1-97B8281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2B94E13B-5C87-4216-9BE0-D0A3F50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puntual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C1944311-F69D-4FF4-8C47-ACEFC696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Frentes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esféricos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1E91EBD1-75A1-4338-8B58-A8F04A8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Radio r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141C1B71-B53B-46B1-8609-56C862F6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Área 4πr²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DF6B5BB2-84C8-4DDA-8C56-5F94312A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Intensidad y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52495F7-414B-49B9-9061-0FCD1A2E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D3B6573-E04D-429F-83A7-ECC9C4D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U4 propagacion-esferica.tex</a:t>
            </a:r>
          </a:p>
        </p:txBody>
      </p:sp>
    </p:spTree>
    <p:extLst>
      <p:ext uri="{BB962C8B-B14F-4D97-AF65-F5344CB8AC3E}">
        <p14:creationId xmlns:p14="http://schemas.microsoft.com/office/powerpoint/2010/main" val="1023593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2026-08-12T20:47:55.7300000Z</dcterms:created>
  <dcterms:modified xsi:type="dcterms:W3CDTF">2026-08-12T20:47:55.7300000Z</dcterms:modified>
</coreProperties>
</file>