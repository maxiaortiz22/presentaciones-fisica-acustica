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9a2a188904663" /><Relationship Type="http://schemas.openxmlformats.org/officeDocument/2006/relationships/extended-properties" Target="/docProps/app.xml" Id="R55543491c675487e" /><Relationship Type="http://schemas.openxmlformats.org/officeDocument/2006/relationships/officeDocument" Target="/ppt/presentation.xml" Id="R7a9158e6c825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bbd672957c40b6"/>
  </p:sldMasterIdLst>
  <p:notesMasterIdLst>
    <p:notesMasterId xmlns:r="http://schemas.openxmlformats.org/officeDocument/2006/relationships" r:id="R5694552ec2ae41e6"/>
  </p:notesMasterIdLst>
  <p:sldIdLst>
    <p:sldId xmlns:r="http://schemas.openxmlformats.org/officeDocument/2006/relationships" id="256" r:id="R9bc9ff6b8d85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9c85476e61460a" /><Relationship Type="http://schemas.openxmlformats.org/officeDocument/2006/relationships/slideMaster" Target="/ppt/slideMasters/slideMaster1.xml" Id="R6cbbd672957c40b6" /><Relationship Type="http://schemas.openxmlformats.org/officeDocument/2006/relationships/notesMaster" Target="/ppt/notesMasters/notesMaster1.xml" Id="R5694552ec2ae41e6" /><Relationship Type="http://schemas.openxmlformats.org/officeDocument/2006/relationships/presProps" Target="/ppt/presProps.xml" Id="Rcf3815c7ba0f4a67" /><Relationship Type="http://schemas.openxmlformats.org/officeDocument/2006/relationships/tableStyles" Target="/ppt/tableStyles.xml" Id="R96c48f6d05594f84" /><Relationship Type="http://schemas.openxmlformats.org/officeDocument/2006/relationships/slide" Target="/ppt/slides/slide1.xml" Id="R9bc9ff6b8d85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696bf278b4c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4cdb68a6f41f1" /><Relationship Type="http://schemas.openxmlformats.org/officeDocument/2006/relationships/notesMaster" Target="/ppt/notesMasters/notesMaster1.xml" Id="R1962b13d620a43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7da20dab642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1137f13494856" /><Relationship Type="http://schemas.openxmlformats.org/officeDocument/2006/relationships/slideLayout" Target="/ppt/slideLayouts/slideLayout1.xml" Id="R249c4727a6ff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c4727a6ff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2f243e9d74f17" /><Relationship Type="http://schemas.openxmlformats.org/officeDocument/2006/relationships/notesSlide" Target="/ppt/notesSlides/notesSlide1.xml" Id="R43fada3c485349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E1FB93F-875A-4711-AEDC-14FDAA4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174D168-E239-4122-91CD-CB903B32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3ECA2C3-E040-4D2E-8249-C794822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A297BFF-FF15-40F1-BBC3-F9D1D72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Ruta débil alternativa a foto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1E82472C-DA56-45AD-833D-5C1F975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241BC461-41F7-4E4C-8CF5-987791FB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E8E35CBA-59C3-4942-9775-C7DCCC4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13AC5F9B-B8D9-4C46-BEAD-584F426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escenarios con mismo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panel</a:t>
            </a:r>
          </a:p>
        </p:txBody>
      </p:sp>
      <p:sp>
        <p:nvSpPr>
          <p:cNvPr id="9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36DC4F56-E93F-4C32-838A-DF05C3E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distinta junta/puerta</a:t>
            </a:r>
          </a:p>
        </p:txBody>
      </p:sp>
      <p:sp>
        <p:nvSpPr>
          <p:cNvPr id="10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32E0C127-5C80-48E6-BD37-03C85B3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comparación cualitativa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D9FDAC9-AF04-401E-BAEC-D201EC43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48BE0EB-6C92-4575-BA7B-88921AA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9.8–9.8.1</a:t>
            </a:r>
          </a:p>
        </p:txBody>
      </p:sp>
    </p:spTree>
    <p:extLst>
      <p:ext uri="{BB962C8B-B14F-4D97-AF65-F5344CB8AC3E}">
        <p14:creationId xmlns:p14="http://schemas.microsoft.com/office/powerpoint/2010/main" val="2123485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2026-08-12T20:48:22.0530000Z</dcterms:created>
  <dcterms:modified xsi:type="dcterms:W3CDTF">2026-08-12T20:48:22.0530000Z</dcterms:modified>
</coreProperties>
</file>