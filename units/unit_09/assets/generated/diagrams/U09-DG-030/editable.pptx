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885e95769a42d2" /><Relationship Type="http://schemas.openxmlformats.org/officeDocument/2006/relationships/extended-properties" Target="/docProps/app.xml" Id="Rce021cd565264dd9" /><Relationship Type="http://schemas.openxmlformats.org/officeDocument/2006/relationships/officeDocument" Target="/ppt/presentation.xml" Id="R8c8e0d173489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c2dbef69e452a"/>
  </p:sldMasterIdLst>
  <p:notesMasterIdLst>
    <p:notesMasterId xmlns:r="http://schemas.openxmlformats.org/officeDocument/2006/relationships" r:id="R5604efbb7db54042"/>
  </p:notesMasterIdLst>
  <p:sldIdLst>
    <p:sldId xmlns:r="http://schemas.openxmlformats.org/officeDocument/2006/relationships" id="256" r:id="R0d96907579de4c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78b832c6c649b5" /><Relationship Type="http://schemas.openxmlformats.org/officeDocument/2006/relationships/slideMaster" Target="/ppt/slideMasters/slideMaster1.xml" Id="R746c2dbef69e452a" /><Relationship Type="http://schemas.openxmlformats.org/officeDocument/2006/relationships/notesMaster" Target="/ppt/notesMasters/notesMaster1.xml" Id="R5604efbb7db54042" /><Relationship Type="http://schemas.openxmlformats.org/officeDocument/2006/relationships/presProps" Target="/ppt/presProps.xml" Id="Rdbdfd20683714b03" /><Relationship Type="http://schemas.openxmlformats.org/officeDocument/2006/relationships/tableStyles" Target="/ppt/tableStyles.xml" Id="Rd86090da38e94112" /><Relationship Type="http://schemas.openxmlformats.org/officeDocument/2006/relationships/slide" Target="/ppt/slides/slide1.xml" Id="R0d96907579de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f1eaaf514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f22d4010f343b0" /><Relationship Type="http://schemas.openxmlformats.org/officeDocument/2006/relationships/notesMaster" Target="/ppt/notesMasters/notesMaster1.xml" Id="R4e62d7bf7b9949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ebc0bdb0a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68c7a6fd14806" /><Relationship Type="http://schemas.openxmlformats.org/officeDocument/2006/relationships/slideLayout" Target="/ppt/slideLayouts/slideLayout1.xml" Id="R6c02568822d0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2568822d0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faf9ede594b8b" /><Relationship Type="http://schemas.openxmlformats.org/officeDocument/2006/relationships/notesSlide" Target="/ppt/notesSlides/notesSlide1.xml" Id="R85f7c30fc2f44c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E2A031A-D4F8-49FF-A02A-C5581E66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4BEDAADE-A7E0-4D07-BA09-C7673EA8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2561B252-1E40-4FD2-91A1-0085F910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E5F60D4-9BEA-4E03-BC75-B812EDF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Anotaciones de línea temporal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A0CFD422-DE5E-41EA-9C81-DB070CB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B8921D18-7FC5-4A8E-BB0E-0DF1002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99560ADE-FBC9-4997-B4BA-CDB51CD5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B58B9BE5-D028-4265-8C65-B30274B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368B8DAB-405D-410F-B4BD-CD3C6E6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EAA065AA-4924-4B2E-8DD9-FF86E7B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Líderes 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directa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6F2675F9-2E05-4F89-A38F-8CDC473D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reflexión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aislada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1961B84C-F043-4249-B461-60323AF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cola en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U09-CH-004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BFA3E985-3CDA-4E38-A8C6-FEFC6E3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Anotaciones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 línea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8DFB1A41-1786-496E-8C10-35F21828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Condiciones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declaradas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94E39DEC-270C-4B10-BAEB-2AA247A5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C86A6E7-1DDF-4FF3-AE0A-D902A6FE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9.7.1/9.7.3</a:t>
            </a:r>
          </a:p>
        </p:txBody>
      </p:sp>
    </p:spTree>
    <p:extLst>
      <p:ext uri="{BB962C8B-B14F-4D97-AF65-F5344CB8AC3E}">
        <p14:creationId xmlns:p14="http://schemas.microsoft.com/office/powerpoint/2010/main" val="560827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2026-08-12T20:48:09.9600000Z</dcterms:created>
  <dcterms:modified xsi:type="dcterms:W3CDTF">2026-08-12T20:48:09.9600000Z</dcterms:modified>
</coreProperties>
</file>