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cfa7ed45974bec" /><Relationship Type="http://schemas.openxmlformats.org/officeDocument/2006/relationships/extended-properties" Target="/docProps/app.xml" Id="R64eac402276740c9" /><Relationship Type="http://schemas.openxmlformats.org/officeDocument/2006/relationships/officeDocument" Target="/ppt/presentation.xml" Id="R4f193be5ec464c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b5a7502e3461f"/>
  </p:sldMasterIdLst>
  <p:notesMasterIdLst>
    <p:notesMasterId xmlns:r="http://schemas.openxmlformats.org/officeDocument/2006/relationships" r:id="R7bbcd790e9ad4344"/>
  </p:notesMasterIdLst>
  <p:sldIdLst>
    <p:sldId xmlns:r="http://schemas.openxmlformats.org/officeDocument/2006/relationships" id="256" r:id="R70d8984202784e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c890d2a0d4737" /><Relationship Type="http://schemas.openxmlformats.org/officeDocument/2006/relationships/slideMaster" Target="/ppt/slideMasters/slideMaster1.xml" Id="R156b5a7502e3461f" /><Relationship Type="http://schemas.openxmlformats.org/officeDocument/2006/relationships/notesMaster" Target="/ppt/notesMasters/notesMaster1.xml" Id="R7bbcd790e9ad4344" /><Relationship Type="http://schemas.openxmlformats.org/officeDocument/2006/relationships/presProps" Target="/ppt/presProps.xml" Id="R2870383ec7414b02" /><Relationship Type="http://schemas.openxmlformats.org/officeDocument/2006/relationships/tableStyles" Target="/ppt/tableStyles.xml" Id="Rfa1ac7c61bb942ba" /><Relationship Type="http://schemas.openxmlformats.org/officeDocument/2006/relationships/slide" Target="/ppt/slides/slide1.xml" Id="R70d898420278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2626439899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7145df1f64244" /><Relationship Type="http://schemas.openxmlformats.org/officeDocument/2006/relationships/notesMaster" Target="/ppt/notesMasters/notesMaster1.xml" Id="Rf48f3b5683b748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a2a3fcb1949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6fc946f4b54ed4" /><Relationship Type="http://schemas.openxmlformats.org/officeDocument/2006/relationships/slideLayout" Target="/ppt/slideLayouts/slideLayout1.xml" Id="R774469ef5513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4469ef5513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a7ad3c7c2482d" /><Relationship Type="http://schemas.openxmlformats.org/officeDocument/2006/relationships/notesSlide" Target="/ppt/notesSlides/notesSlide1.xml" Id="R971aac2eda4342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0AFB476-C22B-453A-9BA4-DE4B8447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5B1979A-F198-4343-82ED-4668DF8D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4004930-CB99-4114-8144-9C497CDE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859B819-2A4C-483F-8C35-7483177B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Altitud y humedad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FD34A266-F674-4C94-BF44-772BC6B2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406CCE77-2220-4F02-8D95-8EBF55D1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760DC6AB-088B-4CAE-80D2-45874B1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CB548D67-44DB-40FF-AAB0-8999BD32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64D8DC96-81BE-4F27-8C1C-32FF7FA3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218DA730-9201-4223-9438-5BD4AEBD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9319E9F1-7193-44E5-BD51-C4B7C2E9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Altitud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62826748-E2D9-4838-8A36-558925CB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Humedad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EF97C31D-2CE9-4536-9F0E-CBD33FE5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Presión y densidad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E6721DB8-EEBF-4D0F-B2F2-082771D9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Temperatura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C5C166B9-50D8-489A-A26D-B3886BF5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Datos necesarios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C34ECEFA-4687-495D-BD04-E31D2B1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No concluye por sí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solo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98A0B30-06A1-4203-86EB-8FC6BD97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CE6CCA3-DAE5-4D48-8183-2D80FF28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9.5.3–9.6</a:t>
            </a:r>
          </a:p>
        </p:txBody>
      </p:sp>
    </p:spTree>
    <p:extLst>
      <p:ext uri="{BB962C8B-B14F-4D97-AF65-F5344CB8AC3E}">
        <p14:creationId xmlns:p14="http://schemas.microsoft.com/office/powerpoint/2010/main" val="257808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2026-08-12T20:48:04.3160000Z</dcterms:created>
  <dcterms:modified xsi:type="dcterms:W3CDTF">2026-08-12T20:48:04.3160000Z</dcterms:modified>
</coreProperties>
</file>