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4197774d174262" /><Relationship Type="http://schemas.openxmlformats.org/officeDocument/2006/relationships/extended-properties" Target="/docProps/app.xml" Id="R9ecc4136d85d4efd" /><Relationship Type="http://schemas.openxmlformats.org/officeDocument/2006/relationships/officeDocument" Target="/ppt/presentation.xml" Id="R7d623bba70a640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b25d06c1e9401d"/>
  </p:sldMasterIdLst>
  <p:notesMasterIdLst>
    <p:notesMasterId xmlns:r="http://schemas.openxmlformats.org/officeDocument/2006/relationships" r:id="Rcd3faaddae49459b"/>
  </p:notesMasterIdLst>
  <p:sldIdLst>
    <p:sldId xmlns:r="http://schemas.openxmlformats.org/officeDocument/2006/relationships" id="256" r:id="R9e10e853ecb44f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7da6292adb4ab1" /><Relationship Type="http://schemas.openxmlformats.org/officeDocument/2006/relationships/slideMaster" Target="/ppt/slideMasters/slideMaster1.xml" Id="R8cb25d06c1e9401d" /><Relationship Type="http://schemas.openxmlformats.org/officeDocument/2006/relationships/notesMaster" Target="/ppt/notesMasters/notesMaster1.xml" Id="Rcd3faaddae49459b" /><Relationship Type="http://schemas.openxmlformats.org/officeDocument/2006/relationships/presProps" Target="/ppt/presProps.xml" Id="R2c49ee9e43494560" /><Relationship Type="http://schemas.openxmlformats.org/officeDocument/2006/relationships/tableStyles" Target="/ppt/tableStyles.xml" Id="Rf183f069fc8445c9" /><Relationship Type="http://schemas.openxmlformats.org/officeDocument/2006/relationships/slide" Target="/ppt/slides/slide1.xml" Id="R9e10e853ecb44f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0f2fc4220143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d202912ed74570" /><Relationship Type="http://schemas.openxmlformats.org/officeDocument/2006/relationships/notesMaster" Target="/ppt/notesMasters/notesMaster1.xml" Id="R2a82002f6c3c49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82956518e47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0ff94fff34232" /><Relationship Type="http://schemas.openxmlformats.org/officeDocument/2006/relationships/slideLayout" Target="/ppt/slideLayouts/slideLayout1.xml" Id="R7988753184f04f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88753184f04f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52922ea584ac9" /><Relationship Type="http://schemas.openxmlformats.org/officeDocument/2006/relationships/notesSlide" Target="/ppt/notesSlides/notesSlide1.xml" Id="R7686f7fe794643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B82EF24-8B2E-45B8-BBC3-6AD98C3C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8C1DB05-B8F7-4296-9773-3D72D043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F224420-4A1E-4AA0-A2EF-1C9EDE4A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B2D5251-0187-4BBF-9A9D-DC925211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Decisión distancia/directividad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CAF4DE84-CCEA-4ACB-9E6F-08DEABDE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C7CEC475-377A-4841-80A2-366701B4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2A79DC7B-3537-406C-A656-71927F9B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B2D50487-75C5-48C7-8E83-5F38E8A7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9D95325E-3B69-43FA-BFAF-8118E939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step_6_box">
            <a:extLst xmlns:a="http://schemas.openxmlformats.org/drawingml/2006/main">
              <a:ext uri="{FF2B5EF4-FFF2-40B4-BE49-F238E27FC236}">
                <a16:creationId xmlns:a16="http://schemas.microsoft.com/office/drawing/2014/main" id="{AEC8647F-8884-49EE-A281-6D6D5728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flow_5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61950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tep_1_text">
            <a:extLst xmlns:a="http://schemas.openxmlformats.org/drawingml/2006/main">
              <a:ext uri="{FF2B5EF4-FFF2-40B4-BE49-F238E27FC236}">
                <a16:creationId xmlns:a16="http://schemas.microsoft.com/office/drawing/2014/main" id="{D45A380F-1CF0-461D-90BA-831D5656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Cambia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distancia</a:t>
            </a:r>
          </a:p>
        </p:txBody>
      </p:sp>
      <p:sp>
        <p:nvSpPr>
          <p:cNvPr id="17" name="step_2_text">
            <a:extLst xmlns:a="http://schemas.openxmlformats.org/drawingml/2006/main">
              <a:ext uri="{FF2B5EF4-FFF2-40B4-BE49-F238E27FC236}">
                <a16:creationId xmlns:a16="http://schemas.microsoft.com/office/drawing/2014/main" id="{8C31A418-F1A0-48A8-9006-09581958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Cambia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dirección</a:t>
            </a:r>
          </a:p>
        </p:txBody>
      </p:sp>
      <p:sp>
        <p:nvSpPr>
          <p:cNvPr id="18" name="step_3_text">
            <a:extLst xmlns:a="http://schemas.openxmlformats.org/drawingml/2006/main">
              <a:ext uri="{FF2B5EF4-FFF2-40B4-BE49-F238E27FC236}">
                <a16:creationId xmlns:a16="http://schemas.microsoft.com/office/drawing/2014/main" id="{EB488276-6039-470E-86DA-94AA5722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Cambian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ambas</a:t>
            </a:r>
          </a:p>
        </p:txBody>
      </p:sp>
      <p:sp>
        <p:nvSpPr>
          <p:cNvPr id="19" name="step_4_text">
            <a:extLst xmlns:a="http://schemas.openxmlformats.org/drawingml/2006/main">
              <a:ext uri="{FF2B5EF4-FFF2-40B4-BE49-F238E27FC236}">
                <a16:creationId xmlns:a16="http://schemas.microsoft.com/office/drawing/2014/main" id="{2EABE794-EEF7-4B2E-96BA-47728B32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Elegir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modelo</a:t>
            </a:r>
          </a:p>
        </p:txBody>
      </p:sp>
      <p:sp>
        <p:nvSpPr>
          <p:cNvPr id="20" name="step_5_text">
            <a:extLst xmlns:a="http://schemas.openxmlformats.org/drawingml/2006/main">
              <a:ext uri="{FF2B5EF4-FFF2-40B4-BE49-F238E27FC236}">
                <a16:creationId xmlns:a16="http://schemas.microsoft.com/office/drawing/2014/main" id="{4B37EC07-D5D9-4679-A3E4-B71B2BDB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Declarar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hipótesis</a:t>
            </a:r>
          </a:p>
        </p:txBody>
      </p:sp>
      <p:sp>
        <p:nvSpPr>
          <p:cNvPr id="21" name="step_6_text">
            <a:extLst xmlns:a="http://schemas.openxmlformats.org/drawingml/2006/main">
              <a:ext uri="{FF2B5EF4-FFF2-40B4-BE49-F238E27FC236}">
                <a16:creationId xmlns:a16="http://schemas.microsoft.com/office/drawing/2014/main" id="{8B991FE5-0D37-447E-AD9C-FDE74D4A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6 · Identificar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dato faltante</a:t>
            </a:r>
          </a:p>
        </p:txBody>
      </p:sp>
      <p:sp>
        <p:nvSpPr>
          <p:cNvPr id="22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5F01503-F6EF-4C33-BE50-5EE4DD26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2300DBA-FF6A-406F-B769-5270DE6B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Síntesis B02</a:t>
            </a:r>
          </a:p>
        </p:txBody>
      </p:sp>
    </p:spTree>
    <p:extLst>
      <p:ext uri="{BB962C8B-B14F-4D97-AF65-F5344CB8AC3E}">
        <p14:creationId xmlns:p14="http://schemas.microsoft.com/office/powerpoint/2010/main" val="582130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2026-08-12T20:47:59.8560000Z</dcterms:created>
  <dcterms:modified xsi:type="dcterms:W3CDTF">2026-08-12T20:47:59.8560000Z</dcterms:modified>
</coreProperties>
</file>