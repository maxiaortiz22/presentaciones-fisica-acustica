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0cbe910c914e89" /><Relationship Type="http://schemas.openxmlformats.org/officeDocument/2006/relationships/extended-properties" Target="/docProps/app.xml" Id="Rcaee8d947bcb4f1f" /><Relationship Type="http://schemas.openxmlformats.org/officeDocument/2006/relationships/officeDocument" Target="/ppt/presentation.xml" Id="Rccfa80a4be674e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30b3e98cd4a9e"/>
  </p:sldMasterIdLst>
  <p:notesMasterIdLst>
    <p:notesMasterId xmlns:r="http://schemas.openxmlformats.org/officeDocument/2006/relationships" r:id="R57b8663307684148"/>
  </p:notesMasterIdLst>
  <p:sldIdLst>
    <p:sldId xmlns:r="http://schemas.openxmlformats.org/officeDocument/2006/relationships" id="256" r:id="Rce89c9c8f3214c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2026c7eadc4223" /><Relationship Type="http://schemas.openxmlformats.org/officeDocument/2006/relationships/slideMaster" Target="/ppt/slideMasters/slideMaster1.xml" Id="Rcd230b3e98cd4a9e" /><Relationship Type="http://schemas.openxmlformats.org/officeDocument/2006/relationships/notesMaster" Target="/ppt/notesMasters/notesMaster1.xml" Id="R57b8663307684148" /><Relationship Type="http://schemas.openxmlformats.org/officeDocument/2006/relationships/presProps" Target="/ppt/presProps.xml" Id="Re95cc00529674d82" /><Relationship Type="http://schemas.openxmlformats.org/officeDocument/2006/relationships/tableStyles" Target="/ppt/tableStyles.xml" Id="R10e96efbb5854c06" /><Relationship Type="http://schemas.openxmlformats.org/officeDocument/2006/relationships/slide" Target="/ppt/slides/slide1.xml" Id="Rce89c9c8f3214c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e568eae2e4c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38b97d709841c4" /><Relationship Type="http://schemas.openxmlformats.org/officeDocument/2006/relationships/notesMaster" Target="/ppt/notesMasters/notesMaster1.xml" Id="R3762d48506ff47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4371d111e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ac8e4a61b451d" /><Relationship Type="http://schemas.openxmlformats.org/officeDocument/2006/relationships/slideLayout" Target="/ppt/slideLayouts/slideLayout1.xml" Id="Rb2f259c178ed48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f259c178ed48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6b80e50224db9" /><Relationship Type="http://schemas.openxmlformats.org/officeDocument/2006/relationships/notesSlide" Target="/ppt/notesSlides/notesSlide1.xml" Id="R78de50b292ce43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15EC9C9-9394-4CB2-BFC2-FFF36C2B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9248232-0938-4258-A488-E64B5F3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4DD3341-5F74-405D-9F98-80F699B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808C96F-B725-4C83-B965-2C44F32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Checklist normativo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7807F508-2505-4F43-865E-D9734E7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08E211CA-0259-4EAA-B2DB-6AD18A5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FD15BE34-8A3F-4D17-8289-43602D08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2251D4BF-99BA-4382-B46D-4729CB45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1C29EBBA-29B6-4031-9493-1FC01555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EC14A23E-D211-4344-B6F1-1BAFFF7B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7_box">
            <a:extLst xmlns:a="http://schemas.openxmlformats.org/drawingml/2006/main">
              <a:ext uri="{FF2B5EF4-FFF2-40B4-BE49-F238E27FC236}">
                <a16:creationId xmlns:a16="http://schemas.microsoft.com/office/drawing/2014/main" id="{C9CB8421-761B-4A4E-9099-24AAF2F1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24E80717-0AB8-4F46-859E-10CF32DE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Norma</a:t>
            </a:r>
          </a:p>
        </p:txBody>
      </p:sp>
      <p:sp>
        <p:nvSpPr>
          <p:cNvPr id="13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D83B98F8-B7C8-4CDE-89A4-CE81E331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edición</a:t>
            </a:r>
          </a:p>
        </p:txBody>
      </p:sp>
      <p:sp>
        <p:nvSpPr>
          <p:cNvPr id="14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613D9416-8F93-4226-9D41-E7299EA1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adopción</a:t>
            </a:r>
          </a:p>
        </p:txBody>
      </p:sp>
      <p:sp>
        <p:nvSpPr>
          <p:cNvPr id="15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A6035227-51A3-4F09-A465-6E597E95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vía</a:t>
            </a:r>
          </a:p>
        </p:txBody>
      </p:sp>
      <p:sp>
        <p:nvSpPr>
          <p:cNvPr id="16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F8B3F50D-8DD0-49A4-9CB6-FDB2C0C6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transductor</a:t>
            </a:r>
          </a:p>
        </p:txBody>
      </p:sp>
      <p:sp>
        <p:nvSpPr>
          <p:cNvPr id="17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C04B1EBB-C24A-496C-B458-A0A43640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bandas</a:t>
            </a:r>
          </a:p>
        </p:txBody>
      </p:sp>
      <p:sp>
        <p:nvSpPr>
          <p:cNvPr id="18" name="concept_7_text">
            <a:extLst xmlns:a="http://schemas.openxmlformats.org/drawingml/2006/main">
              <a:ext uri="{FF2B5EF4-FFF2-40B4-BE49-F238E27FC236}">
                <a16:creationId xmlns:a16="http://schemas.microsoft.com/office/drawing/2014/main" id="{ACC92727-1237-42DF-8B5C-F4DC54EF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menor nivel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ABEF313-5947-45C3-BA6E-FF5BE672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FC58B76-4E99-43B5-929C-626F8336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Open decisions OD-U09-22–26</a:t>
            </a:r>
          </a:p>
        </p:txBody>
      </p:sp>
    </p:spTree>
    <p:extLst>
      <p:ext uri="{BB962C8B-B14F-4D97-AF65-F5344CB8AC3E}">
        <p14:creationId xmlns:p14="http://schemas.microsoft.com/office/powerpoint/2010/main" val="1383034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2026-08-12T20:48:26.4430000Z</dcterms:created>
  <dcterms:modified xsi:type="dcterms:W3CDTF">2026-08-12T20:48:26.4430000Z</dcterms:modified>
</coreProperties>
</file>