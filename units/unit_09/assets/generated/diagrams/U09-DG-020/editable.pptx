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195299ed1444c2" /><Relationship Type="http://schemas.openxmlformats.org/officeDocument/2006/relationships/extended-properties" Target="/docProps/app.xml" Id="Rfab14e1b853243a1" /><Relationship Type="http://schemas.openxmlformats.org/officeDocument/2006/relationships/officeDocument" Target="/ppt/presentation.xml" Id="Rc4db559fe50340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783388000b4ca5"/>
  </p:sldMasterIdLst>
  <p:notesMasterIdLst>
    <p:notesMasterId xmlns:r="http://schemas.openxmlformats.org/officeDocument/2006/relationships" r:id="R1e01769965744a58"/>
  </p:notesMasterIdLst>
  <p:sldIdLst>
    <p:sldId xmlns:r="http://schemas.openxmlformats.org/officeDocument/2006/relationships" id="256" r:id="Re6363cc5090c49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14d1f729a747ff" /><Relationship Type="http://schemas.openxmlformats.org/officeDocument/2006/relationships/slideMaster" Target="/ppt/slideMasters/slideMaster1.xml" Id="Rba783388000b4ca5" /><Relationship Type="http://schemas.openxmlformats.org/officeDocument/2006/relationships/notesMaster" Target="/ppt/notesMasters/notesMaster1.xml" Id="R1e01769965744a58" /><Relationship Type="http://schemas.openxmlformats.org/officeDocument/2006/relationships/presProps" Target="/ppt/presProps.xml" Id="Ra99d67206d5c4f26" /><Relationship Type="http://schemas.openxmlformats.org/officeDocument/2006/relationships/tableStyles" Target="/ppt/tableStyles.xml" Id="R734e4e58ba12498e" /><Relationship Type="http://schemas.openxmlformats.org/officeDocument/2006/relationships/slide" Target="/ppt/slides/slide1.xml" Id="Re6363cc5090c49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60af64e0964d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64caa23f2f43c3" /><Relationship Type="http://schemas.openxmlformats.org/officeDocument/2006/relationships/notesMaster" Target="/ppt/notesMasters/notesMaster1.xml" Id="Rb20ba1496b8447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9bc13093242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5fcca8cd2b452a" /><Relationship Type="http://schemas.openxmlformats.org/officeDocument/2006/relationships/slideLayout" Target="/ppt/slideLayouts/slideLayout1.xml" Id="R4b832ef5efef45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832ef5efef45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ca8a6a4464c27" /><Relationship Type="http://schemas.openxmlformats.org/officeDocument/2006/relationships/notesSlide" Target="/ppt/notesSlides/notesSlide1.xml" Id="Raba38d92248c4b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C5F5E4CC-32D5-43ED-BC47-744F348E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242B4E16-B945-4E52-9D77-AC4987CB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244DB73F-E5C7-46DC-8620-C7D2AF89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A5E21F4-4128-4565-B3FC-1ADFFC3F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Gradiente vertical de viento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6AD63DCA-BAAF-454D-BEE0-2E88CCEC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AE0CBCB9-9AFE-44C1-8486-934C4523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15C13958-9745-45E7-A8A6-6A2605A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84947526-F753-4A19-9CE8-E574BD2C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BC566A1C-0784-4A4B-9B91-678D449B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 favor del viento</a:t>
            </a:r>
          </a:p>
        </p:txBody>
      </p:sp>
      <p:sp>
        <p:nvSpPr>
          <p:cNvPr id="10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F1D401EB-7F54-4EE5-BA44-309BDE2B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En contra del viento</a:t>
            </a:r>
          </a:p>
        </p:txBody>
      </p:sp>
      <p:sp>
        <p:nvSpPr>
          <p:cNvPr id="11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597B9FBD-DFF0-4A3F-B587-12F0481C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Perfil cₑf(z)</a:t>
            </a:r>
          </a:p>
        </p:txBody>
      </p:sp>
      <p:sp>
        <p:nvSpPr>
          <p:cNvPr id="12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E3CCFA46-E16D-461A-ABEC-FF1B1B46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Trayectoria curvada</a:t>
            </a:r>
          </a:p>
        </p:txBody>
      </p:sp>
      <p:sp>
        <p:nvSpPr>
          <p:cNvPr id="1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E81D61A6-D2D8-4A89-8D05-D4ADB1BF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B630414-794C-4515-A520-40BB03A3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Figura 9.2 gradiente-viento.tex</a:t>
            </a:r>
          </a:p>
        </p:txBody>
      </p:sp>
    </p:spTree>
    <p:extLst>
      <p:ext uri="{BB962C8B-B14F-4D97-AF65-F5344CB8AC3E}">
        <p14:creationId xmlns:p14="http://schemas.microsoft.com/office/powerpoint/2010/main" val="1193578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2026-08-12T20:48:03.0790000Z</dcterms:created>
  <dcterms:modified xsi:type="dcterms:W3CDTF">2026-08-12T20:48:03.0790000Z</dcterms:modified>
</coreProperties>
</file>