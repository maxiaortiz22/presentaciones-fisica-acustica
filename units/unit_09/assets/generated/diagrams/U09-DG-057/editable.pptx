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810fd7f9634d70" /><Relationship Type="http://schemas.openxmlformats.org/officeDocument/2006/relationships/extended-properties" Target="/docProps/app.xml" Id="R44e642ea38d2435a" /><Relationship Type="http://schemas.openxmlformats.org/officeDocument/2006/relationships/officeDocument" Target="/ppt/presentation.xml" Id="R725ece3a353d4d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23db1f2f54356"/>
  </p:sldMasterIdLst>
  <p:notesMasterIdLst>
    <p:notesMasterId xmlns:r="http://schemas.openxmlformats.org/officeDocument/2006/relationships" r:id="R6a903af521df47b8"/>
  </p:notesMasterIdLst>
  <p:sldIdLst>
    <p:sldId xmlns:r="http://schemas.openxmlformats.org/officeDocument/2006/relationships" id="256" r:id="R7d28397170d946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522890e404ec4" /><Relationship Type="http://schemas.openxmlformats.org/officeDocument/2006/relationships/slideMaster" Target="/ppt/slideMasters/slideMaster1.xml" Id="R4d123db1f2f54356" /><Relationship Type="http://schemas.openxmlformats.org/officeDocument/2006/relationships/notesMaster" Target="/ppt/notesMasters/notesMaster1.xml" Id="R6a903af521df47b8" /><Relationship Type="http://schemas.openxmlformats.org/officeDocument/2006/relationships/presProps" Target="/ppt/presProps.xml" Id="Rdce448102c694a6f" /><Relationship Type="http://schemas.openxmlformats.org/officeDocument/2006/relationships/tableStyles" Target="/ppt/tableStyles.xml" Id="R56cd550996d84e0f" /><Relationship Type="http://schemas.openxmlformats.org/officeDocument/2006/relationships/slide" Target="/ppt/slides/slide1.xml" Id="R7d28397170d946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14a53d441e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f1943fa2d4d5a" /><Relationship Type="http://schemas.openxmlformats.org/officeDocument/2006/relationships/notesMaster" Target="/ppt/notesMasters/notesMaster1.xml" Id="R338d7643e4c6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3a004ff04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94fbed8794c8e" /><Relationship Type="http://schemas.openxmlformats.org/officeDocument/2006/relationships/slideLayout" Target="/ppt/slideLayouts/slideLayout1.xml" Id="Re8bb171665f148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b171665f148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d5f2120134bfc" /><Relationship Type="http://schemas.openxmlformats.org/officeDocument/2006/relationships/notesSlide" Target="/ppt/notesSlides/notesSlide1.xml" Id="R8f86a27073e74d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8885358-1315-4954-A06A-000A7694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2A8C9A4-0D52-4C8B-AF11-82AB8EE0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A9D40E9-8C09-436A-BD57-8767FAD5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042F2BA-C773-4C5C-8AA7-DAA0157A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Matriz de faltantes para 28 dB(A)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7B10EAD3-8977-4053-B20E-2EA44EA0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2200C0D4-5179-4E3E-AD7A-1F8D77E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C1EB41B8-9D00-420E-BCFB-810B09FA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BC1CE526-D793-4698-BFA0-75A8311B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B47B5DD7-247C-44F4-BDDA-A458962B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1195DD5E-5134-40A2-A0E7-6BDEA2AC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7_box">
            <a:extLst xmlns:a="http://schemas.openxmlformats.org/drawingml/2006/main">
              <a:ext uri="{FF2B5EF4-FFF2-40B4-BE49-F238E27FC236}">
                <a16:creationId xmlns:a16="http://schemas.microsoft.com/office/drawing/2014/main" id="{C9885A08-AC40-47B5-A948-F8E642B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04167655-C52D-40D0-8EB0-56BF0CC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28 dB(A)</a:t>
            </a:r>
          </a:p>
        </p:txBody>
      </p:sp>
      <p:sp>
        <p:nvSpPr>
          <p:cNvPr id="13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C9F9F3A6-4057-4AA9-9372-222840B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Instrumento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y</a:t>
            </a:r>
          </a:p>
        </p:txBody>
      </p:sp>
      <p:sp>
        <p:nvSpPr>
          <p:cNvPr id="14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D8C7DB1E-AC53-43FA-8454-E61FF35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Posición y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tiempo</a:t>
            </a:r>
          </a:p>
        </p:txBody>
      </p:sp>
      <p:sp>
        <p:nvSpPr>
          <p:cNvPr id="15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30EC6B6C-2A34-48B8-8FAE-931FD83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Bandas</a:t>
            </a:r>
          </a:p>
        </p:txBody>
      </p:sp>
      <p:sp>
        <p:nvSpPr>
          <p:cNvPr id="16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7229D4D5-F0CF-4C06-8A59-D08B41AC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Vía y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transductor</a:t>
            </a:r>
          </a:p>
        </p:txBody>
      </p:sp>
      <p:sp>
        <p:nvSpPr>
          <p:cNvPr id="17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52E76BA7-26C0-45FA-8D50-3D92811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Criterio</a:t>
            </a:r>
          </a:p>
        </p:txBody>
      </p:sp>
      <p:sp>
        <p:nvSpPr>
          <p:cNvPr id="18" name="concept_7_text">
            <a:extLst xmlns:a="http://schemas.openxmlformats.org/drawingml/2006/main">
              <a:ext uri="{FF2B5EF4-FFF2-40B4-BE49-F238E27FC236}">
                <a16:creationId xmlns:a16="http://schemas.microsoft.com/office/drawing/2014/main" id="{900C2806-4736-4C32-ADE4-B704E83F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Ruido propio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1B28FFC-C221-4505-B70B-7F091849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18B4E47-4C68-4002-892A-11B8708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U9</a:t>
            </a:r>
          </a:p>
        </p:txBody>
      </p:sp>
    </p:spTree>
    <p:extLst>
      <p:ext uri="{BB962C8B-B14F-4D97-AF65-F5344CB8AC3E}">
        <p14:creationId xmlns:p14="http://schemas.microsoft.com/office/powerpoint/2010/main" val="1859208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2026-08-12T20:48:27.0720000Z</dcterms:created>
  <dcterms:modified xsi:type="dcterms:W3CDTF">2026-08-12T20:48:27.0720000Z</dcterms:modified>
</coreProperties>
</file>