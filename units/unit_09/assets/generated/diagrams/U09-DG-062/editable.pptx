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2c758d6a8c4d34" /><Relationship Type="http://schemas.openxmlformats.org/officeDocument/2006/relationships/extended-properties" Target="/docProps/app.xml" Id="R4944587e24e14026" /><Relationship Type="http://schemas.openxmlformats.org/officeDocument/2006/relationships/officeDocument" Target="/ppt/presentation.xml" Id="R329790643bed4d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809536d838460e"/>
  </p:sldMasterIdLst>
  <p:notesMasterIdLst>
    <p:notesMasterId xmlns:r="http://schemas.openxmlformats.org/officeDocument/2006/relationships" r:id="R7fe2dad839cd4630"/>
  </p:notesMasterIdLst>
  <p:sldIdLst>
    <p:sldId xmlns:r="http://schemas.openxmlformats.org/officeDocument/2006/relationships" id="256" r:id="R8d5070e17a9f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1c85d086e24e1b" /><Relationship Type="http://schemas.openxmlformats.org/officeDocument/2006/relationships/slideMaster" Target="/ppt/slideMasters/slideMaster1.xml" Id="Rc9809536d838460e" /><Relationship Type="http://schemas.openxmlformats.org/officeDocument/2006/relationships/notesMaster" Target="/ppt/notesMasters/notesMaster1.xml" Id="R7fe2dad839cd4630" /><Relationship Type="http://schemas.openxmlformats.org/officeDocument/2006/relationships/presProps" Target="/ppt/presProps.xml" Id="Rccf0d36478cb43f4" /><Relationship Type="http://schemas.openxmlformats.org/officeDocument/2006/relationships/tableStyles" Target="/ppt/tableStyles.xml" Id="Rc2c46f49dbdf49b2" /><Relationship Type="http://schemas.openxmlformats.org/officeDocument/2006/relationships/slide" Target="/ppt/slides/slide1.xml" Id="R8d5070e17a9f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f48769cf7b42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9f80131484656" /><Relationship Type="http://schemas.openxmlformats.org/officeDocument/2006/relationships/notesMaster" Target="/ppt/notesMasters/notesMaster1.xml" Id="R6b7e3a0eb0e247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69ad6b68f42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4e0914cd644e4f" /><Relationship Type="http://schemas.openxmlformats.org/officeDocument/2006/relationships/slideLayout" Target="/ppt/slideLayouts/slideLayout1.xml" Id="Rbacdf97bc5f24e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cdf97bc5f24e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c07a6912447a9" /><Relationship Type="http://schemas.openxmlformats.org/officeDocument/2006/relationships/notesSlide" Target="/ppt/notesSlides/notesSlide1.xml" Id="R9174dad9eeb041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7A4A673D-064D-4141-9477-858E1A66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A4764FC-7071-40BD-B497-A6B6117B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A36E730-FDA6-4938-B333-8C5FB0F8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F2232A7-B6BB-4721-98D8-AA206DB5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Matriz estimar–medir–consultar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A0BA2378-8662-451B-B1F8-0C4761CF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3D788225-05D0-4F30-A1C0-955CF164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C87427BC-35CC-4FA6-88AE-B31A452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65735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329B34AD-1772-4993-9D8D-29749C7F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84B0553F-737C-4250-A762-51F49C18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F1317735-6F45-4721-8351-1B31159F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771900"/>
            <a:ext cx="33782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A6252DF7-3B9A-4400-AAED-C3611A2A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Seis decisiones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0AAE100F-717A-4FED-9D84-97532030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columnas mecanismo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A5D0690F-F839-4BA3-9054-EAEDEA5A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84785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modelo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6FC66EB6-30C3-47EF-BA6F-7B33213C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dato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659C13E2-1164-4163-9581-3C284420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medición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F4D1FB5B-0861-456E-8CF0-6C6C49FE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962400"/>
            <a:ext cx="292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límite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13DFCBE-A97F-4DA7-9FB9-CEC31BFD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242BFFBC-9300-4914-A00F-F6864529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Banco de ejercicios U9</a:t>
            </a:r>
          </a:p>
        </p:txBody>
      </p:sp>
    </p:spTree>
    <p:extLst>
      <p:ext uri="{BB962C8B-B14F-4D97-AF65-F5344CB8AC3E}">
        <p14:creationId xmlns:p14="http://schemas.microsoft.com/office/powerpoint/2010/main" val="822990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2026-08-12T20:48:30.2490000Z</dcterms:created>
  <dcterms:modified xsi:type="dcterms:W3CDTF">2026-08-12T20:48:30.2490000Z</dcterms:modified>
</coreProperties>
</file>