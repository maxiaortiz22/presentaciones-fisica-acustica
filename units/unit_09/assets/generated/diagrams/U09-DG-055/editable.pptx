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37e1d769914bc0" /><Relationship Type="http://schemas.openxmlformats.org/officeDocument/2006/relationships/extended-properties" Target="/docProps/app.xml" Id="Re3b1a0c4307547f2" /><Relationship Type="http://schemas.openxmlformats.org/officeDocument/2006/relationships/officeDocument" Target="/ppt/presentation.xml" Id="R688f0b9629664f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da8ec7b53f4d1a"/>
  </p:sldMasterIdLst>
  <p:notesMasterIdLst>
    <p:notesMasterId xmlns:r="http://schemas.openxmlformats.org/officeDocument/2006/relationships" r:id="R9ea7609c543a4ebf"/>
  </p:notesMasterIdLst>
  <p:sldIdLst>
    <p:sldId xmlns:r="http://schemas.openxmlformats.org/officeDocument/2006/relationships" id="256" r:id="Rdd654464219a41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835852b76446dd" /><Relationship Type="http://schemas.openxmlformats.org/officeDocument/2006/relationships/slideMaster" Target="/ppt/slideMasters/slideMaster1.xml" Id="R47da8ec7b53f4d1a" /><Relationship Type="http://schemas.openxmlformats.org/officeDocument/2006/relationships/notesMaster" Target="/ppt/notesMasters/notesMaster1.xml" Id="R9ea7609c543a4ebf" /><Relationship Type="http://schemas.openxmlformats.org/officeDocument/2006/relationships/presProps" Target="/ppt/presProps.xml" Id="R186911c85b5043a0" /><Relationship Type="http://schemas.openxmlformats.org/officeDocument/2006/relationships/tableStyles" Target="/ppt/tableStyles.xml" Id="R16b5285d03a7462b" /><Relationship Type="http://schemas.openxmlformats.org/officeDocument/2006/relationships/slide" Target="/ppt/slides/slide1.xml" Id="Rdd654464219a41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1957fa50cb48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8aa63ad5c248bb" /><Relationship Type="http://schemas.openxmlformats.org/officeDocument/2006/relationships/notesMaster" Target="/ppt/notesMasters/notesMaster1.xml" Id="R3f315e070e5f48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b48818bdcc4c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91bb97266847e8" /><Relationship Type="http://schemas.openxmlformats.org/officeDocument/2006/relationships/slideLayout" Target="/ppt/slideLayouts/slideLayout1.xml" Id="R735878d918ef4a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5878d918ef4a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0df3847f2492b" /><Relationship Type="http://schemas.openxmlformats.org/officeDocument/2006/relationships/notesSlide" Target="/ppt/notesSlides/notesSlide1.xml" Id="R32b7e57cda1246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9D7488AA-4897-43D5-92B7-847E55AE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78403930-51D7-483E-A291-67823AD3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94073FCA-BF18-4AAD-BED3-006B2962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C411CE45-B53A-4BEB-9EC4-65E4476C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Cadena de verificación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A953F8BB-9AC9-409D-A529-882AA697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431569A6-E33D-40BC-ADA6-966D5C47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D13839C5-0A3E-447F-A37A-698BE1A4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9473CAE9-F493-4777-8355-03388E62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step_5_box">
            <a:extLst xmlns:a="http://schemas.openxmlformats.org/drawingml/2006/main">
              <a:ext uri="{FF2B5EF4-FFF2-40B4-BE49-F238E27FC236}">
                <a16:creationId xmlns:a16="http://schemas.microsoft.com/office/drawing/2014/main" id="{CE9A36E2-9AFF-4D3D-BA2D-4A613EB5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tep_1_text">
            <a:extLst xmlns:a="http://schemas.openxmlformats.org/drawingml/2006/main">
              <a:ext uri="{FF2B5EF4-FFF2-40B4-BE49-F238E27FC236}">
                <a16:creationId xmlns:a16="http://schemas.microsoft.com/office/drawing/2014/main" id="{A10ECFB4-CF27-4964-9510-3DE4EC73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Prueba</a:t>
            </a:r>
          </a:p>
        </p:txBody>
      </p:sp>
      <p:sp>
        <p:nvSpPr>
          <p:cNvPr id="15" name="step_2_text">
            <a:extLst xmlns:a="http://schemas.openxmlformats.org/drawingml/2006/main">
              <a:ext uri="{FF2B5EF4-FFF2-40B4-BE49-F238E27FC236}">
                <a16:creationId xmlns:a16="http://schemas.microsoft.com/office/drawing/2014/main" id="{AD92C0E1-6680-432C-9C89-9947A634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criterio</a:t>
            </a:r>
          </a:p>
        </p:txBody>
      </p:sp>
      <p:sp>
        <p:nvSpPr>
          <p:cNvPr id="16" name="step_3_text">
            <a:extLst xmlns:a="http://schemas.openxmlformats.org/drawingml/2006/main">
              <a:ext uri="{FF2B5EF4-FFF2-40B4-BE49-F238E27FC236}">
                <a16:creationId xmlns:a16="http://schemas.microsoft.com/office/drawing/2014/main" id="{D9DF1516-F248-4281-B18D-41963643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medición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por bandas</a:t>
            </a:r>
          </a:p>
        </p:txBody>
      </p:sp>
      <p:sp>
        <p:nvSpPr>
          <p:cNvPr id="17" name="step_4_text">
            <a:extLst xmlns:a="http://schemas.openxmlformats.org/drawingml/2006/main">
              <a:ext uri="{FF2B5EF4-FFF2-40B4-BE49-F238E27FC236}">
                <a16:creationId xmlns:a16="http://schemas.microsoft.com/office/drawing/2014/main" id="{95E4C751-B5B1-4858-B429-46022B4C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comparación</a:t>
            </a:r>
          </a:p>
        </p:txBody>
      </p:sp>
      <p:sp>
        <p:nvSpPr>
          <p:cNvPr id="18" name="step_5_text">
            <a:extLst xmlns:a="http://schemas.openxmlformats.org/drawingml/2006/main">
              <a:ext uri="{FF2B5EF4-FFF2-40B4-BE49-F238E27FC236}">
                <a16:creationId xmlns:a16="http://schemas.microsoft.com/office/drawing/2014/main" id="{58D1E694-17E6-425C-828E-6080CC43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5 ·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documentación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71A1589B-6C4A-4ED1-AE34-8DF2325C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Secuencia de lectura; conectores anclados y sin etiquetas sobre la línea.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F84DFBB3-D39C-434B-B968-B8BF71F6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Programa</a:t>
            </a:r>
          </a:p>
        </p:txBody>
      </p:sp>
    </p:spTree>
    <p:extLst>
      <p:ext uri="{BB962C8B-B14F-4D97-AF65-F5344CB8AC3E}">
        <p14:creationId xmlns:p14="http://schemas.microsoft.com/office/powerpoint/2010/main" val="289512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2026-08-12T20:48:25.6730000Z</dcterms:created>
  <dcterms:modified xsi:type="dcterms:W3CDTF">2026-08-12T20:48:25.6730000Z</dcterms:modified>
</coreProperties>
</file>