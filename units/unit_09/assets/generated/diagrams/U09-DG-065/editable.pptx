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b3471370c154cf7" /><Relationship Type="http://schemas.openxmlformats.org/officeDocument/2006/relationships/extended-properties" Target="/docProps/app.xml" Id="R445c1846ced34ff9" /><Relationship Type="http://schemas.openxmlformats.org/officeDocument/2006/relationships/officeDocument" Target="/ppt/presentation.xml" Id="R3d6125c5480c444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6953bdbb1ce49c4"/>
  </p:sldMasterIdLst>
  <p:notesMasterIdLst>
    <p:notesMasterId xmlns:r="http://schemas.openxmlformats.org/officeDocument/2006/relationships" r:id="R33224485f0144d7b"/>
  </p:notesMasterIdLst>
  <p:sldIdLst>
    <p:sldId xmlns:r="http://schemas.openxmlformats.org/officeDocument/2006/relationships" id="256" r:id="R52d3342560f042a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35702bcdf0b4d9a" /><Relationship Type="http://schemas.openxmlformats.org/officeDocument/2006/relationships/slideMaster" Target="/ppt/slideMasters/slideMaster1.xml" Id="R96953bdbb1ce49c4" /><Relationship Type="http://schemas.openxmlformats.org/officeDocument/2006/relationships/notesMaster" Target="/ppt/notesMasters/notesMaster1.xml" Id="R33224485f0144d7b" /><Relationship Type="http://schemas.openxmlformats.org/officeDocument/2006/relationships/presProps" Target="/ppt/presProps.xml" Id="R37eb44c224244613" /><Relationship Type="http://schemas.openxmlformats.org/officeDocument/2006/relationships/tableStyles" Target="/ppt/tableStyles.xml" Id="R1edf7b1e52984161" /><Relationship Type="http://schemas.openxmlformats.org/officeDocument/2006/relationships/slide" Target="/ppt/slides/slide1.xml" Id="R52d3342560f042a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3792c1897dd413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33f1391de7b4a7e" /><Relationship Type="http://schemas.openxmlformats.org/officeDocument/2006/relationships/notesMaster" Target="/ppt/notesMasters/notesMaster1.xml" Id="R8533902bcaf646e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8824792a5344f5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a0ee972ad73437c" /><Relationship Type="http://schemas.openxmlformats.org/officeDocument/2006/relationships/slideLayout" Target="/ppt/slideLayouts/slideLayout1.xml" Id="R939e4801e37d4ca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39e4801e37d4ca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c8187bb6434aa6" /><Relationship Type="http://schemas.openxmlformats.org/officeDocument/2006/relationships/notesSlide" Target="/ppt/notesSlides/notesSlide1.xml" Id="Re5bd80750148436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top_rule_bordo">
            <a:extLst xmlns:a="http://schemas.openxmlformats.org/drawingml/2006/main">
              <a:ext uri="{FF2B5EF4-FFF2-40B4-BE49-F238E27FC236}">
                <a16:creationId xmlns:a16="http://schemas.microsoft.com/office/drawing/2014/main" id="{43AA4290-2AE7-4F2F-8355-584F29518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"/>
            <a:ext cx="3714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_rule_bordo2">
            <a:extLst xmlns:a="http://schemas.openxmlformats.org/drawingml/2006/main">
              <a:ext uri="{FF2B5EF4-FFF2-40B4-BE49-F238E27FC236}">
                <a16:creationId xmlns:a16="http://schemas.microsoft.com/office/drawing/2014/main" id="{CEB6BE43-27AA-4DEF-828F-AC1A7AF78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57175"/>
            <a:ext cx="3714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op_rule_gray">
            <a:extLst xmlns:a="http://schemas.openxmlformats.org/drawingml/2006/main">
              <a:ext uri="{FF2B5EF4-FFF2-40B4-BE49-F238E27FC236}">
                <a16:creationId xmlns:a16="http://schemas.microsoft.com/office/drawing/2014/main" id="{11596305-21AE-4C24-8B1A-99DE9DA8C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57175"/>
            <a:ext cx="32004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diagram_title">
            <a:extLst xmlns:a="http://schemas.openxmlformats.org/drawingml/2006/main">
              <a:ext uri="{FF2B5EF4-FFF2-40B4-BE49-F238E27FC236}">
                <a16:creationId xmlns:a16="http://schemas.microsoft.com/office/drawing/2014/main" id="{B1C9B8F7-8C41-4EDD-8A29-C0C3F1289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108204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3D3D3D"/>
                </a:solidFill>
              </a:defRPr>
            </a:pPr>
            <a:r>
              <a:rPr sz="3000" b="1">
                <a:solidFill>
                  <a:srgbClr val="3D3D3D"/>
                </a:solidFill>
              </a:rPr>
              <a:t>Derivación de distancia</a:t>
            </a:r>
          </a:p>
        </p:txBody>
      </p:sp>
      <p:sp>
        <p:nvSpPr>
          <p:cNvPr id="5" name="equation_box">
            <a:extLst xmlns:a="http://schemas.openxmlformats.org/drawingml/2006/main">
              <a:ext uri="{FF2B5EF4-FFF2-40B4-BE49-F238E27FC236}">
                <a16:creationId xmlns:a16="http://schemas.microsoft.com/office/drawing/2014/main" id="{858DE7FA-8DD3-415D-81A6-3878608CE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714625"/>
            <a:ext cx="514350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4D1434"/>
            </a:solidFill>
            <a:prstDash val="solid"/>
          </a:ln>
        </p:spPr>
      </p:sp>
      <p:sp>
        <p:nvSpPr>
          <p:cNvPr id="6" name="callout_1_box">
            <a:extLst xmlns:a="http://schemas.openxmlformats.org/drawingml/2006/main">
              <a:ext uri="{FF2B5EF4-FFF2-40B4-BE49-F238E27FC236}">
                <a16:creationId xmlns:a16="http://schemas.microsoft.com/office/drawing/2014/main" id="{978069C4-A304-43AE-981B-D2ED0194B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28750"/>
            <a:ext cx="2381250" cy="1095375"/>
          </a:xfrm>
          <a:prstGeom xmlns:a="http://schemas.openxmlformats.org/drawingml/2006/main" prst="roundRect">
            <a:avLst>
              <a:gd name="adj" fmla="val 6957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9050">
            <a:solidFill>
              <a:srgbClr val="2F7E83"/>
            </a:solidFill>
            <a:prstDash val="solid"/>
          </a:ln>
        </p:spPr>
      </p:sp>
      <p:sp>
        <p:nvSpPr>
          <p:cNvPr id="7" name="callout_2_box">
            <a:extLst xmlns:a="http://schemas.openxmlformats.org/drawingml/2006/main">
              <a:ext uri="{FF2B5EF4-FFF2-40B4-BE49-F238E27FC236}">
                <a16:creationId xmlns:a16="http://schemas.microsoft.com/office/drawing/2014/main" id="{02108EBE-15A6-400E-B272-D3D0C2CC3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1428750"/>
            <a:ext cx="2381250" cy="1095375"/>
          </a:xfrm>
          <a:prstGeom xmlns:a="http://schemas.openxmlformats.org/drawingml/2006/main" prst="roundRect">
            <a:avLst>
              <a:gd name="adj" fmla="val 6957"/>
            </a:avLst>
          </a:prstGeom>
          <a:solidFill xmlns:a="http://schemas.openxmlformats.org/drawingml/2006/main">
            <a:srgbClr val="F3E8EE"/>
          </a:solidFill>
          <a:ln xmlns:a="http://schemas.openxmlformats.org/drawingml/2006/main" w="19050">
            <a:solidFill>
              <a:srgbClr val="4D1434"/>
            </a:solidFill>
            <a:prstDash val="solid"/>
          </a:ln>
        </p:spPr>
      </p:sp>
      <p:sp>
        <p:nvSpPr>
          <p:cNvPr id="8" name="callout_3_box">
            <a:extLst xmlns:a="http://schemas.openxmlformats.org/drawingml/2006/main">
              <a:ext uri="{FF2B5EF4-FFF2-40B4-BE49-F238E27FC236}">
                <a16:creationId xmlns:a16="http://schemas.microsoft.com/office/drawing/2014/main" id="{C6F0DECD-DA0B-4FD4-912A-0329C202D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24375"/>
            <a:ext cx="2381250" cy="1095375"/>
          </a:xfrm>
          <a:prstGeom xmlns:a="http://schemas.openxmlformats.org/drawingml/2006/main" prst="roundRect">
            <a:avLst>
              <a:gd name="adj" fmla="val 6957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9050">
            <a:solidFill>
              <a:srgbClr val="969FA7"/>
            </a:solidFill>
            <a:prstDash val="solid"/>
          </a:ln>
        </p:spPr>
      </p:sp>
      <p:sp>
        <p:nvSpPr>
          <p:cNvPr id="9" name="callout_4_box">
            <a:extLst xmlns:a="http://schemas.openxmlformats.org/drawingml/2006/main">
              <a:ext uri="{FF2B5EF4-FFF2-40B4-BE49-F238E27FC236}">
                <a16:creationId xmlns:a16="http://schemas.microsoft.com/office/drawing/2014/main" id="{65B449BC-C2EB-4CB1-AA0B-9CC5675F9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4524375"/>
            <a:ext cx="2381250" cy="1095375"/>
          </a:xfrm>
          <a:prstGeom xmlns:a="http://schemas.openxmlformats.org/drawingml/2006/main" prst="roundRect">
            <a:avLst>
              <a:gd name="adj" fmla="val 6957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9050">
            <a:solidFill>
              <a:srgbClr val="9F541A"/>
            </a:solidFill>
            <a:prstDash val="solid"/>
          </a:ln>
        </p:spPr>
      </p:sp>
      <p:cxnSp>
        <p:nvCxnSpPr>
          <p:cNvPr id="30" name="leader_1"/>
          <p:cNvCxnSpPr>
            <a:stCxn xmlns:a="http://schemas.openxmlformats.org/drawingml/2006/main" id="6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3143250" y="1976438"/>
            <a:ext cx="381000" cy="1357313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8575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31" name="leader_2"/>
          <p:cNvCxnSpPr>
            <a:stCxn xmlns:a="http://schemas.openxmlformats.org/drawingml/2006/main" id="7" idx="1"/>
            <a:endCxn xmlns:a="http://schemas.openxmlformats.org/drawingml/2006/main" id="5" idx="3"/>
          </p:cNvCxnSpPr>
          <p:nvPr/>
        </p:nvCxnSpPr>
        <p:spPr>
          <a:xfrm xmlns:a="http://schemas.openxmlformats.org/drawingml/2006/main" flipH="1">
            <a:off x="8667750" y="1976438"/>
            <a:ext cx="381000" cy="1357313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8575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32" name="leader_3"/>
          <p:cNvCxnSpPr>
            <a:stCxn xmlns:a="http://schemas.openxmlformats.org/drawingml/2006/main" id="8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 flipV="1">
            <a:off x="3143250" y="3333750"/>
            <a:ext cx="381000" cy="1738313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8575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33" name="leader_4"/>
          <p:cNvCxnSpPr>
            <a:stCxn xmlns:a="http://schemas.openxmlformats.org/drawingml/2006/main" id="9" idx="1"/>
            <a:endCxn xmlns:a="http://schemas.openxmlformats.org/drawingml/2006/main" id="5" idx="3"/>
          </p:cNvCxnSpPr>
          <p:nvPr/>
        </p:nvCxnSpPr>
        <p:spPr>
          <a:xfrm xmlns:a="http://schemas.openxmlformats.org/drawingml/2006/main" flipH="1" flipV="1">
            <a:off x="8667750" y="3333750"/>
            <a:ext cx="381000" cy="1738313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8575">
            <a:solidFill>
              <a:srgbClr val="3D3D3D"/>
            </a:solidFill>
            <a:prstDash val="solid"/>
            <a:tailEnd type="arrow" w="med" len="med"/>
          </a:ln>
        </p:spPr>
      </p:cxnSp>
      <p:sp>
        <p:nvSpPr>
          <p:cNvPr id="14" name="equation_text">
            <a:extLst xmlns:a="http://schemas.openxmlformats.org/drawingml/2006/main">
              <a:ext uri="{FF2B5EF4-FFF2-40B4-BE49-F238E27FC236}">
                <a16:creationId xmlns:a16="http://schemas.microsoft.com/office/drawing/2014/main" id="{82EE6872-47EC-4578-B285-8A3518F2C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2905125"/>
            <a:ext cx="46863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000" b="1">
                <a:solidFill>
                  <a:srgbClr val="4D1434"/>
                </a:solidFill>
              </a:defRPr>
            </a:pPr>
            <a:r>
              <a:rPr sz="3000" b="1">
                <a:solidFill>
                  <a:srgbClr val="4D1434"/>
                </a:solidFill>
              </a:rPr>
              <a:t>proporcionalidades de</a:t>
            </a:r>
          </a:p>
          <a:p xmlns:a="http://schemas.openxmlformats.org/drawingml/2006/main">
            <a:pPr algn="ctr">
              <a:defRPr sz="3000" b="1">
                <a:solidFill>
                  <a:srgbClr val="4D1434"/>
                </a:solidFill>
              </a:defRPr>
            </a:pPr>
            <a:r>
              <a:rPr sz="3000" b="1">
                <a:solidFill>
                  <a:srgbClr val="4D1434"/>
                </a:solidFill>
              </a:rPr>
              <a:t>divergencia</a:t>
            </a:r>
          </a:p>
        </p:txBody>
      </p:sp>
      <p:sp>
        <p:nvSpPr>
          <p:cNvPr id="15" name="callout_1_text">
            <a:extLst xmlns:a="http://schemas.openxmlformats.org/drawingml/2006/main">
              <a:ext uri="{FF2B5EF4-FFF2-40B4-BE49-F238E27FC236}">
                <a16:creationId xmlns:a16="http://schemas.microsoft.com/office/drawing/2014/main" id="{9940D770-CF84-4F3D-8CD7-82227D56A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619250"/>
            <a:ext cx="1924050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F7E83"/>
                </a:solidFill>
              </a:defRPr>
            </a:pPr>
            <a:r>
              <a:rPr sz="2400" b="1">
                <a:solidFill>
                  <a:srgbClr val="2F7E83"/>
                </a:solidFill>
              </a:rPr>
              <a:t>Potencia</a:t>
            </a:r>
          </a:p>
        </p:txBody>
      </p:sp>
      <p:sp>
        <p:nvSpPr>
          <p:cNvPr id="16" name="callout_2_text">
            <a:extLst xmlns:a="http://schemas.openxmlformats.org/drawingml/2006/main">
              <a:ext uri="{FF2B5EF4-FFF2-40B4-BE49-F238E27FC236}">
                <a16:creationId xmlns:a16="http://schemas.microsoft.com/office/drawing/2014/main" id="{13822701-A7FE-4835-983E-C78378A5A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1619250"/>
            <a:ext cx="1924050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4D1434"/>
                </a:solidFill>
              </a:defRPr>
            </a:pPr>
            <a:r>
              <a:rPr sz="2400" b="1">
                <a:solidFill>
                  <a:srgbClr val="4D1434"/>
                </a:solidFill>
              </a:rPr>
              <a:t>área</a:t>
            </a:r>
          </a:p>
        </p:txBody>
      </p:sp>
      <p:sp>
        <p:nvSpPr>
          <p:cNvPr id="17" name="callout_3_text">
            <a:extLst xmlns:a="http://schemas.openxmlformats.org/drawingml/2006/main">
              <a:ext uri="{FF2B5EF4-FFF2-40B4-BE49-F238E27FC236}">
                <a16:creationId xmlns:a16="http://schemas.microsoft.com/office/drawing/2014/main" id="{1D0C4685-0C38-41B6-93B0-E4E404B02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714875"/>
            <a:ext cx="1924050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3D3D3D"/>
                </a:solidFill>
              </a:defRPr>
            </a:pPr>
            <a:r>
              <a:rPr sz="2400" b="1">
                <a:solidFill>
                  <a:srgbClr val="3D3D3D"/>
                </a:solidFill>
              </a:rPr>
              <a:t>intensidad</a:t>
            </a:r>
          </a:p>
        </p:txBody>
      </p:sp>
      <p:sp>
        <p:nvSpPr>
          <p:cNvPr id="18" name="callout_4_text">
            <a:extLst xmlns:a="http://schemas.openxmlformats.org/drawingml/2006/main">
              <a:ext uri="{FF2B5EF4-FFF2-40B4-BE49-F238E27FC236}">
                <a16:creationId xmlns:a16="http://schemas.microsoft.com/office/drawing/2014/main" id="{7196220A-39E0-4DD1-94B4-6D69E5719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4714875"/>
            <a:ext cx="1924050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9F541A"/>
                </a:solidFill>
              </a:defRPr>
            </a:pPr>
            <a:r>
              <a:rPr sz="2400" b="1">
                <a:solidFill>
                  <a:srgbClr val="9F541A"/>
                </a:solidFill>
              </a:rPr>
              <a:t>presión</a:t>
            </a:r>
          </a:p>
        </p:txBody>
      </p:sp>
      <p:sp>
        <p:nvSpPr>
          <p:cNvPr id="19" name="diagram_footer">
            <a:extLst xmlns:a="http://schemas.openxmlformats.org/drawingml/2006/main">
              <a:ext uri="{FF2B5EF4-FFF2-40B4-BE49-F238E27FC236}">
                <a16:creationId xmlns:a16="http://schemas.microsoft.com/office/drawing/2014/main" id="{A8915AAA-6D60-4BE8-A65D-6BD4728F1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91250"/>
            <a:ext cx="10668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969FA7"/>
                </a:solidFill>
              </a:defRPr>
            </a:pPr>
            <a:r>
              <a:rPr sz="1500" b="0">
                <a:solidFill>
                  <a:srgbClr val="969FA7"/>
                </a:solidFill>
              </a:rPr>
              <a:t>Ecuación editable · símbolos, unidades e hipótesis se completan en la explicación.</a:t>
            </a:r>
          </a:p>
        </p:txBody>
      </p:sp>
      <p:sp>
        <p:nvSpPr>
          <p:cNvPr id="20" name="source_note">
            <a:extLst xmlns:a="http://schemas.openxmlformats.org/drawingml/2006/main">
              <a:ext uri="{FF2B5EF4-FFF2-40B4-BE49-F238E27FC236}">
                <a16:creationId xmlns:a16="http://schemas.microsoft.com/office/drawing/2014/main" id="{3EE80552-C67B-41CD-ABE2-AF7E4811E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10820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69FA7"/>
                </a:solidFill>
              </a:defRPr>
            </a:pPr>
            <a:r>
              <a:rPr sz="1050" b="0">
                <a:solidFill>
                  <a:srgbClr val="969FA7"/>
                </a:solidFill>
              </a:rPr>
              <a:t>LaTeX U4</a:t>
            </a:r>
          </a:p>
        </p:txBody>
      </p:sp>
    </p:spTree>
    <p:extLst>
      <p:ext uri="{BB962C8B-B14F-4D97-AF65-F5344CB8AC3E}">
        <p14:creationId xmlns:p14="http://schemas.microsoft.com/office/powerpoint/2010/main" val="37153108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2026-08-12T20:48:32.0650000Z</dcterms:created>
  <dcterms:modified xsi:type="dcterms:W3CDTF">2026-08-12T20:48:32.0650000Z</dcterms:modified>
</coreProperties>
</file>