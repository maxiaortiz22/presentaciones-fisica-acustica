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b174f18c874d6c" /><Relationship Type="http://schemas.openxmlformats.org/officeDocument/2006/relationships/extended-properties" Target="/docProps/app.xml" Id="R91cce5a103374328" /><Relationship Type="http://schemas.openxmlformats.org/officeDocument/2006/relationships/officeDocument" Target="/ppt/presentation.xml" Id="R5c17871e050e45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592f23339c4fc4"/>
  </p:sldMasterIdLst>
  <p:notesMasterIdLst>
    <p:notesMasterId xmlns:r="http://schemas.openxmlformats.org/officeDocument/2006/relationships" r:id="R5784047b87864716"/>
  </p:notesMasterIdLst>
  <p:sldIdLst>
    <p:sldId xmlns:r="http://schemas.openxmlformats.org/officeDocument/2006/relationships" id="256" r:id="Rf442ca65ac134a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9fe8bf05b844b2" /><Relationship Type="http://schemas.openxmlformats.org/officeDocument/2006/relationships/slideMaster" Target="/ppt/slideMasters/slideMaster1.xml" Id="R2b592f23339c4fc4" /><Relationship Type="http://schemas.openxmlformats.org/officeDocument/2006/relationships/notesMaster" Target="/ppt/notesMasters/notesMaster1.xml" Id="R5784047b87864716" /><Relationship Type="http://schemas.openxmlformats.org/officeDocument/2006/relationships/presProps" Target="/ppt/presProps.xml" Id="Rd78b9fdce20c4caf" /><Relationship Type="http://schemas.openxmlformats.org/officeDocument/2006/relationships/tableStyles" Target="/ppt/tableStyles.xml" Id="R5fe2c679710f4d9a" /><Relationship Type="http://schemas.openxmlformats.org/officeDocument/2006/relationships/slide" Target="/ppt/slides/slide1.xml" Id="Rf442ca65ac134a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e70791fdf74f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0e873338164924" /><Relationship Type="http://schemas.openxmlformats.org/officeDocument/2006/relationships/notesMaster" Target="/ppt/notesMasters/notesMaster1.xml" Id="R2927de209c4a40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656604c1a40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19641a306f43fd" /><Relationship Type="http://schemas.openxmlformats.org/officeDocument/2006/relationships/slideLayout" Target="/ppt/slideLayouts/slideLayout1.xml" Id="R38e86f4bfc1e49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e86f4bfc1e49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8d2d0158c4309" /><Relationship Type="http://schemas.openxmlformats.org/officeDocument/2006/relationships/notesSlide" Target="/ppt/notesSlides/notesSlide1.xml" Id="Re87d10721bbd4b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50423ED2-E2BF-4352-A962-D439F7F8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FDAC0C0C-E6DF-4173-8B23-B93E70A6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A996434E-4B8E-4491-AAE4-C5CF3381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B8B3940A-6A89-4D67-B7FF-8AC7046E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Construcción de A_eq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F3D69D69-488F-4F3B-8F01-5F5CB06B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9CEAAE02-3551-4AB9-8923-7946A341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7F870A46-D2B1-46C2-BADB-4C4AF042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E0F35FEA-BE17-4141-A10A-7DE69E3F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42C7CCC4-1784-451E-B6BC-0E58B6D2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6677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432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6677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5BD73021-DAAF-44BC-A011-143EC531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05125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A_eq=Σα_iS_i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B704BD75-86A6-49F5-A6C0-20137228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Superficies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S_i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BFDDA9DF-8406-4CFD-8223-2F53ACD8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coeficientes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α_i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38981D9C-A060-4750-A062-18924B7C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sumatoria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hacia un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AA5FC71E-B241-4A97-8339-88BA9105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alcance del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modelo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BBC9B5A8-0AE2-4B21-B62A-A35D6B57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Ecuación editable · símbolos, unidades e hipótesis se completan en la explicación.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B5D87D72-06D6-4B01-BDB1-4F4B12E4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ec. 9.8</a:t>
            </a:r>
          </a:p>
        </p:txBody>
      </p:sp>
    </p:spTree>
    <p:extLst>
      <p:ext uri="{BB962C8B-B14F-4D97-AF65-F5344CB8AC3E}">
        <p14:creationId xmlns:p14="http://schemas.microsoft.com/office/powerpoint/2010/main" val="1988731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2026-08-12T20:48:14.5350000Z</dcterms:created>
  <dcterms:modified xsi:type="dcterms:W3CDTF">2026-08-12T20:48:14.5350000Z</dcterms:modified>
</coreProperties>
</file>