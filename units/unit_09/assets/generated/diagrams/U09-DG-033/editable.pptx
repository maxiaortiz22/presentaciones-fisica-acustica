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902c80ca084eeb" /><Relationship Type="http://schemas.openxmlformats.org/officeDocument/2006/relationships/extended-properties" Target="/docProps/app.xml" Id="R87c6378ddcf14c2c" /><Relationship Type="http://schemas.openxmlformats.org/officeDocument/2006/relationships/officeDocument" Target="/ppt/presentation.xml" Id="R68a7a7ccd62546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3b2e91ac4442d1"/>
  </p:sldMasterIdLst>
  <p:notesMasterIdLst>
    <p:notesMasterId xmlns:r="http://schemas.openxmlformats.org/officeDocument/2006/relationships" r:id="R8c9d8dbabafc48a5"/>
  </p:notesMasterIdLst>
  <p:sldIdLst>
    <p:sldId xmlns:r="http://schemas.openxmlformats.org/officeDocument/2006/relationships" id="256" r:id="Reb20245e391d41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9ed468dd6949aa" /><Relationship Type="http://schemas.openxmlformats.org/officeDocument/2006/relationships/slideMaster" Target="/ppt/slideMasters/slideMaster1.xml" Id="R333b2e91ac4442d1" /><Relationship Type="http://schemas.openxmlformats.org/officeDocument/2006/relationships/notesMaster" Target="/ppt/notesMasters/notesMaster1.xml" Id="R8c9d8dbabafc48a5" /><Relationship Type="http://schemas.openxmlformats.org/officeDocument/2006/relationships/presProps" Target="/ppt/presProps.xml" Id="Rfbef81f2d2f64a6f" /><Relationship Type="http://schemas.openxmlformats.org/officeDocument/2006/relationships/tableStyles" Target="/ppt/tableStyles.xml" Id="Rc37f80fdf4c54370" /><Relationship Type="http://schemas.openxmlformats.org/officeDocument/2006/relationships/slide" Target="/ppt/slides/slide1.xml" Id="Reb20245e391d41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f346f76cb74b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8caf31239458d" /><Relationship Type="http://schemas.openxmlformats.org/officeDocument/2006/relationships/notesMaster" Target="/ppt/notesMasters/notesMaster1.xml" Id="R130407fbf25643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bcdd4ddc1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af41c8893847cc" /><Relationship Type="http://schemas.openxmlformats.org/officeDocument/2006/relationships/slideLayout" Target="/ppt/slideLayouts/slideLayout1.xml" Id="R861f1312d23241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1f1312d23241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35bbb3d7de42ea" /><Relationship Type="http://schemas.openxmlformats.org/officeDocument/2006/relationships/notesSlide" Target="/ppt/notesSlides/notesSlide1.xml" Id="R0bd673582ecc4f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BD9D7CF2-6D1F-4A84-ACBA-1FC4B42F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E1CA2690-E86A-4367-9816-A038250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4D763F9-1762-4897-BD58-BB57DC8B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8800D8E4-AD31-4D4E-A55E-BB1D5685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Difracción en borde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A171591F-ADB6-4CCE-AF70-2D33C02F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571750" cy="13335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2490D163-7C47-4679-8118-F8A6F111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3348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88FA16E2-71DD-4221-B929-068B2CAF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363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10C11267-F29B-4785-93E5-536D50E9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3378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branch_4_box">
            <a:extLst xmlns:a="http://schemas.openxmlformats.org/drawingml/2006/main">
              <a:ext uri="{FF2B5EF4-FFF2-40B4-BE49-F238E27FC236}">
                <a16:creationId xmlns:a16="http://schemas.microsoft.com/office/drawing/2014/main" id="{E779DF82-A0F5-4724-8242-999E595A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33938"/>
            <a:ext cx="40005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30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333750" y="1700213"/>
            <a:ext cx="3143250" cy="163353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333750" y="2900363"/>
            <a:ext cx="3143250" cy="4333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333750" y="3333750"/>
            <a:ext cx="3143250" cy="766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branch_edge_4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333750" y="3333750"/>
            <a:ext cx="3143250" cy="1966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8654A467-B1E6-455E-8F4B-6966EF50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1145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Frente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incidente</a:t>
            </a:r>
          </a:p>
        </p:txBody>
      </p:sp>
      <p:sp>
        <p:nvSpPr>
          <p:cNvPr id="15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44F2B35E-AC87-436D-BB87-E5A9EC54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42398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Borde</a:t>
            </a:r>
          </a:p>
        </p:txBody>
      </p:sp>
      <p:sp>
        <p:nvSpPr>
          <p:cNvPr id="16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DA7E1B64-65A6-426E-8BAC-78CCFC63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413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Sombra geométrica</a:t>
            </a:r>
          </a:p>
        </p:txBody>
      </p:sp>
      <p:sp>
        <p:nvSpPr>
          <p:cNvPr id="17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15BCC843-6EBE-4DBB-89FC-E80EE127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2428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Frentes difractados</a:t>
            </a:r>
          </a:p>
        </p:txBody>
      </p:sp>
      <p:sp>
        <p:nvSpPr>
          <p:cNvPr id="18" name="branch_4_text">
            <a:extLst xmlns:a="http://schemas.openxmlformats.org/drawingml/2006/main">
              <a:ext uri="{FF2B5EF4-FFF2-40B4-BE49-F238E27FC236}">
                <a16:creationId xmlns:a16="http://schemas.microsoft.com/office/drawing/2014/main" id="{8FAE87A4-48C0-46C5-8FB7-973D71B0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24438"/>
            <a:ext cx="3543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F7E83"/>
                </a:solidFill>
              </a:defRPr>
            </a:pPr>
            <a:r>
              <a:rPr sz="2250" b="1">
                <a:solidFill>
                  <a:srgbClr val="2F7E83"/>
                </a:solidFill>
              </a:rPr>
              <a:t>Receptor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53C41AC-6034-4A9D-AD11-0613AB4A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Rutas conceptuales independientes; no está a escala ni representa una medición.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1D638B1B-FC7E-4935-BC6E-88474F1C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Figura 9.4 difraccion-barrera.tex</a:t>
            </a:r>
          </a:p>
        </p:txBody>
      </p:sp>
    </p:spTree>
    <p:extLst>
      <p:ext uri="{BB962C8B-B14F-4D97-AF65-F5344CB8AC3E}">
        <p14:creationId xmlns:p14="http://schemas.microsoft.com/office/powerpoint/2010/main" val="1163392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2026-08-12T20:49:55.6980000Z</dcterms:created>
  <dcterms:modified xsi:type="dcterms:W3CDTF">2026-08-12T20:49:55.6980000Z</dcterms:modified>
</coreProperties>
</file>