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f5e0c060bf41a0" /><Relationship Type="http://schemas.openxmlformats.org/officeDocument/2006/relationships/extended-properties" Target="/docProps/app.xml" Id="Rb7ca8dd54d4e4003" /><Relationship Type="http://schemas.openxmlformats.org/officeDocument/2006/relationships/officeDocument" Target="/ppt/presentation.xml" Id="R408582393737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902bc6d54d446e"/>
  </p:sldMasterIdLst>
  <p:notesMasterIdLst>
    <p:notesMasterId xmlns:r="http://schemas.openxmlformats.org/officeDocument/2006/relationships" r:id="R16f0bc9ec7e64bb7"/>
  </p:notesMasterIdLst>
  <p:sldIdLst>
    <p:sldId xmlns:r="http://schemas.openxmlformats.org/officeDocument/2006/relationships" id="256" r:id="Reabf1def2e3747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b46fa8f4ca46d6" /><Relationship Type="http://schemas.openxmlformats.org/officeDocument/2006/relationships/slideMaster" Target="/ppt/slideMasters/slideMaster1.xml" Id="R6e902bc6d54d446e" /><Relationship Type="http://schemas.openxmlformats.org/officeDocument/2006/relationships/notesMaster" Target="/ppt/notesMasters/notesMaster1.xml" Id="R16f0bc9ec7e64bb7" /><Relationship Type="http://schemas.openxmlformats.org/officeDocument/2006/relationships/presProps" Target="/ppt/presProps.xml" Id="R30b6d0d9d5154d94" /><Relationship Type="http://schemas.openxmlformats.org/officeDocument/2006/relationships/tableStyles" Target="/ppt/tableStyles.xml" Id="Rf6ffed0528604826" /><Relationship Type="http://schemas.openxmlformats.org/officeDocument/2006/relationships/slide" Target="/ppt/slides/slide1.xml" Id="Reabf1def2e37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6775aeb36340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273dde8c54ccb" /><Relationship Type="http://schemas.openxmlformats.org/officeDocument/2006/relationships/notesMaster" Target="/ppt/notesMasters/notesMaster1.xml" Id="R8c1f7822ee7b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67830e2d6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8b8a38ccb4c02" /><Relationship Type="http://schemas.openxmlformats.org/officeDocument/2006/relationships/slideLayout" Target="/ppt/slideLayouts/slideLayout1.xml" Id="R1b1a5fb34c73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a5fb34c73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02d180a75440a" /><Relationship Type="http://schemas.openxmlformats.org/officeDocument/2006/relationships/notesSlide" Target="/ppt/notesSlides/notesSlide1.xml" Id="R6eff70a6f336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CA8FC96-CBF2-4B7E-8E7F-93EE8CD2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0822F83-9058-43C1-8F36-E25F4E09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95319C1-B5B8-46EB-B34D-58293ED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CE0081E-5E11-46AF-8A5E-B3AFB92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de distancia anotada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FA1B405C-03D9-4C2E-910F-7757D68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D1A49CFD-8308-43C4-84F3-DE5841BA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AA630409-1D17-4315-A685-D709BC2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685A8FB5-6FC1-4CFB-B60D-52E59C68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23B7B364-B9AF-40C3-8178-ED8F8F7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610FC3DA-C50A-414C-BB80-1EF9156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L_p2=L_p1−20</a:t>
            </a:r>
          </a:p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log10(r₂/r₁)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1E911A79-23F5-4688-A4B4-B62C0D1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Lₚ₁ y Lₚ₂: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niveles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9B53D124-CB95-4D29-B9C4-5B83B64A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r₁ y r₂: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distancias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5FDA9934-7054-48FA-81DE-EDFBFAF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Signo: bajar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al alejarse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C662769-8632-46E9-B046-314F472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Campo libre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y lejano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8493A2A-B8BE-478A-BE17-113D3AC9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B4F7C45-AB92-4EAC-A9EB-EA507E0E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9.1</a:t>
            </a:r>
          </a:p>
        </p:txBody>
      </p:sp>
    </p:spTree>
    <p:extLst>
      <p:ext uri="{BB962C8B-B14F-4D97-AF65-F5344CB8AC3E}">
        <p14:creationId xmlns:p14="http://schemas.microsoft.com/office/powerpoint/2010/main" val="1825242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2026-08-12T20:47:56.4700000Z</dcterms:created>
  <dcterms:modified xsi:type="dcterms:W3CDTF">2026-08-12T20:47:56.4700000Z</dcterms:modified>
</coreProperties>
</file>