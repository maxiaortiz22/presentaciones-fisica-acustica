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91c7d0a5c545d0" /><Relationship Type="http://schemas.openxmlformats.org/officeDocument/2006/relationships/extended-properties" Target="/docProps/app.xml" Id="Rb9877e8b070c42d4" /><Relationship Type="http://schemas.openxmlformats.org/officeDocument/2006/relationships/officeDocument" Target="/ppt/presentation.xml" Id="R9c62cbfaff2342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cdf6ceba1e4f4e"/>
  </p:sldMasterIdLst>
  <p:notesMasterIdLst>
    <p:notesMasterId xmlns:r="http://schemas.openxmlformats.org/officeDocument/2006/relationships" r:id="Rc02e7e6adee74fcf"/>
  </p:notesMasterIdLst>
  <p:sldIdLst>
    <p:sldId xmlns:r="http://schemas.openxmlformats.org/officeDocument/2006/relationships" id="256" r:id="Rfde3d8dc17464c6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6ace0ecdd54a1d" /><Relationship Type="http://schemas.openxmlformats.org/officeDocument/2006/relationships/slideMaster" Target="/ppt/slideMasters/slideMaster1.xml" Id="R6ecdf6ceba1e4f4e" /><Relationship Type="http://schemas.openxmlformats.org/officeDocument/2006/relationships/notesMaster" Target="/ppt/notesMasters/notesMaster1.xml" Id="Rc02e7e6adee74fcf" /><Relationship Type="http://schemas.openxmlformats.org/officeDocument/2006/relationships/presProps" Target="/ppt/presProps.xml" Id="R09e549b693584576" /><Relationship Type="http://schemas.openxmlformats.org/officeDocument/2006/relationships/tableStyles" Target="/ppt/tableStyles.xml" Id="Radc06d7afa2f4b2b" /><Relationship Type="http://schemas.openxmlformats.org/officeDocument/2006/relationships/slide" Target="/ppt/slides/slide1.xml" Id="Rfde3d8dc17464c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7678a7b70d4b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d5d9f75c594cb8" /><Relationship Type="http://schemas.openxmlformats.org/officeDocument/2006/relationships/notesMaster" Target="/ppt/notesMasters/notesMaster1.xml" Id="Rfeead97334da48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4f8f715d194c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ae7fdc13a044e0" /><Relationship Type="http://schemas.openxmlformats.org/officeDocument/2006/relationships/slideLayout" Target="/ppt/slideLayouts/slideLayout1.xml" Id="Re6790cf3d8ad48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790cf3d8ad48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37fcfa2c4a44ee" /><Relationship Type="http://schemas.openxmlformats.org/officeDocument/2006/relationships/notesSlide" Target="/ppt/notesSlides/notesSlide1.xml" Id="Rcfac81dd4d29429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4B503FDF-FB09-4408-B237-EE328887B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64F45820-9853-43D8-AE29-8273AD76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6CD2EDB6-B9CD-4A19-B189-2B556CC49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318AE98A-9A78-4D2C-93ED-60459162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T_60 frente a aislamiento</a:t>
            </a:r>
          </a:p>
        </p:txBody>
      </p:sp>
      <p:sp>
        <p:nvSpPr>
          <p:cNvPr id="5" name="concept_1_box">
            <a:extLst xmlns:a="http://schemas.openxmlformats.org/drawingml/2006/main">
              <a:ext uri="{FF2B5EF4-FFF2-40B4-BE49-F238E27FC236}">
                <a16:creationId xmlns:a16="http://schemas.microsoft.com/office/drawing/2014/main" id="{17518978-8392-474D-A105-C6CE1021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52006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oncept_2_box">
            <a:extLst xmlns:a="http://schemas.openxmlformats.org/drawingml/2006/main">
              <a:ext uri="{FF2B5EF4-FFF2-40B4-BE49-F238E27FC236}">
                <a16:creationId xmlns:a16="http://schemas.microsoft.com/office/drawing/2014/main" id="{86F19484-35C1-402E-BAF5-7E83DDA4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57350"/>
            <a:ext cx="52006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concept_3_box">
            <a:extLst xmlns:a="http://schemas.openxmlformats.org/drawingml/2006/main">
              <a:ext uri="{FF2B5EF4-FFF2-40B4-BE49-F238E27FC236}">
                <a16:creationId xmlns:a16="http://schemas.microsoft.com/office/drawing/2014/main" id="{8C819C49-4BFC-4D16-BE37-793A0C09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71900"/>
            <a:ext cx="52006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concept_4_box">
            <a:extLst xmlns:a="http://schemas.openxmlformats.org/drawingml/2006/main">
              <a:ext uri="{FF2B5EF4-FFF2-40B4-BE49-F238E27FC236}">
                <a16:creationId xmlns:a16="http://schemas.microsoft.com/office/drawing/2014/main" id="{DF765B48-6E3D-4B13-80EC-DDEB1778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71900"/>
            <a:ext cx="52006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concept_1_text">
            <a:extLst xmlns:a="http://schemas.openxmlformats.org/drawingml/2006/main">
              <a:ext uri="{FF2B5EF4-FFF2-40B4-BE49-F238E27FC236}">
                <a16:creationId xmlns:a16="http://schemas.microsoft.com/office/drawing/2014/main" id="{161D4EBC-E22F-495D-B92B-C53B131D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4743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Dos recintos</a:t>
            </a:r>
          </a:p>
        </p:txBody>
      </p:sp>
      <p:sp>
        <p:nvSpPr>
          <p:cNvPr id="10" name="concept_2_text">
            <a:extLst xmlns:a="http://schemas.openxmlformats.org/drawingml/2006/main">
              <a:ext uri="{FF2B5EF4-FFF2-40B4-BE49-F238E27FC236}">
                <a16:creationId xmlns:a16="http://schemas.microsoft.com/office/drawing/2014/main" id="{547A4317-F46D-4975-A7C7-69FDA547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47850"/>
            <a:ext cx="4743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dos preguntas</a:t>
            </a:r>
          </a:p>
        </p:txBody>
      </p:sp>
      <p:sp>
        <p:nvSpPr>
          <p:cNvPr id="11" name="concept_3_text">
            <a:extLst xmlns:a="http://schemas.openxmlformats.org/drawingml/2006/main">
              <a:ext uri="{FF2B5EF4-FFF2-40B4-BE49-F238E27FC236}">
                <a16:creationId xmlns:a16="http://schemas.microsoft.com/office/drawing/2014/main" id="{F28DA301-C17D-4661-9569-DD093488D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62400"/>
            <a:ext cx="4743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dos magnitudes</a:t>
            </a:r>
          </a:p>
        </p:txBody>
      </p:sp>
      <p:sp>
        <p:nvSpPr>
          <p:cNvPr id="12" name="concept_4_text">
            <a:extLst xmlns:a="http://schemas.openxmlformats.org/drawingml/2006/main">
              <a:ext uri="{FF2B5EF4-FFF2-40B4-BE49-F238E27FC236}">
                <a16:creationId xmlns:a16="http://schemas.microsoft.com/office/drawing/2014/main" id="{AADA1D54-3F95-4FC1-A3B3-CA4F34241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62400"/>
            <a:ext cx="4743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flechas separadas</a:t>
            </a:r>
          </a:p>
        </p:txBody>
      </p:sp>
      <p:sp>
        <p:nvSpPr>
          <p:cNvPr id="13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8CAFD377-4C10-4AB9-8371-1FDAE865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Relaciones conceptuales; no está a escala.</a:t>
            </a:r>
          </a:p>
        </p:txBody>
      </p:sp>
      <p:sp>
        <p:nvSpPr>
          <p:cNvPr id="14" name="source_note">
            <a:extLst xmlns:a="http://schemas.openxmlformats.org/drawingml/2006/main">
              <a:ext uri="{FF2B5EF4-FFF2-40B4-BE49-F238E27FC236}">
                <a16:creationId xmlns:a16="http://schemas.microsoft.com/office/drawing/2014/main" id="{A0F8C2AD-F40C-4781-ABB1-B6078D1F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Programa</a:t>
            </a:r>
          </a:p>
        </p:txBody>
      </p:sp>
    </p:spTree>
    <p:extLst>
      <p:ext uri="{BB962C8B-B14F-4D97-AF65-F5344CB8AC3E}">
        <p14:creationId xmlns:p14="http://schemas.microsoft.com/office/powerpoint/2010/main" val="9629689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2026-08-12T20:48:17.3970000Z</dcterms:created>
  <dcterms:modified xsi:type="dcterms:W3CDTF">2026-08-12T20:48:17.3970000Z</dcterms:modified>
</coreProperties>
</file>