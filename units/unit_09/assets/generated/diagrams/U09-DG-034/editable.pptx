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a73f4db1fe4ac0" /><Relationship Type="http://schemas.openxmlformats.org/officeDocument/2006/relationships/extended-properties" Target="/docProps/app.xml" Id="Re65775debb7c468b" /><Relationship Type="http://schemas.openxmlformats.org/officeDocument/2006/relationships/officeDocument" Target="/ppt/presentation.xml" Id="Rb8ed4dae1f3841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be3ec88f4f45d4"/>
  </p:sldMasterIdLst>
  <p:notesMasterIdLst>
    <p:notesMasterId xmlns:r="http://schemas.openxmlformats.org/officeDocument/2006/relationships" r:id="R276d0f4dc2e04e2c"/>
  </p:notesMasterIdLst>
  <p:sldIdLst>
    <p:sldId xmlns:r="http://schemas.openxmlformats.org/officeDocument/2006/relationships" id="256" r:id="Rfbb4c64559914f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7c2c79cf4a41f4" /><Relationship Type="http://schemas.openxmlformats.org/officeDocument/2006/relationships/slideMaster" Target="/ppt/slideMasters/slideMaster1.xml" Id="R84be3ec88f4f45d4" /><Relationship Type="http://schemas.openxmlformats.org/officeDocument/2006/relationships/notesMaster" Target="/ppt/notesMasters/notesMaster1.xml" Id="R276d0f4dc2e04e2c" /><Relationship Type="http://schemas.openxmlformats.org/officeDocument/2006/relationships/presProps" Target="/ppt/presProps.xml" Id="Rf072f9345a3c45f5" /><Relationship Type="http://schemas.openxmlformats.org/officeDocument/2006/relationships/tableStyles" Target="/ppt/tableStyles.xml" Id="Re09d75d1de0a4da8" /><Relationship Type="http://schemas.openxmlformats.org/officeDocument/2006/relationships/slide" Target="/ppt/slides/slide1.xml" Id="Rfbb4c64559914f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4ebeb32cd44d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09f2971b324074" /><Relationship Type="http://schemas.openxmlformats.org/officeDocument/2006/relationships/notesMaster" Target="/ppt/notesMasters/notesMaster1.xml" Id="Rcf0de4ac94c94e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f05800c5a49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c73255823f41f1" /><Relationship Type="http://schemas.openxmlformats.org/officeDocument/2006/relationships/slideLayout" Target="/ppt/slideLayouts/slideLayout1.xml" Id="Rd8c780b1fb2a4f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c780b1fb2a4f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37994272140c8" /><Relationship Type="http://schemas.openxmlformats.org/officeDocument/2006/relationships/notesSlide" Target="/ppt/notesSlides/notesSlide1.xml" Id="R310d28053bfa43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6371C520-1302-4D1F-979C-29CB4380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124E210B-2919-4ACE-A669-6CC4646D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0998F269-ABD6-4776-A264-8390AF8E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A7BE5DD7-303F-490F-9429-64D42261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Misma barrera, tres frecuencias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EBC7363A-8AC7-4BE9-9866-82172CA7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0E589D85-4274-43E5-BB51-001AE30C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04DDD1C8-C67B-46DF-ADC4-AAF3B20E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86EA2861-AD79-4A48-AAD5-AEF03B8F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Tres paneles sincronizados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con λ</a:t>
            </a:r>
          </a:p>
        </p:txBody>
      </p:sp>
      <p:sp>
        <p:nvSpPr>
          <p:cNvPr id="9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ACDAA096-6CD9-4BC3-AD61-D85CE3AC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obstáculo</a:t>
            </a:r>
          </a:p>
        </p:txBody>
      </p:sp>
      <p:sp>
        <p:nvSpPr>
          <p:cNvPr id="10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DB7A6243-91CA-453F-A81B-242B9680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receptor constantes</a:t>
            </a:r>
          </a:p>
        </p:txBody>
      </p:sp>
      <p:sp>
        <p:nvSpPr>
          <p:cNvPr id="1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6DD44DE0-834E-4DDD-9FB6-6A6E115A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3A321ECD-4A33-4839-BD4C-A8589158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9.7.5</a:t>
            </a:r>
          </a:p>
        </p:txBody>
      </p:sp>
    </p:spTree>
    <p:extLst>
      <p:ext uri="{BB962C8B-B14F-4D97-AF65-F5344CB8AC3E}">
        <p14:creationId xmlns:p14="http://schemas.microsoft.com/office/powerpoint/2010/main" val="18821402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2026-08-12T20:48:12.0300000Z</dcterms:created>
  <dcterms:modified xsi:type="dcterms:W3CDTF">2026-08-12T20:48:12.0300000Z</dcterms:modified>
</coreProperties>
</file>