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a0ce3392ba4b4e" /><Relationship Type="http://schemas.openxmlformats.org/officeDocument/2006/relationships/extended-properties" Target="/docProps/app.xml" Id="R4fd791bf8b2e4494" /><Relationship Type="http://schemas.openxmlformats.org/officeDocument/2006/relationships/officeDocument" Target="/ppt/presentation.xml" Id="R4e6ab94480554e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a5d372f6ae410c"/>
  </p:sldMasterIdLst>
  <p:notesMasterIdLst>
    <p:notesMasterId xmlns:r="http://schemas.openxmlformats.org/officeDocument/2006/relationships" r:id="R7c6e675e134d4928"/>
  </p:notesMasterIdLst>
  <p:sldIdLst>
    <p:sldId xmlns:r="http://schemas.openxmlformats.org/officeDocument/2006/relationships" id="256" r:id="R676f6f757fac44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0cace8ef87474a" /><Relationship Type="http://schemas.openxmlformats.org/officeDocument/2006/relationships/slideMaster" Target="/ppt/slideMasters/slideMaster1.xml" Id="R72a5d372f6ae410c" /><Relationship Type="http://schemas.openxmlformats.org/officeDocument/2006/relationships/notesMaster" Target="/ppt/notesMasters/notesMaster1.xml" Id="R7c6e675e134d4928" /><Relationship Type="http://schemas.openxmlformats.org/officeDocument/2006/relationships/presProps" Target="/ppt/presProps.xml" Id="R9f9301b03c9e4591" /><Relationship Type="http://schemas.openxmlformats.org/officeDocument/2006/relationships/tableStyles" Target="/ppt/tableStyles.xml" Id="R13833ac54a9c41c4" /><Relationship Type="http://schemas.openxmlformats.org/officeDocument/2006/relationships/slide" Target="/ppt/slides/slide1.xml" Id="R676f6f757fac44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51941fdaf04d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0b2a63f53f40ac" /><Relationship Type="http://schemas.openxmlformats.org/officeDocument/2006/relationships/notesMaster" Target="/ppt/notesMasters/notesMaster1.xml" Id="R05e3f9d4631047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0b02457eff4c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66cf57907c462f" /><Relationship Type="http://schemas.openxmlformats.org/officeDocument/2006/relationships/slideLayout" Target="/ppt/slideLayouts/slideLayout1.xml" Id="R123fa42c43884d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3fa42c43884d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5c048b3cb4d0f" /><Relationship Type="http://schemas.openxmlformats.org/officeDocument/2006/relationships/notesSlide" Target="/ppt/notesSlides/notesSlide1.xml" Id="R2d2d5412a27a4d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BD89A74E-BBF7-485F-AAC2-84FE2C3E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0A5517B4-3DE5-414E-B5F7-B58DF222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71C0FA1A-E4A5-4299-A007-A5A4C43B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E187B116-409D-4CDA-A386-094685D6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Matriz de mecanismos</a:t>
            </a:r>
          </a:p>
        </p:txBody>
      </p:sp>
      <p:sp>
        <p:nvSpPr>
          <p:cNvPr id="5" name="concept_1_box">
            <a:extLst xmlns:a="http://schemas.openxmlformats.org/drawingml/2006/main">
              <a:ext uri="{FF2B5EF4-FFF2-40B4-BE49-F238E27FC236}">
                <a16:creationId xmlns:a16="http://schemas.microsoft.com/office/drawing/2014/main" id="{40CD39BF-C7D1-420A-9D04-01044675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24669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cept_2_box">
            <a:extLst xmlns:a="http://schemas.openxmlformats.org/drawingml/2006/main">
              <a:ext uri="{FF2B5EF4-FFF2-40B4-BE49-F238E27FC236}">
                <a16:creationId xmlns:a16="http://schemas.microsoft.com/office/drawing/2014/main" id="{C1BC0FA2-9EB3-4A2B-9E58-C205C7E7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657350"/>
            <a:ext cx="24669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oncept_3_box">
            <a:extLst xmlns:a="http://schemas.openxmlformats.org/drawingml/2006/main">
              <a:ext uri="{FF2B5EF4-FFF2-40B4-BE49-F238E27FC236}">
                <a16:creationId xmlns:a16="http://schemas.microsoft.com/office/drawing/2014/main" id="{EB4E51E5-1CCB-4281-AB20-F028CD07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57350"/>
            <a:ext cx="24669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cept_4_box">
            <a:extLst xmlns:a="http://schemas.openxmlformats.org/drawingml/2006/main">
              <a:ext uri="{FF2B5EF4-FFF2-40B4-BE49-F238E27FC236}">
                <a16:creationId xmlns:a16="http://schemas.microsoft.com/office/drawing/2014/main" id="{0A530F9E-3C77-4F1D-8F56-46A93936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657350"/>
            <a:ext cx="24669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cept_5_box">
            <a:extLst xmlns:a="http://schemas.openxmlformats.org/drawingml/2006/main">
              <a:ext uri="{FF2B5EF4-FFF2-40B4-BE49-F238E27FC236}">
                <a16:creationId xmlns:a16="http://schemas.microsoft.com/office/drawing/2014/main" id="{7CF610A4-38D8-406E-83E3-C242146A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24669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concept_6_box">
            <a:extLst xmlns:a="http://schemas.openxmlformats.org/drawingml/2006/main">
              <a:ext uri="{FF2B5EF4-FFF2-40B4-BE49-F238E27FC236}">
                <a16:creationId xmlns:a16="http://schemas.microsoft.com/office/drawing/2014/main" id="{A06558C1-8120-4015-A908-533EA085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771900"/>
            <a:ext cx="24669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11" name="concept_7_box">
            <a:extLst xmlns:a="http://schemas.openxmlformats.org/drawingml/2006/main">
              <a:ext uri="{FF2B5EF4-FFF2-40B4-BE49-F238E27FC236}">
                <a16:creationId xmlns:a16="http://schemas.microsoft.com/office/drawing/2014/main" id="{3BEA564A-9E83-4D9B-A7FD-21EAF690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71900"/>
            <a:ext cx="24669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2" name="concept_8_box">
            <a:extLst xmlns:a="http://schemas.openxmlformats.org/drawingml/2006/main">
              <a:ext uri="{FF2B5EF4-FFF2-40B4-BE49-F238E27FC236}">
                <a16:creationId xmlns:a16="http://schemas.microsoft.com/office/drawing/2014/main" id="{5008661B-FF7F-4B4B-A4BA-8BF6BFB0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771900"/>
            <a:ext cx="24669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3" name="concept_1_text">
            <a:extLst xmlns:a="http://schemas.openxmlformats.org/drawingml/2006/main">
              <a:ext uri="{FF2B5EF4-FFF2-40B4-BE49-F238E27FC236}">
                <a16:creationId xmlns:a16="http://schemas.microsoft.com/office/drawing/2014/main" id="{3A820A96-7302-410F-9F44-09305D93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20097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Divergencia</a:t>
            </a:r>
          </a:p>
        </p:txBody>
      </p:sp>
      <p:sp>
        <p:nvSpPr>
          <p:cNvPr id="14" name="concept_2_text">
            <a:extLst xmlns:a="http://schemas.openxmlformats.org/drawingml/2006/main">
              <a:ext uri="{FF2B5EF4-FFF2-40B4-BE49-F238E27FC236}">
                <a16:creationId xmlns:a16="http://schemas.microsoft.com/office/drawing/2014/main" id="{54B867F0-62F1-4694-8E26-5516C138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847850"/>
            <a:ext cx="20097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Directividad</a:t>
            </a:r>
          </a:p>
        </p:txBody>
      </p:sp>
      <p:sp>
        <p:nvSpPr>
          <p:cNvPr id="15" name="concept_3_text">
            <a:extLst xmlns:a="http://schemas.openxmlformats.org/drawingml/2006/main">
              <a:ext uri="{FF2B5EF4-FFF2-40B4-BE49-F238E27FC236}">
                <a16:creationId xmlns:a16="http://schemas.microsoft.com/office/drawing/2014/main" id="{960725F5-A5A0-4790-86E7-B9F7B821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20097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Absorción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atmosférica</a:t>
            </a:r>
          </a:p>
        </p:txBody>
      </p:sp>
      <p:sp>
        <p:nvSpPr>
          <p:cNvPr id="16" name="concept_4_text">
            <a:extLst xmlns:a="http://schemas.openxmlformats.org/drawingml/2006/main">
              <a:ext uri="{FF2B5EF4-FFF2-40B4-BE49-F238E27FC236}">
                <a16:creationId xmlns:a16="http://schemas.microsoft.com/office/drawing/2014/main" id="{61DA90C0-D161-4593-8CC9-8F27547E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47850"/>
            <a:ext cx="20097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Reflexión</a:t>
            </a:r>
          </a:p>
        </p:txBody>
      </p:sp>
      <p:sp>
        <p:nvSpPr>
          <p:cNvPr id="17" name="concept_5_text">
            <a:extLst xmlns:a="http://schemas.openxmlformats.org/drawingml/2006/main">
              <a:ext uri="{FF2B5EF4-FFF2-40B4-BE49-F238E27FC236}">
                <a16:creationId xmlns:a16="http://schemas.microsoft.com/office/drawing/2014/main" id="{C69244EA-5E09-41FD-823C-6F567228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20097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Absorción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material</a:t>
            </a:r>
          </a:p>
        </p:txBody>
      </p:sp>
      <p:sp>
        <p:nvSpPr>
          <p:cNvPr id="18" name="concept_6_text">
            <a:extLst xmlns:a="http://schemas.openxmlformats.org/drawingml/2006/main">
              <a:ext uri="{FF2B5EF4-FFF2-40B4-BE49-F238E27FC236}">
                <a16:creationId xmlns:a16="http://schemas.microsoft.com/office/drawing/2014/main" id="{4B3156CF-9939-45C7-91B8-A0D960C7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962400"/>
            <a:ext cx="20097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Transmisión</a:t>
            </a:r>
          </a:p>
        </p:txBody>
      </p:sp>
      <p:sp>
        <p:nvSpPr>
          <p:cNvPr id="19" name="concept_7_text">
            <a:extLst xmlns:a="http://schemas.openxmlformats.org/drawingml/2006/main">
              <a:ext uri="{FF2B5EF4-FFF2-40B4-BE49-F238E27FC236}">
                <a16:creationId xmlns:a16="http://schemas.microsoft.com/office/drawing/2014/main" id="{E461A087-E353-40E5-B792-11C4A16C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62400"/>
            <a:ext cx="20097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Refracción</a:t>
            </a:r>
          </a:p>
        </p:txBody>
      </p:sp>
      <p:sp>
        <p:nvSpPr>
          <p:cNvPr id="20" name="concept_8_text">
            <a:extLst xmlns:a="http://schemas.openxmlformats.org/drawingml/2006/main">
              <a:ext uri="{FF2B5EF4-FFF2-40B4-BE49-F238E27FC236}">
                <a16:creationId xmlns:a16="http://schemas.microsoft.com/office/drawing/2014/main" id="{64414472-ECAF-4784-880B-3C06AE0D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62400"/>
            <a:ext cx="20097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Difracción</a:t>
            </a:r>
          </a:p>
        </p:txBody>
      </p:sp>
      <p:sp>
        <p:nvSpPr>
          <p:cNvPr id="21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4EC39A61-231B-433D-854E-7C17309B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Relaciones conceptuales; no está a escala.</a:t>
            </a:r>
          </a:p>
        </p:txBody>
      </p:sp>
      <p:sp>
        <p:nvSpPr>
          <p:cNvPr id="22" name="source_note">
            <a:extLst xmlns:a="http://schemas.openxmlformats.org/drawingml/2006/main">
              <a:ext uri="{FF2B5EF4-FFF2-40B4-BE49-F238E27FC236}">
                <a16:creationId xmlns:a16="http://schemas.microsoft.com/office/drawing/2014/main" id="{78E67D77-0C97-452F-A41A-194A2429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Brief e inventario U9</a:t>
            </a:r>
          </a:p>
        </p:txBody>
      </p:sp>
    </p:spTree>
    <p:extLst>
      <p:ext uri="{BB962C8B-B14F-4D97-AF65-F5344CB8AC3E}">
        <p14:creationId xmlns:p14="http://schemas.microsoft.com/office/powerpoint/2010/main" val="10168212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2026-08-12T20:47:53.6310000Z</dcterms:created>
  <dcterms:modified xsi:type="dcterms:W3CDTF">2026-08-12T20:47:53.6310000Z</dcterms:modified>
</coreProperties>
</file>