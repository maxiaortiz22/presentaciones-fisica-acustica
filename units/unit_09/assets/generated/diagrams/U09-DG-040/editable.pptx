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fbfd197e8c4aac" /><Relationship Type="http://schemas.openxmlformats.org/officeDocument/2006/relationships/extended-properties" Target="/docProps/app.xml" Id="R5b960bf435b24c5e" /><Relationship Type="http://schemas.openxmlformats.org/officeDocument/2006/relationships/officeDocument" Target="/ppt/presentation.xml" Id="R95d33cd6e95b41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f5da5d7c5a4771"/>
  </p:sldMasterIdLst>
  <p:notesMasterIdLst>
    <p:notesMasterId xmlns:r="http://schemas.openxmlformats.org/officeDocument/2006/relationships" r:id="Rb3796f8a205344ec"/>
  </p:notesMasterIdLst>
  <p:sldIdLst>
    <p:sldId xmlns:r="http://schemas.openxmlformats.org/officeDocument/2006/relationships" id="256" r:id="Ra5170b8caa2c4a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a82d5e76c142d8" /><Relationship Type="http://schemas.openxmlformats.org/officeDocument/2006/relationships/slideMaster" Target="/ppt/slideMasters/slideMaster1.xml" Id="R09f5da5d7c5a4771" /><Relationship Type="http://schemas.openxmlformats.org/officeDocument/2006/relationships/notesMaster" Target="/ppt/notesMasters/notesMaster1.xml" Id="Rb3796f8a205344ec" /><Relationship Type="http://schemas.openxmlformats.org/officeDocument/2006/relationships/presProps" Target="/ppt/presProps.xml" Id="R83436678d9cc4260" /><Relationship Type="http://schemas.openxmlformats.org/officeDocument/2006/relationships/tableStyles" Target="/ppt/tableStyles.xml" Id="R8893b118843b46a4" /><Relationship Type="http://schemas.openxmlformats.org/officeDocument/2006/relationships/slide" Target="/ppt/slides/slide1.xml" Id="Ra5170b8caa2c4a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9378e3216243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8709f6347744e7" /><Relationship Type="http://schemas.openxmlformats.org/officeDocument/2006/relationships/notesMaster" Target="/ppt/notesMasters/notesMaster1.xml" Id="Ra396fca5d20e46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6aa9ba20f42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dec71394d1442c" /><Relationship Type="http://schemas.openxmlformats.org/officeDocument/2006/relationships/slideLayout" Target="/ppt/slideLayouts/slideLayout1.xml" Id="R6b30ce9f9ec24a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30ce9f9ec24a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b7991b6144474" /><Relationship Type="http://schemas.openxmlformats.org/officeDocument/2006/relationships/notesSlide" Target="/ppt/notesSlides/notesSlide1.xml" Id="R1bc2881ef6444c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FEC48A9-0D30-4A85-998C-BEC29750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CD4BBD7B-2ACE-4BAC-9F5D-2F1CAC1C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92BAC4F6-C003-481F-879D-90E60A7D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BD7FEEE-8137-4632-8FAE-940194AC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Ejemplo de aula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BED6069E-EFD9-4BD3-93C5-9AE5AA75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3F76D853-C650-415D-B87E-3C1A0DC9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8F637FD3-BE7F-40C4-996B-D636447A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2D7B4C1C-1D57-4B3F-B5C4-03BFDDD7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36630649-A50E-4C6A-A8C9-C28D4222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31A22140-44C9-4BD7-83BF-D20D4D6B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cálculo V→A_eq→T_60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24A8AC80-3DE2-41CE-8317-039D8756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Geometría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F0872A10-2178-4553-A3E4-38F5F4D6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V/superficie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E3923BC9-833E-4CA9-B348-44AC407D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A_eq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732E5F9A-127C-410D-879E-C5E18137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T_60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4C2E3CF-148A-478C-BE18-DD703006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0F5FE1B-E1A6-4E65-924B-48F3A474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Ejemplo del capítulo</a:t>
            </a:r>
          </a:p>
        </p:txBody>
      </p:sp>
    </p:spTree>
    <p:extLst>
      <p:ext uri="{BB962C8B-B14F-4D97-AF65-F5344CB8AC3E}">
        <p14:creationId xmlns:p14="http://schemas.microsoft.com/office/powerpoint/2010/main" val="1699565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2026-08-12T20:48:15.8240000Z</dcterms:created>
  <dcterms:modified xsi:type="dcterms:W3CDTF">2026-08-12T20:48:15.8240000Z</dcterms:modified>
</coreProperties>
</file>