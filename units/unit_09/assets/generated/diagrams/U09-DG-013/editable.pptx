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c8faf8697648dd" /><Relationship Type="http://schemas.openxmlformats.org/officeDocument/2006/relationships/extended-properties" Target="/docProps/app.xml" Id="R989388d654ea4350" /><Relationship Type="http://schemas.openxmlformats.org/officeDocument/2006/relationships/officeDocument" Target="/ppt/presentation.xml" Id="Rfb6dc31c409f47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09eedd2eff4433"/>
  </p:sldMasterIdLst>
  <p:notesMasterIdLst>
    <p:notesMasterId xmlns:r="http://schemas.openxmlformats.org/officeDocument/2006/relationships" r:id="R59457bf954054aa3"/>
  </p:notesMasterIdLst>
  <p:sldIdLst>
    <p:sldId xmlns:r="http://schemas.openxmlformats.org/officeDocument/2006/relationships" id="256" r:id="Racf6d58330de45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1ff6484296441d" /><Relationship Type="http://schemas.openxmlformats.org/officeDocument/2006/relationships/slideMaster" Target="/ppt/slideMasters/slideMaster1.xml" Id="R9609eedd2eff4433" /><Relationship Type="http://schemas.openxmlformats.org/officeDocument/2006/relationships/notesMaster" Target="/ppt/notesMasters/notesMaster1.xml" Id="R59457bf954054aa3" /><Relationship Type="http://schemas.openxmlformats.org/officeDocument/2006/relationships/presProps" Target="/ppt/presProps.xml" Id="R0033647f74f543ff" /><Relationship Type="http://schemas.openxmlformats.org/officeDocument/2006/relationships/tableStyles" Target="/ppt/tableStyles.xml" Id="R90d3b57caeed4aa2" /><Relationship Type="http://schemas.openxmlformats.org/officeDocument/2006/relationships/slide" Target="/ppt/slides/slide1.xml" Id="Racf6d58330de45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3aa6a6bf6b42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ca270ec7e84a6f" /><Relationship Type="http://schemas.openxmlformats.org/officeDocument/2006/relationships/notesMaster" Target="/ppt/notesMasters/notesMaster1.xml" Id="R103be6532aea44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ed788a19ad4a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bf7ad6aeb04ad4" /><Relationship Type="http://schemas.openxmlformats.org/officeDocument/2006/relationships/slideLayout" Target="/ppt/slideLayouts/slideLayout1.xml" Id="Rcbc7a1c2c9c046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c7a1c2c9c046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97144e29b4740" /><Relationship Type="http://schemas.openxmlformats.org/officeDocument/2006/relationships/notesSlide" Target="/ppt/notesSlides/notesSlide1.xml" Id="R27f4faaa5f3149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271A25EC-999C-4FFA-8294-4BC75E7A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FC65FC9B-DB9B-4752-9B7F-F158BBC7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1937D7D3-52EB-427F-959A-3A8EEE03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4941EEE5-F16D-4B6F-A879-45DE37E2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Q_dir y DI anotados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1F08E739-1BE9-41AB-B636-78F39B95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FB7625C5-B24F-4E78-BEA1-74466390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7FFA5FB9-C990-4740-9A61-E57553C8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7F67E579-8EA8-4821-A3A9-C2A09B15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DE1EAA0D-4726-479D-9881-19245262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6677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1432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6677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0A9184FC-560E-47EB-AE40-47958DCA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05125"/>
            <a:ext cx="4686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DI=10 log10 Q_dir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36526D66-B92F-4951-9673-1A68A8B8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Q_dir: razón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lineal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37FBEBDF-7B8E-4205-8A6A-6555DB6D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Referencia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5F5EBE14-B3E1-4137-B018-56D07EE0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Q_dir = 4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477D7AE3-E57E-458E-BFAF-5482C266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DI = 6,02 dB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6686D1BB-0CD4-4DD8-AFFE-1EF7FD99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Ecuación editable · símbolos, unidades e hipótesis se completan en la explicación.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1E0B971-6639-4F7E-BCEB-C6E056E0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ec. 9.2</a:t>
            </a:r>
          </a:p>
        </p:txBody>
      </p:sp>
    </p:spTree>
    <p:extLst>
      <p:ext uri="{BB962C8B-B14F-4D97-AF65-F5344CB8AC3E}">
        <p14:creationId xmlns:p14="http://schemas.microsoft.com/office/powerpoint/2010/main" val="3207787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2026-08-12T20:47:58.6020000Z</dcterms:created>
  <dcterms:modified xsi:type="dcterms:W3CDTF">2026-08-12T20:47:58.6020000Z</dcterms:modified>
</coreProperties>
</file>