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5cd5e517904fba" /><Relationship Type="http://schemas.openxmlformats.org/officeDocument/2006/relationships/extended-properties" Target="/docProps/app.xml" Id="R60c65f7c517f46f5" /><Relationship Type="http://schemas.openxmlformats.org/officeDocument/2006/relationships/officeDocument" Target="/ppt/presentation.xml" Id="R98896b9e061747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1a78441fc848bf"/>
  </p:sldMasterIdLst>
  <p:notesMasterIdLst>
    <p:notesMasterId xmlns:r="http://schemas.openxmlformats.org/officeDocument/2006/relationships" r:id="Rdbb8f1a8c9ac4a3a"/>
  </p:notesMasterIdLst>
  <p:sldIdLst>
    <p:sldId xmlns:r="http://schemas.openxmlformats.org/officeDocument/2006/relationships" id="256" r:id="R15ef6827577843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5e99f261934b77" /><Relationship Type="http://schemas.openxmlformats.org/officeDocument/2006/relationships/slideMaster" Target="/ppt/slideMasters/slideMaster1.xml" Id="Ra81a78441fc848bf" /><Relationship Type="http://schemas.openxmlformats.org/officeDocument/2006/relationships/notesMaster" Target="/ppt/notesMasters/notesMaster1.xml" Id="Rdbb8f1a8c9ac4a3a" /><Relationship Type="http://schemas.openxmlformats.org/officeDocument/2006/relationships/presProps" Target="/ppt/presProps.xml" Id="R0697ece8f0804649" /><Relationship Type="http://schemas.openxmlformats.org/officeDocument/2006/relationships/tableStyles" Target="/ppt/tableStyles.xml" Id="R1e3293dcf0c1490a" /><Relationship Type="http://schemas.openxmlformats.org/officeDocument/2006/relationships/slide" Target="/ppt/slides/slide1.xml" Id="R15ef6827577843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1a906b4fe543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76fe311e8e4dc2" /><Relationship Type="http://schemas.openxmlformats.org/officeDocument/2006/relationships/notesMaster" Target="/ppt/notesMasters/notesMaster1.xml" Id="Rfc0d29c46ce24b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2e632e4a8d4b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9f7dce261e453d" /><Relationship Type="http://schemas.openxmlformats.org/officeDocument/2006/relationships/slideLayout" Target="/ppt/slideLayouts/slideLayout1.xml" Id="R22b4bc0d2c9b4e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b4bc0d2c9b4e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528093c9d44e7" /><Relationship Type="http://schemas.openxmlformats.org/officeDocument/2006/relationships/notesSlide" Target="/ppt/notesSlides/notesSlide1.xml" Id="Rd741d351cd3540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76F2D14A-CC30-4F4B-BE28-2BB2EE3C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EDCD436E-9F3F-4277-9EA6-1162AA51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96880C2A-D860-47F0-AD0B-7042D3F2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5854D483-59B7-4D56-A0D6-B067EAEE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Portada conceptual</a:t>
            </a:r>
          </a:p>
        </p:txBody>
      </p:sp>
      <p:sp>
        <p:nvSpPr>
          <p:cNvPr id="5" name="source_box">
            <a:extLst xmlns:a="http://schemas.openxmlformats.org/drawingml/2006/main">
              <a:ext uri="{FF2B5EF4-FFF2-40B4-BE49-F238E27FC236}">
                <a16:creationId xmlns:a16="http://schemas.microsoft.com/office/drawing/2014/main" id="{02453B9D-79CC-4DCF-8BB3-6D97ECC8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2476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path_upper_box">
            <a:extLst xmlns:a="http://schemas.openxmlformats.org/drawingml/2006/main">
              <a:ext uri="{FF2B5EF4-FFF2-40B4-BE49-F238E27FC236}">
                <a16:creationId xmlns:a16="http://schemas.microsoft.com/office/drawing/2014/main" id="{A6B34ABB-E22D-4181-A037-43580359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76375"/>
            <a:ext cx="304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path_lower_box">
            <a:extLst xmlns:a="http://schemas.openxmlformats.org/drawingml/2006/main">
              <a:ext uri="{FF2B5EF4-FFF2-40B4-BE49-F238E27FC236}">
                <a16:creationId xmlns:a16="http://schemas.microsoft.com/office/drawing/2014/main" id="{5DF50FF6-7167-470F-A7DD-5F057DEF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304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receiver_box">
            <a:extLst xmlns:a="http://schemas.openxmlformats.org/drawingml/2006/main">
              <a:ext uri="{FF2B5EF4-FFF2-40B4-BE49-F238E27FC236}">
                <a16:creationId xmlns:a16="http://schemas.microsoft.com/office/drawing/2014/main" id="{FE35C9BC-A9E7-4240-8D8A-465976A2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19375"/>
            <a:ext cx="2476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dition_box">
            <a:extLst xmlns:a="http://schemas.openxmlformats.org/drawingml/2006/main">
              <a:ext uri="{FF2B5EF4-FFF2-40B4-BE49-F238E27FC236}">
                <a16:creationId xmlns:a16="http://schemas.microsoft.com/office/drawing/2014/main" id="{80106CEA-D270-4C9B-BF05-21ADB004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86375"/>
            <a:ext cx="3048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0" name="route_1a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90875" y="2071688"/>
            <a:ext cx="1285875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route_1b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24750" y="2071688"/>
            <a:ext cx="1476375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route_2a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90875" y="3286125"/>
            <a:ext cx="1285875" cy="1166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route_2b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524750" y="3286125"/>
            <a:ext cx="1476375" cy="1166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source_text">
            <a:extLst xmlns:a="http://schemas.openxmlformats.org/drawingml/2006/main">
              <a:ext uri="{FF2B5EF4-FFF2-40B4-BE49-F238E27FC236}">
                <a16:creationId xmlns:a16="http://schemas.microsoft.com/office/drawing/2014/main" id="{E63270C0-76E7-4802-96A8-A0390CAF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09875"/>
            <a:ext cx="2019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Fuente</a:t>
            </a:r>
          </a:p>
        </p:txBody>
      </p:sp>
      <p:sp>
        <p:nvSpPr>
          <p:cNvPr id="15" name="path_upper_text">
            <a:extLst xmlns:a="http://schemas.openxmlformats.org/drawingml/2006/main">
              <a:ext uri="{FF2B5EF4-FFF2-40B4-BE49-F238E27FC236}">
                <a16:creationId xmlns:a16="http://schemas.microsoft.com/office/drawing/2014/main" id="{808AB75D-B38D-405C-88CC-DCCB017F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66875"/>
            <a:ext cx="2590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Trayecto urbano</a:t>
            </a:r>
          </a:p>
        </p:txBody>
      </p:sp>
      <p:sp>
        <p:nvSpPr>
          <p:cNvPr id="16" name="path_lower_text">
            <a:extLst xmlns:a="http://schemas.openxmlformats.org/drawingml/2006/main">
              <a:ext uri="{FF2B5EF4-FFF2-40B4-BE49-F238E27FC236}">
                <a16:creationId xmlns:a16="http://schemas.microsoft.com/office/drawing/2014/main" id="{1CFD6F69-A818-4D95-A194-34253ED1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48125"/>
            <a:ext cx="2590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Clínica</a:t>
            </a:r>
          </a:p>
        </p:txBody>
      </p:sp>
      <p:sp>
        <p:nvSpPr>
          <p:cNvPr id="17" name="receiver_text">
            <a:extLst xmlns:a="http://schemas.openxmlformats.org/drawingml/2006/main">
              <a:ext uri="{FF2B5EF4-FFF2-40B4-BE49-F238E27FC236}">
                <a16:creationId xmlns:a16="http://schemas.microsoft.com/office/drawing/2014/main" id="{D0CB66F8-72B3-454B-B351-78DA1077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09875"/>
            <a:ext cx="2019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Receptor</a:t>
            </a:r>
          </a:p>
        </p:txBody>
      </p:sp>
      <p:sp>
        <p:nvSpPr>
          <p:cNvPr id="18" name="condition_text">
            <a:extLst xmlns:a="http://schemas.openxmlformats.org/drawingml/2006/main">
              <a:ext uri="{FF2B5EF4-FFF2-40B4-BE49-F238E27FC236}">
                <a16:creationId xmlns:a16="http://schemas.microsoft.com/office/drawing/2014/main" id="{8C3ABEBA-BBAC-4C6F-80DE-88222243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476875"/>
            <a:ext cx="2590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Condiciones</a:t>
            </a:r>
          </a:p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declaradas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8B6C4A9E-DBE7-4DD7-AFE5-04E9B733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Esquema conceptual; no está a escala ni representa una medición.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2C8737B9-078D-4A37-A030-F7B2EFDA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Brief U9</a:t>
            </a:r>
          </a:p>
        </p:txBody>
      </p:sp>
    </p:spTree>
    <p:extLst>
      <p:ext uri="{BB962C8B-B14F-4D97-AF65-F5344CB8AC3E}">
        <p14:creationId xmlns:p14="http://schemas.microsoft.com/office/powerpoint/2010/main" val="11502658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2026-08-12T20:47:48.6880000Z</dcterms:created>
  <dcterms:modified xsi:type="dcterms:W3CDTF">2026-08-12T20:47:48.6880000Z</dcterms:modified>
</coreProperties>
</file>