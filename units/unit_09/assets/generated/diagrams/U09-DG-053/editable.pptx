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f62bd7fdb64188" /><Relationship Type="http://schemas.openxmlformats.org/officeDocument/2006/relationships/extended-properties" Target="/docProps/app.xml" Id="R994f5bf222014c1e" /><Relationship Type="http://schemas.openxmlformats.org/officeDocument/2006/relationships/officeDocument" Target="/ppt/presentation.xml" Id="Rf890dd639859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108f17e3c4cc4"/>
  </p:sldMasterIdLst>
  <p:notesMasterIdLst>
    <p:notesMasterId xmlns:r="http://schemas.openxmlformats.org/officeDocument/2006/relationships" r:id="Ra1320ab188614522"/>
  </p:notesMasterIdLst>
  <p:sldIdLst>
    <p:sldId xmlns:r="http://schemas.openxmlformats.org/officeDocument/2006/relationships" id="256" r:id="Rdeac9052b38948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18f20a51d047f0" /><Relationship Type="http://schemas.openxmlformats.org/officeDocument/2006/relationships/slideMaster" Target="/ppt/slideMasters/slideMaster1.xml" Id="R7f3108f17e3c4cc4" /><Relationship Type="http://schemas.openxmlformats.org/officeDocument/2006/relationships/notesMaster" Target="/ppt/notesMasters/notesMaster1.xml" Id="Ra1320ab188614522" /><Relationship Type="http://schemas.openxmlformats.org/officeDocument/2006/relationships/presProps" Target="/ppt/presProps.xml" Id="R12cc209d315c4cb2" /><Relationship Type="http://schemas.openxmlformats.org/officeDocument/2006/relationships/tableStyles" Target="/ppt/tableStyles.xml" Id="R2bc2265ffc9847dd" /><Relationship Type="http://schemas.openxmlformats.org/officeDocument/2006/relationships/slide" Target="/ppt/slides/slide1.xml" Id="Rdeac9052b389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557ac6248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ed4032f81488f" /><Relationship Type="http://schemas.openxmlformats.org/officeDocument/2006/relationships/notesMaster" Target="/ppt/notesMasters/notesMaster1.xml" Id="R23102e2c364244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00632627e43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613f0e4874e72" /><Relationship Type="http://schemas.openxmlformats.org/officeDocument/2006/relationships/slideLayout" Target="/ppt/slideLayouts/slideLayout1.xml" Id="Rfae48c547f02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e48c547f02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89e624ec7452c" /><Relationship Type="http://schemas.openxmlformats.org/officeDocument/2006/relationships/notesSlide" Target="/ppt/notesSlides/notesSlide1.xml" Id="R227babd4c02447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3D514ED-B22C-4940-9E8C-7A59C74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387835C-1027-4873-A83F-E8485239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CC97B84-18F3-4972-BEBD-A0C2090C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C7D07B9-4E63-4A07-A417-B038BBC1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Elementos de cabina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2801D886-4DE4-4D11-A20C-58F27143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376DEB6B-7FB5-4CDC-A24A-2F2E4379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A61D999-3871-420F-ACD3-F9BE516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25D1936B-8D6B-4345-8858-6838D22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CD094E80-D2CB-4ED3-ACDA-0108A3F4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00DD064D-324E-4A6B-AA78-700BB6C6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Envolvente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74A581F1-C527-4570-B2D7-32D30581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Puerta y sellos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4D72CD73-1080-4C61-9B48-ADF2B884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Visor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4CDBA3EC-8AA6-4B88-922B-3564FEA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Ventilación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C8C8839E-02D0-4393-998A-F8DA927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Pasacables y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uniones</a:t>
            </a:r>
          </a:p>
        </p:txBody>
      </p:sp>
      <p:sp>
        <p:nvSpPr>
          <p:cNvPr id="15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05D4AAB-1874-495E-B361-834264D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AF6F90C-1A63-4457-AE47-5EE19C1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9.6 cabina-sistema.tex</a:t>
            </a:r>
          </a:p>
        </p:txBody>
      </p:sp>
    </p:spTree>
    <p:extLst>
      <p:ext uri="{BB962C8B-B14F-4D97-AF65-F5344CB8AC3E}">
        <p14:creationId xmlns:p14="http://schemas.microsoft.com/office/powerpoint/2010/main" val="1591064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2026-08-12T20:48:24.0890000Z</dcterms:created>
  <dcterms:modified xsi:type="dcterms:W3CDTF">2026-08-12T20:48:24.0890000Z</dcterms:modified>
</coreProperties>
</file>