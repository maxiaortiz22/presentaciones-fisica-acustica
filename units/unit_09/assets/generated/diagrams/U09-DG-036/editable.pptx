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d3d2a5aad4a05" /><Relationship Type="http://schemas.openxmlformats.org/officeDocument/2006/relationships/extended-properties" Target="/docProps/app.xml" Id="Rfc54d8a625904c7e" /><Relationship Type="http://schemas.openxmlformats.org/officeDocument/2006/relationships/officeDocument" Target="/ppt/presentation.xml" Id="Ra33808fdf60b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36fec8a194152"/>
  </p:sldMasterIdLst>
  <p:notesMasterIdLst>
    <p:notesMasterId xmlns:r="http://schemas.openxmlformats.org/officeDocument/2006/relationships" r:id="R4338b90ec87f431d"/>
  </p:notesMasterIdLst>
  <p:sldIdLst>
    <p:sldId xmlns:r="http://schemas.openxmlformats.org/officeDocument/2006/relationships" id="256" r:id="R792d486461e347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0cc60c2df4085" /><Relationship Type="http://schemas.openxmlformats.org/officeDocument/2006/relationships/slideMaster" Target="/ppt/slideMasters/slideMaster1.xml" Id="R6c236fec8a194152" /><Relationship Type="http://schemas.openxmlformats.org/officeDocument/2006/relationships/notesMaster" Target="/ppt/notesMasters/notesMaster1.xml" Id="R4338b90ec87f431d" /><Relationship Type="http://schemas.openxmlformats.org/officeDocument/2006/relationships/presProps" Target="/ppt/presProps.xml" Id="Rb4ad914b75cd4414" /><Relationship Type="http://schemas.openxmlformats.org/officeDocument/2006/relationships/tableStyles" Target="/ppt/tableStyles.xml" Id="Rb5cf39cfd6cb4f78" /><Relationship Type="http://schemas.openxmlformats.org/officeDocument/2006/relationships/slide" Target="/ppt/slides/slide1.xml" Id="R792d486461e347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932a6876ea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9c25ecad5479b" /><Relationship Type="http://schemas.openxmlformats.org/officeDocument/2006/relationships/notesMaster" Target="/ppt/notesMasters/notesMaster1.xml" Id="Rc24c8fee865244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47ae06e44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97a5df47d5422b" /><Relationship Type="http://schemas.openxmlformats.org/officeDocument/2006/relationships/slideLayout" Target="/ppt/slideLayouts/slideLayout1.xml" Id="R3229ed7e9010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9ed7e9010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aebdaaa64251" /><Relationship Type="http://schemas.openxmlformats.org/officeDocument/2006/relationships/notesSlide" Target="/ppt/notesSlides/notesSlide1.xml" Id="Rd4eec9a5171a4b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4F5B0EF-522C-4EA7-BF3D-A59FB7E5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CD61B09-6BC8-40F1-B282-2C746FE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3220FD2-DBFC-481E-8423-A2FAAC13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4241414-263F-4A48-B6EB-896FCFD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Árbol de mecanismos en interfaz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96866B46-2E59-45EA-A799-31D7B0C1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1CEF0B6A-D213-4960-8190-3EF311E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90076076-87AD-46FE-B256-BBACC02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7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77DED8E9-3A04-44A3-B5AF-15F48B35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9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07831BF1-0B24-440C-9C15-1C3533D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2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629AA1BB-366A-4128-BC8D-387B5DC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595438"/>
            <a:ext cx="3143250" cy="17383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547938"/>
            <a:ext cx="3143250" cy="7858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5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3333750"/>
            <a:ext cx="3143250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103C4489-BC46-41BE-816A-A2BAE82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Interfaz</a:t>
            </a:r>
          </a:p>
        </p:txBody>
      </p:sp>
      <p:sp>
        <p:nvSpPr>
          <p:cNvPr id="17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57D783E3-4C99-4BA9-9A68-D8FA248C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Reflexión</a:t>
            </a:r>
          </a:p>
        </p:txBody>
      </p:sp>
      <p:sp>
        <p:nvSpPr>
          <p:cNvPr id="18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C12F31AB-1D40-4267-86BF-1D6ED5AD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7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Absorción</a:t>
            </a:r>
          </a:p>
        </p:txBody>
      </p:sp>
      <p:sp>
        <p:nvSpPr>
          <p:cNvPr id="19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CC45FD08-BEC2-403D-852C-EFDEDCE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0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Transmisión</a:t>
            </a:r>
          </a:p>
        </p:txBody>
      </p:sp>
      <p:sp>
        <p:nvSpPr>
          <p:cNvPr id="20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1EACFA54-E0AB-4884-9638-32335B60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52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Refracción</a:t>
            </a:r>
          </a:p>
        </p:txBody>
      </p:sp>
      <p:sp>
        <p:nvSpPr>
          <p:cNvPr id="21" name="branch_5_text">
            <a:extLst xmlns:a="http://schemas.openxmlformats.org/drawingml/2006/main">
              <a:ext uri="{FF2B5EF4-FFF2-40B4-BE49-F238E27FC236}">
                <a16:creationId xmlns:a16="http://schemas.microsoft.com/office/drawing/2014/main" id="{D9F28EFB-E93B-43EE-903C-C2EA7BA2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0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Difracción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143985E-B527-4D1A-B2C4-FF0B4E1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5C67D2F-AC15-46B4-BA69-B0B056AA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B04</a:t>
            </a:r>
          </a:p>
        </p:txBody>
      </p:sp>
    </p:spTree>
    <p:extLst>
      <p:ext uri="{BB962C8B-B14F-4D97-AF65-F5344CB8AC3E}">
        <p14:creationId xmlns:p14="http://schemas.microsoft.com/office/powerpoint/2010/main" val="111778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2026-08-12T20:48:13.2630000Z</dcterms:created>
  <dcterms:modified xsi:type="dcterms:W3CDTF">2026-08-12T20:48:13.2630000Z</dcterms:modified>
</coreProperties>
</file>