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cc23defd0c4a66" /><Relationship Type="http://schemas.openxmlformats.org/officeDocument/2006/relationships/extended-properties" Target="/docProps/app.xml" Id="R482a5c3fca3d410e" /><Relationship Type="http://schemas.openxmlformats.org/officeDocument/2006/relationships/officeDocument" Target="/ppt/presentation.xml" Id="Rb224f40e214046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25663e1974c82"/>
  </p:sldMasterIdLst>
  <p:notesMasterIdLst>
    <p:notesMasterId xmlns:r="http://schemas.openxmlformats.org/officeDocument/2006/relationships" r:id="R5f4fefdf4a0e4025"/>
  </p:notesMasterIdLst>
  <p:sldIdLst>
    <p:sldId xmlns:r="http://schemas.openxmlformats.org/officeDocument/2006/relationships" id="256" r:id="Rcffcf1aaa7da4f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5d5973f98147e8" /><Relationship Type="http://schemas.openxmlformats.org/officeDocument/2006/relationships/slideMaster" Target="/ppt/slideMasters/slideMaster1.xml" Id="R64125663e1974c82" /><Relationship Type="http://schemas.openxmlformats.org/officeDocument/2006/relationships/notesMaster" Target="/ppt/notesMasters/notesMaster1.xml" Id="R5f4fefdf4a0e4025" /><Relationship Type="http://schemas.openxmlformats.org/officeDocument/2006/relationships/presProps" Target="/ppt/presProps.xml" Id="R7c441f585290405b" /><Relationship Type="http://schemas.openxmlformats.org/officeDocument/2006/relationships/tableStyles" Target="/ppt/tableStyles.xml" Id="Rdaa29819c1814db7" /><Relationship Type="http://schemas.openxmlformats.org/officeDocument/2006/relationships/slide" Target="/ppt/slides/slide1.xml" Id="Rcffcf1aaa7da4f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ce16a76c1546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54e9dc4d8e4bd5" /><Relationship Type="http://schemas.openxmlformats.org/officeDocument/2006/relationships/notesMaster" Target="/ppt/notesMasters/notesMaster1.xml" Id="R7d82a01db637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4b061762541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a9dbd5f3d45f3" /><Relationship Type="http://schemas.openxmlformats.org/officeDocument/2006/relationships/slideLayout" Target="/ppt/slideLayouts/slideLayout1.xml" Id="R055cfd616be9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cfd616be9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ab1fa00714253" /><Relationship Type="http://schemas.openxmlformats.org/officeDocument/2006/relationships/notesSlide" Target="/ppt/notesSlides/notesSlide1.xml" Id="R3324b49e22954d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8357383-6999-4190-AC35-6896B68E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C2F85CC-AC1F-46C2-B5B5-2F4AC5DB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D0140DD-988E-4B7B-8A50-70A473A2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EDE5878-8A99-4C18-A397-8A0959F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Mapa del caso disparador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86D6415C-7D06-4E7E-9C4F-93ED7F81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A25F6805-34F5-41EA-9113-B5A4AFB5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E02F1C1C-4841-42DA-B3F7-A41490FD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5DB1BA21-8EB4-4F17-BE96-8FCFAE2C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0E0D2DA2-87BA-4310-9D2B-8AC1DA66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step_6_box">
            <a:extLst xmlns:a="http://schemas.openxmlformats.org/drawingml/2006/main">
              <a:ext uri="{FF2B5EF4-FFF2-40B4-BE49-F238E27FC236}">
                <a16:creationId xmlns:a16="http://schemas.microsoft.com/office/drawing/2014/main" id="{4DDAB556-5E76-410B-8BC2-27AB4765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61950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ep_1_text">
            <a:extLst xmlns:a="http://schemas.openxmlformats.org/drawingml/2006/main">
              <a:ext uri="{FF2B5EF4-FFF2-40B4-BE49-F238E27FC236}">
                <a16:creationId xmlns:a16="http://schemas.microsoft.com/office/drawing/2014/main" id="{7CC701C0-1833-44FB-B3A0-AF617B12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Avenida</a:t>
            </a:r>
          </a:p>
        </p:txBody>
      </p:sp>
      <p:sp>
        <p:nvSpPr>
          <p:cNvPr id="17" name="step_2_text">
            <a:extLst xmlns:a="http://schemas.openxmlformats.org/drawingml/2006/main">
              <a:ext uri="{FF2B5EF4-FFF2-40B4-BE49-F238E27FC236}">
                <a16:creationId xmlns:a16="http://schemas.microsoft.com/office/drawing/2014/main" id="{A0A30292-C9DF-4F23-B5EA-1ACD9C33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fachada</a:t>
            </a:r>
          </a:p>
        </p:txBody>
      </p:sp>
      <p:sp>
        <p:nvSpPr>
          <p:cNvPr id="18" name="step_3_text">
            <a:extLst xmlns:a="http://schemas.openxmlformats.org/drawingml/2006/main">
              <a:ext uri="{FF2B5EF4-FFF2-40B4-BE49-F238E27FC236}">
                <a16:creationId xmlns:a16="http://schemas.microsoft.com/office/drawing/2014/main" id="{5A50738E-343C-4156-B2F0-5F3BAA53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consultorio</a:t>
            </a:r>
          </a:p>
        </p:txBody>
      </p:sp>
      <p:sp>
        <p:nvSpPr>
          <p:cNvPr id="19" name="step_4_text">
            <a:extLst xmlns:a="http://schemas.openxmlformats.org/drawingml/2006/main">
              <a:ext uri="{FF2B5EF4-FFF2-40B4-BE49-F238E27FC236}">
                <a16:creationId xmlns:a16="http://schemas.microsoft.com/office/drawing/2014/main" id="{C02E2EBC-2483-4415-B3FE-E0B95D49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cabina</a:t>
            </a:r>
          </a:p>
        </p:txBody>
      </p:sp>
      <p:sp>
        <p:nvSpPr>
          <p:cNvPr id="20" name="step_5_text">
            <a:extLst xmlns:a="http://schemas.openxmlformats.org/drawingml/2006/main">
              <a:ext uri="{FF2B5EF4-FFF2-40B4-BE49-F238E27FC236}">
                <a16:creationId xmlns:a16="http://schemas.microsoft.com/office/drawing/2014/main" id="{0BB4F810-6DE0-48F3-8EE2-A2884300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dos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receptores</a:t>
            </a:r>
          </a:p>
        </p:txBody>
      </p:sp>
      <p:sp>
        <p:nvSpPr>
          <p:cNvPr id="21" name="step_6_text">
            <a:extLst xmlns:a="http://schemas.openxmlformats.org/drawingml/2006/main">
              <a:ext uri="{FF2B5EF4-FFF2-40B4-BE49-F238E27FC236}">
                <a16:creationId xmlns:a16="http://schemas.microsoft.com/office/drawing/2014/main" id="{BA79C24D-1E43-4E2E-B426-59F4400B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6 · rutas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numeradas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9766414-8706-4270-BED9-3460ABC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E513A18-94B6-4894-80EC-B4354A8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U9</a:t>
            </a:r>
          </a:p>
        </p:txBody>
      </p:sp>
    </p:spTree>
    <p:extLst>
      <p:ext uri="{BB962C8B-B14F-4D97-AF65-F5344CB8AC3E}">
        <p14:creationId xmlns:p14="http://schemas.microsoft.com/office/powerpoint/2010/main" val="1103783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2026-08-12T20:47:50.4790000Z</dcterms:created>
  <dcterms:modified xsi:type="dcterms:W3CDTF">2026-08-12T20:47:50.4790000Z</dcterms:modified>
</coreProperties>
</file>