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8d42250653456f" /><Relationship Type="http://schemas.openxmlformats.org/officeDocument/2006/relationships/extended-properties" Target="/docProps/app.xml" Id="R6642e0ef8288477b" /><Relationship Type="http://schemas.openxmlformats.org/officeDocument/2006/relationships/officeDocument" Target="/ppt/presentation.xml" Id="R71e2b89e2dd3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f9896d20124d1a"/>
  </p:sldMasterIdLst>
  <p:notesMasterIdLst>
    <p:notesMasterId xmlns:r="http://schemas.openxmlformats.org/officeDocument/2006/relationships" r:id="R179926acb2c549d0"/>
  </p:notesMasterIdLst>
  <p:sldIdLst>
    <p:sldId xmlns:r="http://schemas.openxmlformats.org/officeDocument/2006/relationships" id="256" r:id="R60a72d90aba24f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dfc7c7687a4cd7" /><Relationship Type="http://schemas.openxmlformats.org/officeDocument/2006/relationships/slideMaster" Target="/ppt/slideMasters/slideMaster1.xml" Id="Rd0f9896d20124d1a" /><Relationship Type="http://schemas.openxmlformats.org/officeDocument/2006/relationships/notesMaster" Target="/ppt/notesMasters/notesMaster1.xml" Id="R179926acb2c549d0" /><Relationship Type="http://schemas.openxmlformats.org/officeDocument/2006/relationships/presProps" Target="/ppt/presProps.xml" Id="R410562ae5bc5491c" /><Relationship Type="http://schemas.openxmlformats.org/officeDocument/2006/relationships/tableStyles" Target="/ppt/tableStyles.xml" Id="R6681704f4b794d08" /><Relationship Type="http://schemas.openxmlformats.org/officeDocument/2006/relationships/slide" Target="/ppt/slides/slide1.xml" Id="R60a72d90aba24f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2d94f55ab145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aa963dcfd142b3" /><Relationship Type="http://schemas.openxmlformats.org/officeDocument/2006/relationships/notesMaster" Target="/ppt/notesMasters/notesMaster1.xml" Id="R060726ac12fe48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b7359d5d14f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4a6c548aa74314" /><Relationship Type="http://schemas.openxmlformats.org/officeDocument/2006/relationships/slideLayout" Target="/ppt/slideLayouts/slideLayout1.xml" Id="Rd8c8c45f50a041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8c45f50a041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4877b92c94270" /><Relationship Type="http://schemas.openxmlformats.org/officeDocument/2006/relationships/notesSlide" Target="/ppt/notesSlides/notesSlide1.xml" Id="R5354ffec16ae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95032DC-D16F-49BF-8CEC-51DC97DB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2A9EE0A-040C-4B5F-A51C-88A6E5BA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A01CA90-C26C-4DD3-891F-D179DD70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CA160BA-251E-47CF-AA3E-AC0FE682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Cadena de recapitulación de recinto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1465CB04-BFB9-4BFF-82B3-9967283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DC915568-D8CD-4C3D-A835-DE67E775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3865F320-7E96-4740-A383-38204429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73688232-4AAC-4BB0-AE99-D9536E2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D15B073F-96C8-457C-8B4F-8AB80842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480D2D0F-67C5-4A4F-8C36-07620D19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Geometría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0B527006-5C50-4CA5-9623-AC97485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llegadas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7725BD29-42CB-4A47-8324-B3C813D2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decaimiento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51AD5ED3-3253-415A-B4DF-DBFBC0A8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descriptor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85EB5DC0-BF9D-4E32-9179-68F48EEE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con límites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laterales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4E18968-D6BF-4B39-A09F-DE9A0A65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D1C6CEC-C1F8-4F0F-9B84-5664FB1E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Síntesis B05</a:t>
            </a:r>
          </a:p>
        </p:txBody>
      </p:sp>
    </p:spTree>
    <p:extLst>
      <p:ext uri="{BB962C8B-B14F-4D97-AF65-F5344CB8AC3E}">
        <p14:creationId xmlns:p14="http://schemas.microsoft.com/office/powerpoint/2010/main" val="667424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2026-08-12T20:48:18.0840000Z</dcterms:created>
  <dcterms:modified xsi:type="dcterms:W3CDTF">2026-08-12T20:48:18.0840000Z</dcterms:modified>
</coreProperties>
</file>