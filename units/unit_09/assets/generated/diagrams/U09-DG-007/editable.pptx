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ea773cb3f4bed" /><Relationship Type="http://schemas.openxmlformats.org/officeDocument/2006/relationships/extended-properties" Target="/docProps/app.xml" Id="R66e4a078e95f43a9" /><Relationship Type="http://schemas.openxmlformats.org/officeDocument/2006/relationships/officeDocument" Target="/ppt/presentation.xml" Id="R69c60fdef94e49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a39438fb764836"/>
  </p:sldMasterIdLst>
  <p:notesMasterIdLst>
    <p:notesMasterId xmlns:r="http://schemas.openxmlformats.org/officeDocument/2006/relationships" r:id="R521acb1abe464028"/>
  </p:notesMasterIdLst>
  <p:sldIdLst>
    <p:sldId xmlns:r="http://schemas.openxmlformats.org/officeDocument/2006/relationships" id="256" r:id="Rf81651c8c27543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4e9713477f4842" /><Relationship Type="http://schemas.openxmlformats.org/officeDocument/2006/relationships/slideMaster" Target="/ppt/slideMasters/slideMaster1.xml" Id="Rfda39438fb764836" /><Relationship Type="http://schemas.openxmlformats.org/officeDocument/2006/relationships/notesMaster" Target="/ppt/notesMasters/notesMaster1.xml" Id="R521acb1abe464028" /><Relationship Type="http://schemas.openxmlformats.org/officeDocument/2006/relationships/presProps" Target="/ppt/presProps.xml" Id="R3e1253de3ef6442f" /><Relationship Type="http://schemas.openxmlformats.org/officeDocument/2006/relationships/tableStyles" Target="/ppt/tableStyles.xml" Id="Ree2e3936745b430a" /><Relationship Type="http://schemas.openxmlformats.org/officeDocument/2006/relationships/slide" Target="/ppt/slides/slide1.xml" Id="Rf81651c8c27543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08c02b76043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daa569a73a43bb" /><Relationship Type="http://schemas.openxmlformats.org/officeDocument/2006/relationships/notesMaster" Target="/ppt/notesMasters/notesMaster1.xml" Id="Rfd45a456357a44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e98e1255144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da3e11e07f4f6d" /><Relationship Type="http://schemas.openxmlformats.org/officeDocument/2006/relationships/slideLayout" Target="/ppt/slideLayouts/slideLayout1.xml" Id="R0360425e9afb46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60425e9afb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98ed3e35748be" /><Relationship Type="http://schemas.openxmlformats.org/officeDocument/2006/relationships/notesSlide" Target="/ppt/notesSlides/notesSlide1.xml" Id="Re27c7511594546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E753CAF-D18D-4374-A069-A789E4F5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E582FE5-31A7-4B1D-8976-21F798B0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DB54EABB-540C-419B-A184-5BFC634C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24466FA-4284-4D33-8108-6DBA09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Actividad de clasificación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7D83815D-5903-4E05-9E68-CFC1E16E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FBD6C072-828C-48D6-9EC7-0C6C5BEA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11DF3654-AC9B-4B23-9586-7B08DE4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16435DA8-8197-4F43-A466-0AE6560F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1CF75CA9-8D92-422A-8421-24AC2F10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step_6_box">
            <a:extLst xmlns:a="http://schemas.openxmlformats.org/drawingml/2006/main">
              <a:ext uri="{FF2B5EF4-FFF2-40B4-BE49-F238E27FC236}">
                <a16:creationId xmlns:a16="http://schemas.microsoft.com/office/drawing/2014/main" id="{ECA97650-3A5E-440A-8651-FFA43F0B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flow_5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61950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tep_1_text">
            <a:extLst xmlns:a="http://schemas.openxmlformats.org/drawingml/2006/main">
              <a:ext uri="{FF2B5EF4-FFF2-40B4-BE49-F238E27FC236}">
                <a16:creationId xmlns:a16="http://schemas.microsoft.com/office/drawing/2014/main" id="{EF491252-FD3A-4BAF-BA5A-6145FD70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Orientación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del altavoz</a:t>
            </a:r>
          </a:p>
        </p:txBody>
      </p:sp>
      <p:sp>
        <p:nvSpPr>
          <p:cNvPr id="17" name="step_2_text">
            <a:extLst xmlns:a="http://schemas.openxmlformats.org/drawingml/2006/main">
              <a:ext uri="{FF2B5EF4-FFF2-40B4-BE49-F238E27FC236}">
                <a16:creationId xmlns:a16="http://schemas.microsoft.com/office/drawing/2014/main" id="{98534C38-F5D8-45FD-975B-4073B03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Distancia</a:t>
            </a:r>
          </a:p>
        </p:txBody>
      </p:sp>
      <p:sp>
        <p:nvSpPr>
          <p:cNvPr id="18" name="step_3_text">
            <a:extLst xmlns:a="http://schemas.openxmlformats.org/drawingml/2006/main">
              <a:ext uri="{FF2B5EF4-FFF2-40B4-BE49-F238E27FC236}">
                <a16:creationId xmlns:a16="http://schemas.microsoft.com/office/drawing/2014/main" id="{86A9F145-DDA2-44B0-8490-E6DD2989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Viento</a:t>
            </a:r>
          </a:p>
        </p:txBody>
      </p:sp>
      <p:sp>
        <p:nvSpPr>
          <p:cNvPr id="19" name="step_4_text">
            <a:extLst xmlns:a="http://schemas.openxmlformats.org/drawingml/2006/main">
              <a:ext uri="{FF2B5EF4-FFF2-40B4-BE49-F238E27FC236}">
                <a16:creationId xmlns:a16="http://schemas.microsoft.com/office/drawing/2014/main" id="{92C8540A-011D-4485-BFD7-7407397F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Puerta</a:t>
            </a:r>
          </a:p>
        </p:txBody>
      </p:sp>
      <p:sp>
        <p:nvSpPr>
          <p:cNvPr id="20" name="step_5_text">
            <a:extLst xmlns:a="http://schemas.openxmlformats.org/drawingml/2006/main">
              <a:ext uri="{FF2B5EF4-FFF2-40B4-BE49-F238E27FC236}">
                <a16:creationId xmlns:a16="http://schemas.microsoft.com/office/drawing/2014/main" id="{BC54DC8B-CF62-41CF-8EF6-85539229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Micrófono</a:t>
            </a:r>
          </a:p>
        </p:txBody>
      </p:sp>
      <p:sp>
        <p:nvSpPr>
          <p:cNvPr id="21" name="step_6_text">
            <a:extLst xmlns:a="http://schemas.openxmlformats.org/drawingml/2006/main">
              <a:ext uri="{FF2B5EF4-FFF2-40B4-BE49-F238E27FC236}">
                <a16:creationId xmlns:a16="http://schemas.microsoft.com/office/drawing/2014/main" id="{701B854E-D6D7-426C-B3C5-D1503C20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6 · Escala de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lectura</a:t>
            </a:r>
          </a:p>
        </p:txBody>
      </p:sp>
      <p:sp>
        <p:nvSpPr>
          <p:cNvPr id="22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260DC7F8-B1F5-4B6C-AC82-2EAEB34A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ABC36D9-6092-4804-AAC0-2D7E4B7E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Diagnóstico del brief</a:t>
            </a:r>
          </a:p>
        </p:txBody>
      </p:sp>
    </p:spTree>
    <p:extLst>
      <p:ext uri="{BB962C8B-B14F-4D97-AF65-F5344CB8AC3E}">
        <p14:creationId xmlns:p14="http://schemas.microsoft.com/office/powerpoint/2010/main" val="2120054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2026-08-12T20:47:54.3580000Z</dcterms:created>
  <dcterms:modified xsi:type="dcterms:W3CDTF">2026-08-12T20:47:54.3580000Z</dcterms:modified>
</coreProperties>
</file>