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4d4d4b3c54de4" /><Relationship Type="http://schemas.openxmlformats.org/officeDocument/2006/relationships/extended-properties" Target="/docProps/app.xml" Id="Radeb7c5cd07e4efb" /><Relationship Type="http://schemas.openxmlformats.org/officeDocument/2006/relationships/officeDocument" Target="/ppt/presentation.xml" Id="Rca5bd10c1a95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77364f16a944e5"/>
  </p:sldMasterIdLst>
  <p:notesMasterIdLst>
    <p:notesMasterId xmlns:r="http://schemas.openxmlformats.org/officeDocument/2006/relationships" r:id="R0210b287652a405e"/>
  </p:notesMasterIdLst>
  <p:sldIdLst>
    <p:sldId xmlns:r="http://schemas.openxmlformats.org/officeDocument/2006/relationships" id="256" r:id="Rac9df3d2863c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6983c3f5d4a6d" /><Relationship Type="http://schemas.openxmlformats.org/officeDocument/2006/relationships/slideMaster" Target="/ppt/slideMasters/slideMaster1.xml" Id="R0c77364f16a944e5" /><Relationship Type="http://schemas.openxmlformats.org/officeDocument/2006/relationships/notesMaster" Target="/ppt/notesMasters/notesMaster1.xml" Id="R0210b287652a405e" /><Relationship Type="http://schemas.openxmlformats.org/officeDocument/2006/relationships/presProps" Target="/ppt/presProps.xml" Id="R4b5812525caf480a" /><Relationship Type="http://schemas.openxmlformats.org/officeDocument/2006/relationships/tableStyles" Target="/ppt/tableStyles.xml" Id="R6d146924f0c24571" /><Relationship Type="http://schemas.openxmlformats.org/officeDocument/2006/relationships/slide" Target="/ppt/slides/slide1.xml" Id="Rac9df3d2863c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5fec5ffe7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3e3044703a4c56" /><Relationship Type="http://schemas.openxmlformats.org/officeDocument/2006/relationships/notesMaster" Target="/ppt/notesMasters/notesMaster1.xml" Id="Rc5e9fa7cbaa04a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14248cb4347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9c97063384507" /><Relationship Type="http://schemas.openxmlformats.org/officeDocument/2006/relationships/slideLayout" Target="/ppt/slideLayouts/slideLayout1.xml" Id="Rc708a41e412d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08a41e412d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866c172784658" /><Relationship Type="http://schemas.openxmlformats.org/officeDocument/2006/relationships/notesSlide" Target="/ppt/notesSlides/notesSlide1.xml" Id="R1a48306700de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F008B3F-040B-4207-9123-0C99C50F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2FA9A68-3C4B-43A7-AE49-3D3EAD5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848C3FB-4A6B-4BA9-BFDC-E7C3F3D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95C1CDB-3568-40C9-8596-6D86FAF4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Espuma frente a envolvente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EECB21B9-D42A-4B3F-A24C-4D212EB4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12B8E67E-66D3-4539-825B-BE756A3C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B88039F9-F484-4E3F-8C75-4592F2A9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3DFDB56D-7E85-47A8-B356-627771A5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B87D6032-78A5-4FAE-A856-F0EEDEB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7B8D7ADE-3C2A-455F-B601-2B5D395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Espuma interior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1391933F-E51B-421F-B491-41B10128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Menos reflexiones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1EB9E19E-E03E-4F3C-9869-B992116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Envolvente sellada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6DED8ACF-123B-4676-8161-EF973856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Menos ingreso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exterior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9D32A436-9745-4CD3-9880-DFE62B29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No son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equivalentes</a:t>
            </a:r>
          </a:p>
        </p:txBody>
      </p:sp>
      <p:sp>
        <p:nvSpPr>
          <p:cNvPr id="15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D9FDDC0-3DC2-45B7-B1F0-DAC3DCD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A7E0592-1F26-434A-A084-2F84BDA9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9.8.1</a:t>
            </a:r>
          </a:p>
        </p:txBody>
      </p:sp>
    </p:spTree>
    <p:extLst>
      <p:ext uri="{BB962C8B-B14F-4D97-AF65-F5344CB8AC3E}">
        <p14:creationId xmlns:p14="http://schemas.microsoft.com/office/powerpoint/2010/main" val="672440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2026-08-12T20:48:23.4150000Z</dcterms:created>
  <dcterms:modified xsi:type="dcterms:W3CDTF">2026-08-12T20:48:23.4150000Z</dcterms:modified>
</coreProperties>
</file>