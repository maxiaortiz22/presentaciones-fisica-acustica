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f73ba357b54ead" /><Relationship Type="http://schemas.openxmlformats.org/officeDocument/2006/relationships/extended-properties" Target="/docProps/app.xml" Id="R4c38eb69d6d3433a" /><Relationship Type="http://schemas.openxmlformats.org/officeDocument/2006/relationships/officeDocument" Target="/ppt/presentation.xml" Id="Ra01cd4f2a7c140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548b18675f4084"/>
  </p:sldMasterIdLst>
  <p:notesMasterIdLst>
    <p:notesMasterId xmlns:r="http://schemas.openxmlformats.org/officeDocument/2006/relationships" r:id="R46a33c9345de465c"/>
  </p:notesMasterIdLst>
  <p:sldIdLst>
    <p:sldId xmlns:r="http://schemas.openxmlformats.org/officeDocument/2006/relationships" id="256" r:id="R3ea1228ec21a46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4f4d3725b949c8" /><Relationship Type="http://schemas.openxmlformats.org/officeDocument/2006/relationships/slideMaster" Target="/ppt/slideMasters/slideMaster1.xml" Id="Rac548b18675f4084" /><Relationship Type="http://schemas.openxmlformats.org/officeDocument/2006/relationships/notesMaster" Target="/ppt/notesMasters/notesMaster1.xml" Id="R46a33c9345de465c" /><Relationship Type="http://schemas.openxmlformats.org/officeDocument/2006/relationships/presProps" Target="/ppt/presProps.xml" Id="R0b080eaa23bb4eca" /><Relationship Type="http://schemas.openxmlformats.org/officeDocument/2006/relationships/tableStyles" Target="/ppt/tableStyles.xml" Id="Rec25060f980d4eca" /><Relationship Type="http://schemas.openxmlformats.org/officeDocument/2006/relationships/slide" Target="/ppt/slides/slide1.xml" Id="R3ea1228ec21a46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a35c7e6f3844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d08e8142b4469c" /><Relationship Type="http://schemas.openxmlformats.org/officeDocument/2006/relationships/notesMaster" Target="/ppt/notesMasters/notesMaster1.xml" Id="R512f4656bd1c44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df07d1b0c543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0d2013031c453d" /><Relationship Type="http://schemas.openxmlformats.org/officeDocument/2006/relationships/slideLayout" Target="/ppt/slideLayouts/slideLayout1.xml" Id="R8c127d88f8ca4f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127d88f8ca4f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7c4922eddf492a" /><Relationship Type="http://schemas.openxmlformats.org/officeDocument/2006/relationships/notesSlide" Target="/ppt/notesSlides/notesSlide1.xml" Id="Raa9e0d95d1a343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67A33192-6A3F-42F0-A5D3-FEA370EF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A2B40178-D465-4F04-A0B5-7E55DA40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32F27043-0350-4552-A9E7-DDCEBE84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3F00736C-17DF-480A-89AF-F8F5E65A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Organizador fuente–trayecto–receptor</a:t>
            </a:r>
          </a:p>
        </p:txBody>
      </p:sp>
      <p:sp>
        <p:nvSpPr>
          <p:cNvPr id="5" name="source_box">
            <a:extLst xmlns:a="http://schemas.openxmlformats.org/drawingml/2006/main">
              <a:ext uri="{FF2B5EF4-FFF2-40B4-BE49-F238E27FC236}">
                <a16:creationId xmlns:a16="http://schemas.microsoft.com/office/drawing/2014/main" id="{F17D9003-D52A-4EBF-AAE7-C74BF5BD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19375"/>
            <a:ext cx="2476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path_upper_box">
            <a:extLst xmlns:a="http://schemas.openxmlformats.org/drawingml/2006/main">
              <a:ext uri="{FF2B5EF4-FFF2-40B4-BE49-F238E27FC236}">
                <a16:creationId xmlns:a16="http://schemas.microsoft.com/office/drawing/2014/main" id="{499612A6-243D-44EF-82B7-82F4143B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76375"/>
            <a:ext cx="3048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path_lower_box">
            <a:extLst xmlns:a="http://schemas.openxmlformats.org/drawingml/2006/main">
              <a:ext uri="{FF2B5EF4-FFF2-40B4-BE49-F238E27FC236}">
                <a16:creationId xmlns:a16="http://schemas.microsoft.com/office/drawing/2014/main" id="{0E4B3B37-D750-4AB7-981E-A6B78980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57625"/>
            <a:ext cx="3048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receiver_box">
            <a:extLst xmlns:a="http://schemas.openxmlformats.org/drawingml/2006/main">
              <a:ext uri="{FF2B5EF4-FFF2-40B4-BE49-F238E27FC236}">
                <a16:creationId xmlns:a16="http://schemas.microsoft.com/office/drawing/2014/main" id="{D5613A2C-349D-45A0-8505-D6DEE9B2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619375"/>
            <a:ext cx="2476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condition_box">
            <a:extLst xmlns:a="http://schemas.openxmlformats.org/drawingml/2006/main">
              <a:ext uri="{FF2B5EF4-FFF2-40B4-BE49-F238E27FC236}">
                <a16:creationId xmlns:a16="http://schemas.microsoft.com/office/drawing/2014/main" id="{5475E1EE-71E8-4BE7-AA67-206C1E19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286375"/>
            <a:ext cx="30480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cxnSp>
        <p:nvCxnSpPr>
          <p:cNvPr id="30" name="route_1a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190875" y="2071688"/>
            <a:ext cx="1285875" cy="1214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route_1b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524750" y="2071688"/>
            <a:ext cx="1476375" cy="1214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route_2a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90875" y="3286125"/>
            <a:ext cx="1285875" cy="1166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route_2b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7524750" y="3286125"/>
            <a:ext cx="1476375" cy="1166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source_text">
            <a:extLst xmlns:a="http://schemas.openxmlformats.org/drawingml/2006/main">
              <a:ext uri="{FF2B5EF4-FFF2-40B4-BE49-F238E27FC236}">
                <a16:creationId xmlns:a16="http://schemas.microsoft.com/office/drawing/2014/main" id="{FEDE5B9C-C5C5-47A7-9518-715CD156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809875"/>
            <a:ext cx="2019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Fuente</a:t>
            </a:r>
          </a:p>
        </p:txBody>
      </p:sp>
      <p:sp>
        <p:nvSpPr>
          <p:cNvPr id="15" name="path_upper_text">
            <a:extLst xmlns:a="http://schemas.openxmlformats.org/drawingml/2006/main">
              <a:ext uri="{FF2B5EF4-FFF2-40B4-BE49-F238E27FC236}">
                <a16:creationId xmlns:a16="http://schemas.microsoft.com/office/drawing/2014/main" id="{A74BD456-A9BE-4B2B-8B7A-F6EA1428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66875"/>
            <a:ext cx="25908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Redistribuye</a:t>
            </a:r>
          </a:p>
        </p:txBody>
      </p:sp>
      <p:sp>
        <p:nvSpPr>
          <p:cNvPr id="16" name="path_lower_text">
            <a:extLst xmlns:a="http://schemas.openxmlformats.org/drawingml/2006/main">
              <a:ext uri="{FF2B5EF4-FFF2-40B4-BE49-F238E27FC236}">
                <a16:creationId xmlns:a16="http://schemas.microsoft.com/office/drawing/2014/main" id="{F345D2F4-F8C1-41FC-B885-70C20A92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48125"/>
            <a:ext cx="25908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Disipa o desvía</a:t>
            </a:r>
          </a:p>
        </p:txBody>
      </p:sp>
      <p:sp>
        <p:nvSpPr>
          <p:cNvPr id="17" name="receiver_text">
            <a:extLst xmlns:a="http://schemas.openxmlformats.org/drawingml/2006/main">
              <a:ext uri="{FF2B5EF4-FFF2-40B4-BE49-F238E27FC236}">
                <a16:creationId xmlns:a16="http://schemas.microsoft.com/office/drawing/2014/main" id="{594E7558-F803-40B4-891E-F6917F22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809875"/>
            <a:ext cx="2019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Receptor y</a:t>
            </a:r>
          </a:p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medición</a:t>
            </a:r>
          </a:p>
        </p:txBody>
      </p:sp>
      <p:sp>
        <p:nvSpPr>
          <p:cNvPr id="18" name="condition_text">
            <a:extLst xmlns:a="http://schemas.openxmlformats.org/drawingml/2006/main">
              <a:ext uri="{FF2B5EF4-FFF2-40B4-BE49-F238E27FC236}">
                <a16:creationId xmlns:a16="http://schemas.microsoft.com/office/drawing/2014/main" id="{53D08838-F449-4255-B063-0C15714D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476875"/>
            <a:ext cx="2590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Condiciones</a:t>
            </a:r>
          </a:p>
        </p:txBody>
      </p:sp>
      <p:sp>
        <p:nvSpPr>
          <p:cNvPr id="19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998091D5-5D69-4F15-ACAF-51304A0F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Esquema conceptual; no está a escala ni representa una medición.</a:t>
            </a:r>
          </a:p>
        </p:txBody>
      </p:sp>
      <p:sp>
        <p:nvSpPr>
          <p:cNvPr id="20" name="source_note">
            <a:extLst xmlns:a="http://schemas.openxmlformats.org/drawingml/2006/main">
              <a:ext uri="{FF2B5EF4-FFF2-40B4-BE49-F238E27FC236}">
                <a16:creationId xmlns:a16="http://schemas.microsoft.com/office/drawing/2014/main" id="{C6E4B2F2-63B7-4C54-9BAA-005FC4ED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LaTeX cap. 9</a:t>
            </a:r>
          </a:p>
        </p:txBody>
      </p:sp>
    </p:spTree>
    <p:extLst>
      <p:ext uri="{BB962C8B-B14F-4D97-AF65-F5344CB8AC3E}">
        <p14:creationId xmlns:p14="http://schemas.microsoft.com/office/powerpoint/2010/main" val="16272722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2026-08-12T20:47:52.1620000Z</dcterms:created>
  <dcterms:modified xsi:type="dcterms:W3CDTF">2026-08-12T20:47:52.1620000Z</dcterms:modified>
</coreProperties>
</file>