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f191a49fae4046" /><Relationship Type="http://schemas.openxmlformats.org/officeDocument/2006/relationships/extended-properties" Target="/docProps/app.xml" Id="R48eb007ef8b64e3c" /><Relationship Type="http://schemas.openxmlformats.org/officeDocument/2006/relationships/officeDocument" Target="/ppt/presentation.xml" Id="Rab0ea18b0d2946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227289f4804719"/>
  </p:sldMasterIdLst>
  <p:notesMasterIdLst>
    <p:notesMasterId xmlns:r="http://schemas.openxmlformats.org/officeDocument/2006/relationships" r:id="Ra37f18491dfd4eba"/>
  </p:notesMasterIdLst>
  <p:sldIdLst>
    <p:sldId xmlns:r="http://schemas.openxmlformats.org/officeDocument/2006/relationships" id="256" r:id="R73cf145869604b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77e2347da940f3" /><Relationship Type="http://schemas.openxmlformats.org/officeDocument/2006/relationships/slideMaster" Target="/ppt/slideMasters/slideMaster1.xml" Id="R8a227289f4804719" /><Relationship Type="http://schemas.openxmlformats.org/officeDocument/2006/relationships/notesMaster" Target="/ppt/notesMasters/notesMaster1.xml" Id="Ra37f18491dfd4eba" /><Relationship Type="http://schemas.openxmlformats.org/officeDocument/2006/relationships/presProps" Target="/ppt/presProps.xml" Id="R327ad250e851452b" /><Relationship Type="http://schemas.openxmlformats.org/officeDocument/2006/relationships/tableStyles" Target="/ppt/tableStyles.xml" Id="R3947cc770f084922" /><Relationship Type="http://schemas.openxmlformats.org/officeDocument/2006/relationships/slide" Target="/ppt/slides/slide1.xml" Id="R73cf145869604b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69acba59cb49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331413d34f4b22" /><Relationship Type="http://schemas.openxmlformats.org/officeDocument/2006/relationships/notesMaster" Target="/ppt/notesMasters/notesMaster1.xml" Id="Rfa955a4aa6eb48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e78b20d0b4e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301f277e2f4e34" /><Relationship Type="http://schemas.openxmlformats.org/officeDocument/2006/relationships/slideLayout" Target="/ppt/slideLayouts/slideLayout1.xml" Id="Ra7394e02391044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394e02391044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29ebfaec64fae" /><Relationship Type="http://schemas.openxmlformats.org/officeDocument/2006/relationships/notesSlide" Target="/ppt/notesSlides/notesSlide1.xml" Id="R03fc1365f53040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1251C453-E736-4322-A25E-B1F9EE91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7151508E-1F20-4585-ADF4-5478D9E6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C27D6D25-CCCF-4540-8A39-112DECE1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CDDA73C-6BD9-4198-86DC-68A9CD4A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Actividad elemento–conjunto–ruta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23507B0E-2C2C-46BD-971C-8BEAB077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25A60683-3809-425E-B390-79A392E9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7A98A4C4-26B0-46E5-967E-D95C7616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BB67E3D7-ACA5-4358-99FF-96DD93F9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A395B6DD-B56D-4C91-A1E0-261F59AF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tep_1_text">
            <a:extLst xmlns:a="http://schemas.openxmlformats.org/drawingml/2006/main">
              <a:ext uri="{FF2B5EF4-FFF2-40B4-BE49-F238E27FC236}">
                <a16:creationId xmlns:a16="http://schemas.microsoft.com/office/drawing/2014/main" id="{91349E50-13AD-4FEF-A192-A57AB436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Tres casos: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absorbente</a:t>
            </a:r>
          </a:p>
        </p:txBody>
      </p:sp>
      <p:sp>
        <p:nvSpPr>
          <p:cNvPr id="15" name="step_2_text">
            <a:extLst xmlns:a="http://schemas.openxmlformats.org/drawingml/2006/main">
              <a:ext uri="{FF2B5EF4-FFF2-40B4-BE49-F238E27FC236}">
                <a16:creationId xmlns:a16="http://schemas.microsoft.com/office/drawing/2014/main" id="{BA8F7CE3-B3E8-41DA-B7DC-12BA5AE5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panel más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pesado</a:t>
            </a:r>
          </a:p>
        </p:txBody>
      </p:sp>
      <p:sp>
        <p:nvSpPr>
          <p:cNvPr id="16" name="step_3_text">
            <a:extLst xmlns:a="http://schemas.openxmlformats.org/drawingml/2006/main">
              <a:ext uri="{FF2B5EF4-FFF2-40B4-BE49-F238E27FC236}">
                <a16:creationId xmlns:a16="http://schemas.microsoft.com/office/drawing/2014/main" id="{A389DD2A-5050-4F85-B0B6-66DD0D01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puerta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abierta</a:t>
            </a:r>
          </a:p>
        </p:txBody>
      </p:sp>
      <p:sp>
        <p:nvSpPr>
          <p:cNvPr id="17" name="step_4_text">
            <a:extLst xmlns:a="http://schemas.openxmlformats.org/drawingml/2006/main">
              <a:ext uri="{FF2B5EF4-FFF2-40B4-BE49-F238E27FC236}">
                <a16:creationId xmlns:a16="http://schemas.microsoft.com/office/drawing/2014/main" id="{4798CBFC-3306-445E-8D76-6581A1FB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decisión</a:t>
            </a:r>
          </a:p>
        </p:txBody>
      </p:sp>
      <p:sp>
        <p:nvSpPr>
          <p:cNvPr id="18" name="step_5_text">
            <a:extLst xmlns:a="http://schemas.openxmlformats.org/drawingml/2006/main">
              <a:ext uri="{FF2B5EF4-FFF2-40B4-BE49-F238E27FC236}">
                <a16:creationId xmlns:a16="http://schemas.microsoft.com/office/drawing/2014/main" id="{8874238B-ECDC-4821-9FE1-5B19606C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justificación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0085A586-B6D2-4576-924F-DB5D0CC8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Secuencia de lectura; conectores anclados y sin etiquetas sobre la línea.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A98D77C-C042-4973-839C-AD6144CF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Síntesis B06</a:t>
            </a:r>
          </a:p>
        </p:txBody>
      </p:sp>
    </p:spTree>
    <p:extLst>
      <p:ext uri="{BB962C8B-B14F-4D97-AF65-F5344CB8AC3E}">
        <p14:creationId xmlns:p14="http://schemas.microsoft.com/office/powerpoint/2010/main" val="193104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2026-08-12T20:48:22.7830000Z</dcterms:created>
  <dcterms:modified xsi:type="dcterms:W3CDTF">2026-08-12T20:48:22.7830000Z</dcterms:modified>
</coreProperties>
</file>