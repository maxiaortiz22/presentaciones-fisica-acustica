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7c2bcf776e4a0a" /><Relationship Type="http://schemas.openxmlformats.org/officeDocument/2006/relationships/extended-properties" Target="/docProps/app.xml" Id="R4ef49c4f3799496b" /><Relationship Type="http://schemas.openxmlformats.org/officeDocument/2006/relationships/officeDocument" Target="/ppt/presentation.xml" Id="Rbdb489bc9ccd4f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bae832e8a640db"/>
  </p:sldMasterIdLst>
  <p:notesMasterIdLst>
    <p:notesMasterId xmlns:r="http://schemas.openxmlformats.org/officeDocument/2006/relationships" r:id="R515d58b737054523"/>
  </p:notesMasterIdLst>
  <p:sldIdLst>
    <p:sldId xmlns:r="http://schemas.openxmlformats.org/officeDocument/2006/relationships" id="256" r:id="Rea0bdc34a06c4e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afeecda9a946b6" /><Relationship Type="http://schemas.openxmlformats.org/officeDocument/2006/relationships/slideMaster" Target="/ppt/slideMasters/slideMaster1.xml" Id="R90bae832e8a640db" /><Relationship Type="http://schemas.openxmlformats.org/officeDocument/2006/relationships/notesMaster" Target="/ppt/notesMasters/notesMaster1.xml" Id="R515d58b737054523" /><Relationship Type="http://schemas.openxmlformats.org/officeDocument/2006/relationships/presProps" Target="/ppt/presProps.xml" Id="R553bcaf881f949f6" /><Relationship Type="http://schemas.openxmlformats.org/officeDocument/2006/relationships/tableStyles" Target="/ppt/tableStyles.xml" Id="Ra8f36ab3862540b2" /><Relationship Type="http://schemas.openxmlformats.org/officeDocument/2006/relationships/slide" Target="/ppt/slides/slide1.xml" Id="Rea0bdc34a06c4e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7b78c12d6f47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863f9023e24e08" /><Relationship Type="http://schemas.openxmlformats.org/officeDocument/2006/relationships/notesMaster" Target="/ppt/notesMasters/notesMaster1.xml" Id="Rc7fc60ecfe1e48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437b5b581741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ff737351844b58" /><Relationship Type="http://schemas.openxmlformats.org/officeDocument/2006/relationships/slideLayout" Target="/ppt/slideLayouts/slideLayout1.xml" Id="R68f7d537a05445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f7d537a05445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eb6fad4644c88" /><Relationship Type="http://schemas.openxmlformats.org/officeDocument/2006/relationships/notesSlide" Target="/ppt/notesSlides/notesSlide1.xml" Id="R3efc92fd38fe41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FA85E5F9-648B-4030-9A6B-434E0C24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2C30F24C-39EC-435A-BBAF-60467CBD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65C36954-5932-4887-BD3F-1BE71C98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CB0A11DD-9855-4A5B-BCB3-76D778AA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Duplicación relativa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2C0EF61F-8CB4-43C2-AE06-25C0B5FC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14625"/>
            <a:ext cx="5143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8E8DCAC1-B8BC-429B-A479-D542ABBD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95822F29-591B-43F2-A56D-39A17602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55D4863B-F25F-4199-BCA4-993E1F87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B0992F63-F0D3-4EDD-89A8-7EE27F45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432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6677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1432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6677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equation_text">
            <a:extLst xmlns:a="http://schemas.openxmlformats.org/drawingml/2006/main">
              <a:ext uri="{FF2B5EF4-FFF2-40B4-BE49-F238E27FC236}">
                <a16:creationId xmlns:a16="http://schemas.microsoft.com/office/drawing/2014/main" id="{EE5317DC-E878-42C0-85A5-01C8A144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05125"/>
            <a:ext cx="4686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D1434"/>
                </a:solidFill>
              </a:defRPr>
            </a:pPr>
            <a:r>
              <a:rPr sz="3450" b="1">
                <a:solidFill>
                  <a:srgbClr val="4D1434"/>
                </a:solidFill>
              </a:rPr>
              <a:t>ΔR=20 log10 2≈6,02</a:t>
            </a:r>
          </a:p>
          <a:p xmlns:a="http://schemas.openxmlformats.org/drawingml/2006/main">
            <a:pPr algn="ctr">
              <a:defRPr sz="3450" b="1">
                <a:solidFill>
                  <a:srgbClr val="4D1434"/>
                </a:solidFill>
              </a:defRPr>
            </a:pPr>
            <a:r>
              <a:rPr sz="3450" b="1">
                <a:solidFill>
                  <a:srgbClr val="4D1434"/>
                </a:solidFill>
              </a:rPr>
              <a:t>dB</a:t>
            </a:r>
          </a:p>
        </p:txBody>
      </p:sp>
      <p:sp>
        <p:nvSpPr>
          <p:cNvPr id="15" name="callout_1_text">
            <a:extLst xmlns:a="http://schemas.openxmlformats.org/drawingml/2006/main">
              <a:ext uri="{FF2B5EF4-FFF2-40B4-BE49-F238E27FC236}">
                <a16:creationId xmlns:a16="http://schemas.microsoft.com/office/drawing/2014/main" id="{27CBCE53-1D17-4B32-B2A1-DA089B4E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Dos cadenas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de cálculo</a:t>
            </a:r>
          </a:p>
        </p:txBody>
      </p:sp>
      <p:sp>
        <p:nvSpPr>
          <p:cNvPr id="16" name="callout_2_text">
            <a:extLst xmlns:a="http://schemas.openxmlformats.org/drawingml/2006/main">
              <a:ext uri="{FF2B5EF4-FFF2-40B4-BE49-F238E27FC236}">
                <a16:creationId xmlns:a16="http://schemas.microsoft.com/office/drawing/2014/main" id="{3C6D3A25-8211-4697-855F-56E44669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f×2</a:t>
            </a:r>
          </a:p>
        </p:txBody>
      </p:sp>
      <p:sp>
        <p:nvSpPr>
          <p:cNvPr id="17" name="callout_3_text">
            <a:extLst xmlns:a="http://schemas.openxmlformats.org/drawingml/2006/main">
              <a:ext uri="{FF2B5EF4-FFF2-40B4-BE49-F238E27FC236}">
                <a16:creationId xmlns:a16="http://schemas.microsoft.com/office/drawing/2014/main" id="{2543EBC5-B10A-49CA-B26B-19544770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conclusión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común</a:t>
            </a:r>
          </a:p>
        </p:txBody>
      </p:sp>
      <p:sp>
        <p:nvSpPr>
          <p:cNvPr id="18" name="callout_4_text">
            <a:extLst xmlns:a="http://schemas.openxmlformats.org/drawingml/2006/main">
              <a:ext uri="{FF2B5EF4-FFF2-40B4-BE49-F238E27FC236}">
                <a16:creationId xmlns:a16="http://schemas.microsoft.com/office/drawing/2014/main" id="{02B62365-EE27-45EE-8F6B-B9B133E4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alcance del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modelo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A4A72EC6-B49D-4DF3-B19E-C2BE8DF9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Ecuación editable · símbolos, unidades e hipótesis se completan en la explicación.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C358DB15-C5A7-4617-A423-9418B7FB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Ejemplo del capítulo</a:t>
            </a:r>
          </a:p>
        </p:txBody>
      </p:sp>
    </p:spTree>
    <p:extLst>
      <p:ext uri="{BB962C8B-B14F-4D97-AF65-F5344CB8AC3E}">
        <p14:creationId xmlns:p14="http://schemas.microsoft.com/office/powerpoint/2010/main" val="2550728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2026-08-12T20:48:21.4020000Z</dcterms:created>
  <dcterms:modified xsi:type="dcterms:W3CDTF">2026-08-12T20:48:21.4020000Z</dcterms:modified>
</coreProperties>
</file>