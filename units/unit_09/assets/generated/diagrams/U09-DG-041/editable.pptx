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93352771894361" /><Relationship Type="http://schemas.openxmlformats.org/officeDocument/2006/relationships/extended-properties" Target="/docProps/app.xml" Id="Rd59d3f296b1e4231" /><Relationship Type="http://schemas.openxmlformats.org/officeDocument/2006/relationships/officeDocument" Target="/ppt/presentation.xml" Id="R5ce7a647bd8c46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39cf397be5c4e47"/>
  </p:sldMasterIdLst>
  <p:notesMasterIdLst>
    <p:notesMasterId xmlns:r="http://schemas.openxmlformats.org/officeDocument/2006/relationships" r:id="R896fc215dc7244c2"/>
  </p:notesMasterIdLst>
  <p:sldIdLst>
    <p:sldId xmlns:r="http://schemas.openxmlformats.org/officeDocument/2006/relationships" id="256" r:id="R2e994a8af3dc44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853301d4794c0c" /><Relationship Type="http://schemas.openxmlformats.org/officeDocument/2006/relationships/slideMaster" Target="/ppt/slideMasters/slideMaster1.xml" Id="R439cf397be5c4e47" /><Relationship Type="http://schemas.openxmlformats.org/officeDocument/2006/relationships/notesMaster" Target="/ppt/notesMasters/notesMaster1.xml" Id="R896fc215dc7244c2" /><Relationship Type="http://schemas.openxmlformats.org/officeDocument/2006/relationships/presProps" Target="/ppt/presProps.xml" Id="R89bc4d97c3bc421d" /><Relationship Type="http://schemas.openxmlformats.org/officeDocument/2006/relationships/tableStyles" Target="/ppt/tableStyles.xml" Id="Rdb7f9a38a0b74c21" /><Relationship Type="http://schemas.openxmlformats.org/officeDocument/2006/relationships/slide" Target="/ppt/slides/slide1.xml" Id="R2e994a8af3dc44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309973b21d41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85c5a618934437" /><Relationship Type="http://schemas.openxmlformats.org/officeDocument/2006/relationships/notesMaster" Target="/ppt/notesMasters/notesMaster1.xml" Id="Rff0345003cd249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0fb0f449ae41b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ded46e8e3844ce" /><Relationship Type="http://schemas.openxmlformats.org/officeDocument/2006/relationships/slideLayout" Target="/ppt/slideLayouts/slideLayout1.xml" Id="R196ac3c8012541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6ac3c8012541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278a185ba4acb" /><Relationship Type="http://schemas.openxmlformats.org/officeDocument/2006/relationships/notesSlide" Target="/ppt/notesSlides/notesSlide1.xml" Id="R39dbe0eff7c240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D0D3E8A8-DB9A-4C09-9C56-CD1D991E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FE58BFBF-B3D6-418F-84F7-CF654382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ACB6D4BE-3397-4464-B454-151E0E99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58465685-171A-487B-A282-042189B74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Igual absorción, distinta distribución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4E43ABA3-7272-4628-A3DD-D07D3AAE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DF9B65BE-419D-4FCB-B1FB-E75F2BAF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5735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11607378-EF55-4FBF-BD9F-2AD46D45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52006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8CA15AF6-B2CA-4B1A-A013-405877B88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4785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Dos salas con igual suma de</a:t>
            </a:r>
          </a:p>
        </p:txBody>
      </p:sp>
      <p:sp>
        <p:nvSpPr>
          <p:cNvPr id="9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D70436AC-D129-46F8-9FA5-F1F9D29F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ubicación distinta</a:t>
            </a:r>
          </a:p>
        </p:txBody>
      </p:sp>
      <p:sp>
        <p:nvSpPr>
          <p:cNvPr id="10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16FA872B-61E9-4536-9FCB-55676DE9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4743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receptores con campos</a:t>
            </a:r>
          </a:p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diferentes</a:t>
            </a:r>
          </a:p>
        </p:txBody>
      </p:sp>
      <p:sp>
        <p:nvSpPr>
          <p:cNvPr id="11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6E367631-B2E8-4431-AC84-6BD2ABF6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Relaciones conceptuales; no está a escala.</a:t>
            </a:r>
          </a:p>
        </p:txBody>
      </p:sp>
      <p:sp>
        <p:nvSpPr>
          <p:cNvPr id="12" name="source_note">
            <a:extLst xmlns:a="http://schemas.openxmlformats.org/drawingml/2006/main">
              <a:ext uri="{FF2B5EF4-FFF2-40B4-BE49-F238E27FC236}">
                <a16:creationId xmlns:a16="http://schemas.microsoft.com/office/drawing/2014/main" id="{C800FA17-1AC8-4E90-8E8C-1E000156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Brief U9</a:t>
            </a:r>
          </a:p>
        </p:txBody>
      </p:sp>
    </p:spTree>
    <p:extLst>
      <p:ext uri="{BB962C8B-B14F-4D97-AF65-F5344CB8AC3E}">
        <p14:creationId xmlns:p14="http://schemas.microsoft.com/office/powerpoint/2010/main" val="18613470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2026-08-12T20:48:16.4520000Z</dcterms:created>
  <dcterms:modified xsi:type="dcterms:W3CDTF">2026-08-12T20:48:16.4520000Z</dcterms:modified>
</coreProperties>
</file>