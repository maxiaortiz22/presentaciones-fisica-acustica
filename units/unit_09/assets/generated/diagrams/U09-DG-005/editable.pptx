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ddec7bd0e9428d" /><Relationship Type="http://schemas.openxmlformats.org/officeDocument/2006/relationships/extended-properties" Target="/docProps/app.xml" Id="Rfa1550cfb8f3473e" /><Relationship Type="http://schemas.openxmlformats.org/officeDocument/2006/relationships/officeDocument" Target="/ppt/presentation.xml" Id="Rf9310a3f565d41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b9e36c7eef45ef"/>
  </p:sldMasterIdLst>
  <p:notesMasterIdLst>
    <p:notesMasterId xmlns:r="http://schemas.openxmlformats.org/officeDocument/2006/relationships" r:id="R8c9856a6fe8a4d23"/>
  </p:notesMasterIdLst>
  <p:sldIdLst>
    <p:sldId xmlns:r="http://schemas.openxmlformats.org/officeDocument/2006/relationships" id="256" r:id="R91f84247d7944d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c9c59055e14558" /><Relationship Type="http://schemas.openxmlformats.org/officeDocument/2006/relationships/slideMaster" Target="/ppt/slideMasters/slideMaster1.xml" Id="R10b9e36c7eef45ef" /><Relationship Type="http://schemas.openxmlformats.org/officeDocument/2006/relationships/notesMaster" Target="/ppt/notesMasters/notesMaster1.xml" Id="R8c9856a6fe8a4d23" /><Relationship Type="http://schemas.openxmlformats.org/officeDocument/2006/relationships/presProps" Target="/ppt/presProps.xml" Id="R97e1920ffbe14b17" /><Relationship Type="http://schemas.openxmlformats.org/officeDocument/2006/relationships/tableStyles" Target="/ppt/tableStyles.xml" Id="R80ff9efc083b4e4f" /><Relationship Type="http://schemas.openxmlformats.org/officeDocument/2006/relationships/slide" Target="/ppt/slides/slide1.xml" Id="R91f84247d7944d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90f66b789f47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1cf13af2b94594" /><Relationship Type="http://schemas.openxmlformats.org/officeDocument/2006/relationships/notesMaster" Target="/ppt/notesMasters/notesMaster1.xml" Id="R0b1fe0ec847942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bcbc64c3ef40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99c5c0f4a8471f" /><Relationship Type="http://schemas.openxmlformats.org/officeDocument/2006/relationships/slideLayout" Target="/ppt/slideLayouts/slideLayout1.xml" Id="R7f4db4df72fb49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4db4df72fb49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2ee7e6d8e402a" /><Relationship Type="http://schemas.openxmlformats.org/officeDocument/2006/relationships/notesSlide" Target="/ppt/notesSlides/notesSlide1.xml" Id="Rc79748d573314c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0E7526E1-6F24-432C-972C-6AD7BBB1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8E89DAB8-568C-490D-9E4D-465A74E0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659B127A-5921-488E-8BCA-EB395F25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253FA1AE-3D98-4F8F-8039-BDF8874B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Comparar emisión y recepción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24E651F5-6F60-4F53-9116-E3C25B0B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263E6BEE-6157-4F60-AF30-C30E2969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1D29E260-6EC3-4BC3-8727-6E7C1A90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116C3DD0-EE24-4D49-9231-38C14634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7190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814018C6-AF27-4356-8770-DC6FA438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Comparación por magnitud</a:t>
            </a:r>
          </a:p>
        </p:txBody>
      </p:sp>
      <p:sp>
        <p:nvSpPr>
          <p:cNvPr id="10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3B449F44-60B7-4FF5-B702-5EE8D300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dependencia espacial</a:t>
            </a:r>
          </a:p>
        </p:txBody>
      </p:sp>
      <p:sp>
        <p:nvSpPr>
          <p:cNvPr id="11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3FDEB6A8-E77F-476D-B583-3369A2F2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unidad</a:t>
            </a:r>
          </a:p>
        </p:txBody>
      </p:sp>
      <p:sp>
        <p:nvSpPr>
          <p:cNvPr id="12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7924792B-5B90-4E15-A13A-749CAB70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6240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pregunta que responde</a:t>
            </a:r>
          </a:p>
        </p:txBody>
      </p:sp>
      <p:sp>
        <p:nvSpPr>
          <p:cNvPr id="13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1B04B2E5-08C3-444F-A435-E9AE921B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Relaciones conceptuales; no está a escala.</a:t>
            </a:r>
          </a:p>
        </p:txBody>
      </p:sp>
      <p:sp>
        <p:nvSpPr>
          <p:cNvPr id="14" name="source_note">
            <a:extLst xmlns:a="http://schemas.openxmlformats.org/drawingml/2006/main">
              <a:ext uri="{FF2B5EF4-FFF2-40B4-BE49-F238E27FC236}">
                <a16:creationId xmlns:a16="http://schemas.microsoft.com/office/drawing/2014/main" id="{36DEFA07-9A73-4D0C-916C-9E3892D0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LaTeX 9.1–9.2</a:t>
            </a:r>
          </a:p>
        </p:txBody>
      </p:sp>
    </p:spTree>
    <p:extLst>
      <p:ext uri="{BB962C8B-B14F-4D97-AF65-F5344CB8AC3E}">
        <p14:creationId xmlns:p14="http://schemas.microsoft.com/office/powerpoint/2010/main" val="15357376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2026-08-12T20:47:52.8900000Z</dcterms:created>
  <dcterms:modified xsi:type="dcterms:W3CDTF">2026-08-12T20:47:52.8900000Z</dcterms:modified>
</coreProperties>
</file>