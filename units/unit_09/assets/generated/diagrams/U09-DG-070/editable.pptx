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9ecbcd2de24533" /><Relationship Type="http://schemas.openxmlformats.org/officeDocument/2006/relationships/extended-properties" Target="/docProps/app.xml" Id="R664208d2784d450a" /><Relationship Type="http://schemas.openxmlformats.org/officeDocument/2006/relationships/officeDocument" Target="/ppt/presentation.xml" Id="Rf0da83aa0f9940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cbf7e74914501"/>
  </p:sldMasterIdLst>
  <p:notesMasterIdLst>
    <p:notesMasterId xmlns:r="http://schemas.openxmlformats.org/officeDocument/2006/relationships" r:id="Rd6fb20fd7f70439a"/>
  </p:notesMasterIdLst>
  <p:sldIdLst>
    <p:sldId xmlns:r="http://schemas.openxmlformats.org/officeDocument/2006/relationships" id="256" r:id="R1dd2e985ea6c42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b5cd84bb874c81" /><Relationship Type="http://schemas.openxmlformats.org/officeDocument/2006/relationships/slideMaster" Target="/ppt/slideMasters/slideMaster1.xml" Id="Re4ccbf7e74914501" /><Relationship Type="http://schemas.openxmlformats.org/officeDocument/2006/relationships/notesMaster" Target="/ppt/notesMasters/notesMaster1.xml" Id="Rd6fb20fd7f70439a" /><Relationship Type="http://schemas.openxmlformats.org/officeDocument/2006/relationships/presProps" Target="/ppt/presProps.xml" Id="R9c37539ba37c47ea" /><Relationship Type="http://schemas.openxmlformats.org/officeDocument/2006/relationships/tableStyles" Target="/ppt/tableStyles.xml" Id="R3c92398caa0b47d8" /><Relationship Type="http://schemas.openxmlformats.org/officeDocument/2006/relationships/slide" Target="/ppt/slides/slide1.xml" Id="R1dd2e985ea6c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5f44652b7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e6d35d7ca4032" /><Relationship Type="http://schemas.openxmlformats.org/officeDocument/2006/relationships/notesMaster" Target="/ppt/notesMasters/notesMaster1.xml" Id="Radde85fe5017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c434f191246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161ca4c6eb455f" /><Relationship Type="http://schemas.openxmlformats.org/officeDocument/2006/relationships/slideLayout" Target="/ppt/slideLayouts/slideLayout1.xml" Id="Reda07c73971142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07c73971142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52362c0ab43ed" /><Relationship Type="http://schemas.openxmlformats.org/officeDocument/2006/relationships/notesSlide" Target="/ppt/notesSlides/notesSlide1.xml" Id="R353cbafd14df49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48CE82A-6E2A-4F0D-979A-F02BED2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1DD2CFA-539A-4D19-9A0D-F0B3F956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9C991CE-EFAA-449A-92F2-416ADC88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5B6698F-CA49-405A-A8D6-EBE6A3CC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Resolución del caso integrador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9C297011-BA04-4E3B-B0B9-143277F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50655176-489A-4143-8C6C-ACA839C7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458A4B05-47DA-4255-85C8-F5DC38A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73DF290-DA66-4E50-987B-B3A0395F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B97F6DBF-2E10-45E5-9428-2BA4627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C04E9AEB-80D7-415C-B6EE-78DDB68B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A793708D-8329-4DE6-9BCE-988241D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00B4BEA0-697E-4194-A0FF-028C32D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Trayecto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B45412D1-3947-445E-8283-F5E3313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DC3E6C99-8D98-4C54-B14F-F4330D74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Evidencia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CBF3122E-D478-42CD-B248-812F750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Incertidumbre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79AB652C-5A17-47A9-9183-A91FE9D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Límite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5F6BC45-26A4-4BCB-A1FC-FF9933D8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0D15BB5-1AEF-489A-B38F-A22107D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U9</a:t>
            </a:r>
          </a:p>
        </p:txBody>
      </p:sp>
    </p:spTree>
    <p:extLst>
      <p:ext uri="{BB962C8B-B14F-4D97-AF65-F5344CB8AC3E}">
        <p14:creationId xmlns:p14="http://schemas.microsoft.com/office/powerpoint/2010/main" val="1412830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2026-08-12T20:48:34.5130000Z</dcterms:created>
  <dcterms:modified xsi:type="dcterms:W3CDTF">2026-08-12T20:48:34.5130000Z</dcterms:modified>
</coreProperties>
</file>