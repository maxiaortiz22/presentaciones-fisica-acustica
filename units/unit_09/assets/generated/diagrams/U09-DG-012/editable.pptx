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a2cf6977644eb5" /><Relationship Type="http://schemas.openxmlformats.org/officeDocument/2006/relationships/extended-properties" Target="/docProps/app.xml" Id="Rf559cfc034cf4eb6" /><Relationship Type="http://schemas.openxmlformats.org/officeDocument/2006/relationships/officeDocument" Target="/ppt/presentation.xml" Id="Rc685f46c84a84e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f04521fd484b75"/>
  </p:sldMasterIdLst>
  <p:notesMasterIdLst>
    <p:notesMasterId xmlns:r="http://schemas.openxmlformats.org/officeDocument/2006/relationships" r:id="R0c943167656847ac"/>
  </p:notesMasterIdLst>
  <p:sldIdLst>
    <p:sldId xmlns:r="http://schemas.openxmlformats.org/officeDocument/2006/relationships" id="256" r:id="R255526b2deaa4b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1ff453f79e4f39" /><Relationship Type="http://schemas.openxmlformats.org/officeDocument/2006/relationships/slideMaster" Target="/ppt/slideMasters/slideMaster1.xml" Id="Rd7f04521fd484b75" /><Relationship Type="http://schemas.openxmlformats.org/officeDocument/2006/relationships/notesMaster" Target="/ppt/notesMasters/notesMaster1.xml" Id="R0c943167656847ac" /><Relationship Type="http://schemas.openxmlformats.org/officeDocument/2006/relationships/presProps" Target="/ppt/presProps.xml" Id="Rf98701e519874f88" /><Relationship Type="http://schemas.openxmlformats.org/officeDocument/2006/relationships/tableStyles" Target="/ppt/tableStyles.xml" Id="Ra6ef783e376c4a7e" /><Relationship Type="http://schemas.openxmlformats.org/officeDocument/2006/relationships/slide" Target="/ppt/slides/slide1.xml" Id="R255526b2deaa4b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d03e44496741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28bce11a614cb5" /><Relationship Type="http://schemas.openxmlformats.org/officeDocument/2006/relationships/notesMaster" Target="/ppt/notesMasters/notesMaster1.xml" Id="Rb26e0d6286bd4e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c6fd97dc2245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d2f032c51f4ae3" /><Relationship Type="http://schemas.openxmlformats.org/officeDocument/2006/relationships/slideLayout" Target="/ppt/slideLayouts/slideLayout1.xml" Id="Rd3d27c743c9146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d27c743c9146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a44fc87834184" /><Relationship Type="http://schemas.openxmlformats.org/officeDocument/2006/relationships/notesSlide" Target="/ppt/notesSlides/notesSlide1.xml" Id="R907de5cf405d4a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210D117E-A48E-4FB4-B704-0225C4EF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0E8EF5A6-A3C9-42F2-B905-F7BE554C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6DC6B78B-686C-4431-983B-7C2E9AF5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3E4C0A1-BF9E-4569-8BE1-4A7D2944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Omnidireccional frente a direccional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64B6AE4F-EEE5-49B5-85FA-5298237B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9D0B3DD9-5237-4489-A493-9BE669C5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0CFBB68F-AFC7-4E2E-A148-4B4A75BD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DCA817E2-FBF0-4547-A338-4B7CCDD1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2FDD4A6A-DDE9-433A-845F-C03C3817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76C9AADF-F727-4B4A-B9AB-F0FA02F7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Omnidireccional</a:t>
            </a:r>
          </a:p>
        </p:txBody>
      </p:sp>
      <p:sp>
        <p:nvSpPr>
          <p:cNvPr id="11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38DFA9FD-54A7-414F-A3FD-A87E0506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direccional</a:t>
            </a:r>
          </a:p>
        </p:txBody>
      </p:sp>
      <p:sp>
        <p:nvSpPr>
          <p:cNvPr id="12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CCF57CE7-C865-4B08-BAAB-8D1FE5A9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eje</a:t>
            </a:r>
          </a:p>
        </p:txBody>
      </p:sp>
      <p:sp>
        <p:nvSpPr>
          <p:cNvPr id="13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07C0EC38-9471-4BF8-80D6-3413C06E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ángulo</a:t>
            </a:r>
          </a:p>
        </p:txBody>
      </p:sp>
      <p:sp>
        <p:nvSpPr>
          <p:cNvPr id="14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2BCAD870-44A3-4611-8C83-8368EF54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punto de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comparación</a:t>
            </a:r>
          </a:p>
        </p:txBody>
      </p:sp>
      <p:sp>
        <p:nvSpPr>
          <p:cNvPr id="15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753C094D-AED3-4B08-AED7-848DD2FD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16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62B28F5-C9DC-4901-BE3E-9BF3DD4A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U4 directividad-q.tex</a:t>
            </a:r>
          </a:p>
        </p:txBody>
      </p:sp>
    </p:spTree>
    <p:extLst>
      <p:ext uri="{BB962C8B-B14F-4D97-AF65-F5344CB8AC3E}">
        <p14:creationId xmlns:p14="http://schemas.microsoft.com/office/powerpoint/2010/main" val="2032748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2026-08-12T20:47:57.8820000Z</dcterms:created>
  <dcterms:modified xsi:type="dcterms:W3CDTF">2026-08-12T20:47:57.8820000Z</dcterms:modified>
</coreProperties>
</file>