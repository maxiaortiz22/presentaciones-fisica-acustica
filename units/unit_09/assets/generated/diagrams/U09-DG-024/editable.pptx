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ac40044f0d451a" /><Relationship Type="http://schemas.openxmlformats.org/officeDocument/2006/relationships/extended-properties" Target="/docProps/app.xml" Id="Ra4387d4600eb4c83" /><Relationship Type="http://schemas.openxmlformats.org/officeDocument/2006/relationships/officeDocument" Target="/ppt/presentation.xml" Id="R3ccbeddf2c1440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4ba0277e44d32"/>
  </p:sldMasterIdLst>
  <p:notesMasterIdLst>
    <p:notesMasterId xmlns:r="http://schemas.openxmlformats.org/officeDocument/2006/relationships" r:id="Rc9642a8d849b4435"/>
  </p:notesMasterIdLst>
  <p:sldIdLst>
    <p:sldId xmlns:r="http://schemas.openxmlformats.org/officeDocument/2006/relationships" id="256" r:id="R0f3d2b3bb81043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13a269ae38490b" /><Relationship Type="http://schemas.openxmlformats.org/officeDocument/2006/relationships/slideMaster" Target="/ppt/slideMasters/slideMaster1.xml" Id="R49e4ba0277e44d32" /><Relationship Type="http://schemas.openxmlformats.org/officeDocument/2006/relationships/notesMaster" Target="/ppt/notesMasters/notesMaster1.xml" Id="Rc9642a8d849b4435" /><Relationship Type="http://schemas.openxmlformats.org/officeDocument/2006/relationships/presProps" Target="/ppt/presProps.xml" Id="Raa48370a9eb64365" /><Relationship Type="http://schemas.openxmlformats.org/officeDocument/2006/relationships/tableStyles" Target="/ppt/tableStyles.xml" Id="Rfdbc092caa604a2a" /><Relationship Type="http://schemas.openxmlformats.org/officeDocument/2006/relationships/slide" Target="/ppt/slides/slide1.xml" Id="R0f3d2b3bb81043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da60ec2f4e42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754ed66e8438d" /><Relationship Type="http://schemas.openxmlformats.org/officeDocument/2006/relationships/notesMaster" Target="/ppt/notesMasters/notesMaster1.xml" Id="Rd2e60c328a7a4d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c19f804b0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4b9cd16054fe0" /><Relationship Type="http://schemas.openxmlformats.org/officeDocument/2006/relationships/slideLayout" Target="/ppt/slideLayouts/slideLayout1.xml" Id="R0fcedc66cf5c45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cedc66cf5c45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ed5915ded4320" /><Relationship Type="http://schemas.openxmlformats.org/officeDocument/2006/relationships/notesSlide" Target="/ppt/notesSlides/notesSlide1.xml" Id="R238797a3ab5d4c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9AEB973-172B-452F-99F8-9517B27B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34310F82-8937-42A2-A93B-28F38E8D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1FD8959-8FB5-4A31-8721-326F32D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709103F-2070-49A6-9BCD-E307D9C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Turbulencia cualitativa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A2EF6DF5-3D44-4E3C-A090-380F702E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085421A0-1E11-4502-809E-BC9C0777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D3CD8B84-BA63-4998-968C-CFFA6A06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8C4427FB-1798-45DE-B2D6-B78ED238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91267595-10F5-4F93-B730-59818029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E3727825-56A9-4187-B223-785195BE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Esquema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cualitativo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5721C86E-A114-4F86-806D-7C6966FF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registro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fluctuante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26FE7BF5-D3FA-4FC4-839F-072C7C57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sin modelo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numérico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02AAC5FE-8A2A-414F-B03E-CDA0054E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Turbulencia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cualitativa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E546258F-7BAE-46F6-BE68-54CB2EA9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Condiciones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declaradas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87F23A4-E079-422C-B4F0-0156BE19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B42F842-5BE9-4A16-9AB6-A7F2640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9.6</a:t>
            </a:r>
          </a:p>
        </p:txBody>
      </p:sp>
    </p:spTree>
    <p:extLst>
      <p:ext uri="{BB962C8B-B14F-4D97-AF65-F5344CB8AC3E}">
        <p14:creationId xmlns:p14="http://schemas.microsoft.com/office/powerpoint/2010/main" val="1894518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2026-08-12T20:48:05.6240000Z</dcterms:created>
  <dcterms:modified xsi:type="dcterms:W3CDTF">2026-08-12T20:48:05.6240000Z</dcterms:modified>
</coreProperties>
</file>