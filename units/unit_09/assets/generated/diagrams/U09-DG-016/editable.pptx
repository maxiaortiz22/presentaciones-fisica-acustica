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b510bbce894358" /><Relationship Type="http://schemas.openxmlformats.org/officeDocument/2006/relationships/extended-properties" Target="/docProps/app.xml" Id="Re54842aa354a4a0c" /><Relationship Type="http://schemas.openxmlformats.org/officeDocument/2006/relationships/officeDocument" Target="/ppt/presentation.xml" Id="Rdf15094a3a7641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3c4903753e46a9"/>
  </p:sldMasterIdLst>
  <p:notesMasterIdLst>
    <p:notesMasterId xmlns:r="http://schemas.openxmlformats.org/officeDocument/2006/relationships" r:id="R11d81355182e4069"/>
  </p:notesMasterIdLst>
  <p:sldIdLst>
    <p:sldId xmlns:r="http://schemas.openxmlformats.org/officeDocument/2006/relationships" id="256" r:id="R9400874f054148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cc6aeaea9a4158" /><Relationship Type="http://schemas.openxmlformats.org/officeDocument/2006/relationships/slideMaster" Target="/ppt/slideMasters/slideMaster1.xml" Id="Rc23c4903753e46a9" /><Relationship Type="http://schemas.openxmlformats.org/officeDocument/2006/relationships/notesMaster" Target="/ppt/notesMasters/notesMaster1.xml" Id="R11d81355182e4069" /><Relationship Type="http://schemas.openxmlformats.org/officeDocument/2006/relationships/presProps" Target="/ppt/presProps.xml" Id="R951b964525e74d68" /><Relationship Type="http://schemas.openxmlformats.org/officeDocument/2006/relationships/tableStyles" Target="/ppt/tableStyles.xml" Id="Raf5cf5aba88e4506" /><Relationship Type="http://schemas.openxmlformats.org/officeDocument/2006/relationships/slide" Target="/ppt/slides/slide1.xml" Id="R9400874f054148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ac61b3967240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ad266200574883" /><Relationship Type="http://schemas.openxmlformats.org/officeDocument/2006/relationships/notesMaster" Target="/ppt/notesMasters/notesMaster1.xml" Id="Rc87f9ce15c5847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3b6d35297c45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1b0032c97f4c7b" /><Relationship Type="http://schemas.openxmlformats.org/officeDocument/2006/relationships/slideLayout" Target="/ppt/slideLayouts/slideLayout1.xml" Id="R936f09f8275241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6f09f8275241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3be01ca524a96" /><Relationship Type="http://schemas.openxmlformats.org/officeDocument/2006/relationships/notesSlide" Target="/ppt/notesSlides/notesSlide1.xml" Id="Re3b03d2dd9b74f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63E92D0A-4A15-44D6-925A-5A338776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A425DD8A-98CE-4E52-AA29-AE923494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BF3B1A30-C2A4-49CB-BD57-5E8CDB38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346B221B-D841-4A17-ABC0-56D374A8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Ecuación c(θ) anotada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2725DB25-0120-4499-B1F1-E88FA123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14625"/>
            <a:ext cx="5143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70ADA5A6-DE55-4533-B186-3E710E1C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C3A9C901-CB0E-4372-ACD4-A1390187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37D0C38E-493F-4717-9816-F64552B9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E77D5079-EED4-4CC3-9EDF-9193E1A0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432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6677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1432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6677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6C97799A-3C07-4565-A621-A0537A81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05125"/>
            <a:ext cx="4686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D1434"/>
                </a:solidFill>
              </a:defRPr>
            </a:pPr>
            <a:r>
              <a:rPr sz="3450" b="1">
                <a:solidFill>
                  <a:srgbClr val="4D1434"/>
                </a:solidFill>
              </a:rPr>
              <a:t>c≈331+0,6θ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BE0BF6F5-E804-437C-9895-81EE5451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c: rapidez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en m·s⁻¹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68EC4316-F674-49BE-91B0-A4FF338A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θ: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temperatura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BDB8DB40-863A-477C-A01C-2AC51BD6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331 m·s⁻¹ a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0 °C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2B0333C4-938A-426A-89FF-1C1F0847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0,6 m·s⁻¹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por °C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2D8A4D8F-1513-4A63-8188-24271372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Ecuación editable · símbolos, unidades e hipótesis se completan en la explicación.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E7E6C337-D920-4633-A18F-B1D629F5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LaTeX ec. 9.3</a:t>
            </a:r>
          </a:p>
        </p:txBody>
      </p:sp>
    </p:spTree>
    <p:extLst>
      <p:ext uri="{BB962C8B-B14F-4D97-AF65-F5344CB8AC3E}">
        <p14:creationId xmlns:p14="http://schemas.microsoft.com/office/powerpoint/2010/main" val="7858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2026-08-12T20:48:00.5020000Z</dcterms:created>
  <dcterms:modified xsi:type="dcterms:W3CDTF">2026-08-12T20:48:00.5020000Z</dcterms:modified>
</coreProperties>
</file>