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f0239991fd4d00" /><Relationship Type="http://schemas.openxmlformats.org/officeDocument/2006/relationships/extended-properties" Target="/docProps/app.xml" Id="R6a6c44e508d64005" /><Relationship Type="http://schemas.openxmlformats.org/officeDocument/2006/relationships/officeDocument" Target="/ppt/presentation.xml" Id="R0420e250b3ff4d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f9f0bbbc4c4541"/>
  </p:sldMasterIdLst>
  <p:notesMasterIdLst>
    <p:notesMasterId xmlns:r="http://schemas.openxmlformats.org/officeDocument/2006/relationships" r:id="Rd1dcbdc399d54bba"/>
  </p:notesMasterIdLst>
  <p:sldIdLst>
    <p:sldId xmlns:r="http://schemas.openxmlformats.org/officeDocument/2006/relationships" id="256" r:id="R38cbddaf579b44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ab6432c634769" /><Relationship Type="http://schemas.openxmlformats.org/officeDocument/2006/relationships/slideMaster" Target="/ppt/slideMasters/slideMaster1.xml" Id="Re6f9f0bbbc4c4541" /><Relationship Type="http://schemas.openxmlformats.org/officeDocument/2006/relationships/notesMaster" Target="/ppt/notesMasters/notesMaster1.xml" Id="Rd1dcbdc399d54bba" /><Relationship Type="http://schemas.openxmlformats.org/officeDocument/2006/relationships/presProps" Target="/ppt/presProps.xml" Id="R2b15e3106ede41a4" /><Relationship Type="http://schemas.openxmlformats.org/officeDocument/2006/relationships/tableStyles" Target="/ppt/tableStyles.xml" Id="R1225b358b5404ced" /><Relationship Type="http://schemas.openxmlformats.org/officeDocument/2006/relationships/slide" Target="/ppt/slides/slide1.xml" Id="R38cbddaf579b44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380e4af46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a339e9dc74ac1" /><Relationship Type="http://schemas.openxmlformats.org/officeDocument/2006/relationships/notesMaster" Target="/ppt/notesMasters/notesMaster1.xml" Id="R2dd54d6a71cb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31365692b4b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082bc67b14580" /><Relationship Type="http://schemas.openxmlformats.org/officeDocument/2006/relationships/slideLayout" Target="/ppt/slideLayouts/slideLayout1.xml" Id="R33ace9d7678d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ce9d7678d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bf0693fa046a0" /><Relationship Type="http://schemas.openxmlformats.org/officeDocument/2006/relationships/notesSlide" Target="/ppt/notesSlides/notesSlide1.xml" Id="R1dca81d33fb84a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024EAD0-58E5-4CD3-9C81-51C4DC4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2248818-6610-4F95-ACE4-B6198C5E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E8B5502-BA68-4860-B4D3-3918A81A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BE23798-1F1A-4F5D-9FF6-CC72EA1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Rutas de ingreso a cabina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52612F75-0153-4A2B-9105-DD2F473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0BF67483-86D2-4BB8-A75B-9969C44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637BEB5D-3AE5-46A2-AFE0-E497E43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7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6E48ECCD-5CBC-44B2-AD1B-F424669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9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B77A1B3D-E0E2-4F9E-B379-619670A8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2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4EA72C62-9588-48A6-8E13-BC623956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595438"/>
            <a:ext cx="3143250" cy="17383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547938"/>
            <a:ext cx="3143250" cy="7858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5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3333750"/>
            <a:ext cx="3143250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25F1608B-2163-4DE7-9201-090D0CE8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Cabina</a:t>
            </a:r>
          </a:p>
        </p:txBody>
      </p:sp>
      <p:sp>
        <p:nvSpPr>
          <p:cNvPr id="17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7502B50B-C0AE-4B9A-BE7B-EC2D4C6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Transmisión directa</a:t>
            </a:r>
          </a:p>
        </p:txBody>
      </p:sp>
      <p:sp>
        <p:nvSpPr>
          <p:cNvPr id="18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B13AF846-BE25-4BFC-92FB-FAD57FFD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7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Fuga en juntas</a:t>
            </a:r>
          </a:p>
        </p:txBody>
      </p:sp>
      <p:sp>
        <p:nvSpPr>
          <p:cNvPr id="19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122E0E22-9287-4E3F-BAD8-1EC8219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0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Conducto</a:t>
            </a:r>
          </a:p>
        </p:txBody>
      </p:sp>
      <p:sp>
        <p:nvSpPr>
          <p:cNvPr id="20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667F8F57-88EC-42F8-A5CF-A1F1624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52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Flanqueo</a:t>
            </a:r>
          </a:p>
        </p:txBody>
      </p:sp>
      <p:sp>
        <p:nvSpPr>
          <p:cNvPr id="21" name="branch_5_text">
            <a:extLst xmlns:a="http://schemas.openxmlformats.org/drawingml/2006/main">
              <a:ext uri="{FF2B5EF4-FFF2-40B4-BE49-F238E27FC236}">
                <a16:creationId xmlns:a16="http://schemas.microsoft.com/office/drawing/2014/main" id="{B7281A1C-33DB-41BD-A407-DC922AA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0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Vibración y ruido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propio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93077D0-D6DA-46FA-A0E5-FBC2D7B4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614C8A2-2A8F-4B17-920D-1C5FACF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9.6</a:t>
            </a:r>
          </a:p>
        </p:txBody>
      </p:sp>
    </p:spTree>
    <p:extLst>
      <p:ext uri="{BB962C8B-B14F-4D97-AF65-F5344CB8AC3E}">
        <p14:creationId xmlns:p14="http://schemas.microsoft.com/office/powerpoint/2010/main" val="24296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2026-08-12T20:48:24.8790000Z</dcterms:created>
  <dcterms:modified xsi:type="dcterms:W3CDTF">2026-08-12T20:48:24.8790000Z</dcterms:modified>
</coreProperties>
</file>