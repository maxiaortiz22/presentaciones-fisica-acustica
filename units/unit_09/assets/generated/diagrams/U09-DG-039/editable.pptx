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55f3c77831465d" /><Relationship Type="http://schemas.openxmlformats.org/officeDocument/2006/relationships/extended-properties" Target="/docProps/app.xml" Id="R30670aa72c614136" /><Relationship Type="http://schemas.openxmlformats.org/officeDocument/2006/relationships/officeDocument" Target="/ppt/presentation.xml" Id="R112bb5dd796443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0a882e21da4e9d"/>
  </p:sldMasterIdLst>
  <p:notesMasterIdLst>
    <p:notesMasterId xmlns:r="http://schemas.openxmlformats.org/officeDocument/2006/relationships" r:id="R32c61ba9e8f34ec2"/>
  </p:notesMasterIdLst>
  <p:sldIdLst>
    <p:sldId xmlns:r="http://schemas.openxmlformats.org/officeDocument/2006/relationships" id="256" r:id="Rf3fc7511ff6940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dc332034214041" /><Relationship Type="http://schemas.openxmlformats.org/officeDocument/2006/relationships/slideMaster" Target="/ppt/slideMasters/slideMaster1.xml" Id="R610a882e21da4e9d" /><Relationship Type="http://schemas.openxmlformats.org/officeDocument/2006/relationships/notesMaster" Target="/ppt/notesMasters/notesMaster1.xml" Id="R32c61ba9e8f34ec2" /><Relationship Type="http://schemas.openxmlformats.org/officeDocument/2006/relationships/presProps" Target="/ppt/presProps.xml" Id="Rd580159b54714379" /><Relationship Type="http://schemas.openxmlformats.org/officeDocument/2006/relationships/tableStyles" Target="/ppt/tableStyles.xml" Id="R53830a1c8d084e3a" /><Relationship Type="http://schemas.openxmlformats.org/officeDocument/2006/relationships/slide" Target="/ppt/slides/slide1.xml" Id="Rf3fc7511ff6940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cf126fc1304f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c376bc66d04c4c" /><Relationship Type="http://schemas.openxmlformats.org/officeDocument/2006/relationships/notesMaster" Target="/ppt/notesMasters/notesMaster1.xml" Id="R00a31ca292844d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d1a17c2c948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7d47fa070e4b8c" /><Relationship Type="http://schemas.openxmlformats.org/officeDocument/2006/relationships/slideLayout" Target="/ppt/slideLayouts/slideLayout1.xml" Id="Rc7d7f2a815bd43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d7f2a815bd43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a73e21ba5415a" /><Relationship Type="http://schemas.openxmlformats.org/officeDocument/2006/relationships/notesSlide" Target="/ppt/notesSlides/notesSlide1.xml" Id="R18c66feeb11741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286217EE-622D-491B-80C0-5D3E41D0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88515CBB-49BD-4C45-8808-87CB9084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9DE06F1F-6B8E-434C-B233-9BB439FB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C06844C0-1D29-4D41-9771-7803A365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Ecuación de Sabine anotada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9C6ED42B-CF1B-4A40-AE03-CC6E2CA8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5143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1198003F-1BB8-49AD-934D-E700453C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89F4C0E0-95DD-4125-B8CD-48DD0405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BCEFF56B-182C-4AE8-BD2C-7F2BD725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FF8CE552-8204-4ABB-A24B-EB0E9378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432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6677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1432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6677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486E3A3D-6465-43CE-AA19-4C1E5AAC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05125"/>
            <a:ext cx="4686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1434"/>
                </a:solidFill>
              </a:defRPr>
            </a:pPr>
            <a:r>
              <a:rPr sz="3450" b="1">
                <a:solidFill>
                  <a:srgbClr val="4D1434"/>
                </a:solidFill>
              </a:rPr>
              <a:t>T_60≈0,161V/A_eq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BE619A8A-6909-49CC-800C-1D78C391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T₆₀: tiempo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6ED0E680-A190-40CF-BB16-BD005FA9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V: volumen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en m³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8DBCDA70-1359-4051-BA93-1CFB5B07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A_eq: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absorción en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0CAF74B8-BD3E-4F23-BCB0-A7602133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Campo difuso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aproximado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82B0D708-8A70-449C-88F9-BFA967EE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Ecuación editable · símbolos, unidades e hipótesis se completan en la explicación.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08CB3B87-F699-431F-BB8A-D9C37A24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ec. 9.8</a:t>
            </a:r>
          </a:p>
        </p:txBody>
      </p:sp>
    </p:spTree>
    <p:extLst>
      <p:ext uri="{BB962C8B-B14F-4D97-AF65-F5344CB8AC3E}">
        <p14:creationId xmlns:p14="http://schemas.microsoft.com/office/powerpoint/2010/main" val="147936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2026-08-12T20:48:15.1910000Z</dcterms:created>
  <dcterms:modified xsi:type="dcterms:W3CDTF">2026-08-12T20:48:15.1910000Z</dcterms:modified>
</coreProperties>
</file>