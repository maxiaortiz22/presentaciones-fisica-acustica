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3df422b71e4d1b" /><Relationship Type="http://schemas.openxmlformats.org/officeDocument/2006/relationships/extended-properties" Target="/docProps/app.xml" Id="R66d22e1e01684368" /><Relationship Type="http://schemas.openxmlformats.org/officeDocument/2006/relationships/officeDocument" Target="/ppt/presentation.xml" Id="R2f7a7615680c4f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6751a494094add"/>
  </p:sldMasterIdLst>
  <p:notesMasterIdLst>
    <p:notesMasterId xmlns:r="http://schemas.openxmlformats.org/officeDocument/2006/relationships" r:id="Rb23a7e6a4e5c41be"/>
  </p:notesMasterIdLst>
  <p:sldIdLst>
    <p:sldId xmlns:r="http://schemas.openxmlformats.org/officeDocument/2006/relationships" id="256" r:id="R72b9093a4c2f48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eac6e9119654800" /><Relationship Type="http://schemas.openxmlformats.org/officeDocument/2006/relationships/slideMaster" Target="/ppt/slideMasters/slideMaster1.xml" Id="R806751a494094add" /><Relationship Type="http://schemas.openxmlformats.org/officeDocument/2006/relationships/notesMaster" Target="/ppt/notesMasters/notesMaster1.xml" Id="Rb23a7e6a4e5c41be" /><Relationship Type="http://schemas.openxmlformats.org/officeDocument/2006/relationships/presProps" Target="/ppt/presProps.xml" Id="R2347ccbaeb37413c" /><Relationship Type="http://schemas.openxmlformats.org/officeDocument/2006/relationships/tableStyles" Target="/ppt/tableStyles.xml" Id="Rd55007465d534cef" /><Relationship Type="http://schemas.openxmlformats.org/officeDocument/2006/relationships/slide" Target="/ppt/slides/slide1.xml" Id="R72b9093a4c2f48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ec21c23cfa8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fab6be91074f9e" /><Relationship Type="http://schemas.openxmlformats.org/officeDocument/2006/relationships/notesMaster" Target="/ppt/notesMasters/notesMaster1.xml" Id="R2abe959c01d341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3e3b92a0694c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21d7611165495e" /><Relationship Type="http://schemas.openxmlformats.org/officeDocument/2006/relationships/slideLayout" Target="/ppt/slideLayouts/slideLayout1.xml" Id="R698f0e7fe3cc437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8f0e7fe3cc437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27546b52141e6" /><Relationship Type="http://schemas.openxmlformats.org/officeDocument/2006/relationships/notesSlide" Target="/ppt/notesSlides/notesSlide1.xml" Id="R8f2fee6c2ad34f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1FE2A87A-5A2E-490D-A3EE-7996C6CE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21F83ABA-8E9E-4789-994E-918C8412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CC9F9BA2-BA61-4943-891B-0E630CC2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7DF368E8-2D71-4672-AA13-BCEB8F92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Balance energético anotado</a:t>
            </a:r>
          </a:p>
        </p:txBody>
      </p:sp>
      <p:sp>
        <p:nvSpPr>
          <p:cNvPr id="5" name="equation_box">
            <a:extLst xmlns:a="http://schemas.openxmlformats.org/drawingml/2006/main">
              <a:ext uri="{FF2B5EF4-FFF2-40B4-BE49-F238E27FC236}">
                <a16:creationId xmlns:a16="http://schemas.microsoft.com/office/drawing/2014/main" id="{F0212DDC-5646-494F-85ED-E6EDC4A20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14625"/>
            <a:ext cx="51435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6" name="callout_1_box">
            <a:extLst xmlns:a="http://schemas.openxmlformats.org/drawingml/2006/main">
              <a:ext uri="{FF2B5EF4-FFF2-40B4-BE49-F238E27FC236}">
                <a16:creationId xmlns:a16="http://schemas.microsoft.com/office/drawing/2014/main" id="{1E2034A5-18EB-4F94-AB0C-A9BB6D225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7" name="callout_2_box">
            <a:extLst xmlns:a="http://schemas.openxmlformats.org/drawingml/2006/main">
              <a:ext uri="{FF2B5EF4-FFF2-40B4-BE49-F238E27FC236}">
                <a16:creationId xmlns:a16="http://schemas.microsoft.com/office/drawing/2014/main" id="{624EBFA2-0D1B-468D-87BB-9C27DD88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428750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8" name="callout_3_box">
            <a:extLst xmlns:a="http://schemas.openxmlformats.org/drawingml/2006/main">
              <a:ext uri="{FF2B5EF4-FFF2-40B4-BE49-F238E27FC236}">
                <a16:creationId xmlns:a16="http://schemas.microsoft.com/office/drawing/2014/main" id="{44EB955E-136B-4FBC-BDB5-0750EEF0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9" name="callout_4_box">
            <a:extLst xmlns:a="http://schemas.openxmlformats.org/drawingml/2006/main">
              <a:ext uri="{FF2B5EF4-FFF2-40B4-BE49-F238E27FC236}">
                <a16:creationId xmlns:a16="http://schemas.microsoft.com/office/drawing/2014/main" id="{1153D998-6FF0-4BE6-A54F-75242F08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524375"/>
            <a:ext cx="238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30" name="leader_1"/>
          <p:cNvCxnSpPr>
            <a:stCxn xmlns:a="http://schemas.openxmlformats.org/drawingml/2006/main" id="6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1432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1" name="leader_2"/>
          <p:cNvCxnSpPr>
            <a:stCxn xmlns:a="http://schemas.openxmlformats.org/drawingml/2006/main" id="7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8667750" y="1976438"/>
            <a:ext cx="381000" cy="1357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2" name="leader_3"/>
          <p:cNvCxnSpPr>
            <a:stCxn xmlns:a="http://schemas.openxmlformats.org/drawingml/2006/main" id="8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31432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3" name="leader_4"/>
          <p:cNvCxnSpPr>
            <a:stCxn xmlns:a="http://schemas.openxmlformats.org/drawingml/2006/main" id="9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8667750" y="3333750"/>
            <a:ext cx="381000" cy="1738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4" name="equation_text">
            <a:extLst xmlns:a="http://schemas.openxmlformats.org/drawingml/2006/main">
              <a:ext uri="{FF2B5EF4-FFF2-40B4-BE49-F238E27FC236}">
                <a16:creationId xmlns:a16="http://schemas.microsoft.com/office/drawing/2014/main" id="{272A6F7D-B0F5-4074-A0DB-DF9FA0F6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05125"/>
            <a:ext cx="46863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4D1434"/>
                </a:solidFill>
              </a:defRPr>
            </a:pPr>
            <a:r>
              <a:rPr sz="3450" b="1">
                <a:solidFill>
                  <a:srgbClr val="4D1434"/>
                </a:solidFill>
              </a:rPr>
              <a:t>R_E+α+τ_E=1</a:t>
            </a:r>
          </a:p>
        </p:txBody>
      </p:sp>
      <p:sp>
        <p:nvSpPr>
          <p:cNvPr id="15" name="callout_1_text">
            <a:extLst xmlns:a="http://schemas.openxmlformats.org/drawingml/2006/main">
              <a:ext uri="{FF2B5EF4-FFF2-40B4-BE49-F238E27FC236}">
                <a16:creationId xmlns:a16="http://schemas.microsoft.com/office/drawing/2014/main" id="{75B6F8A2-ACA9-40C2-8295-BD48E6D1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Ecuación</a:t>
            </a:r>
          </a:p>
        </p:txBody>
      </p:sp>
      <p:sp>
        <p:nvSpPr>
          <p:cNvPr id="16" name="callout_2_text">
            <a:extLst xmlns:a="http://schemas.openxmlformats.org/drawingml/2006/main">
              <a:ext uri="{FF2B5EF4-FFF2-40B4-BE49-F238E27FC236}">
                <a16:creationId xmlns:a16="http://schemas.microsoft.com/office/drawing/2014/main" id="{DD9922A2-5ADC-4E7C-B675-3943CA0A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619250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intervalo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0–1</a:t>
            </a:r>
          </a:p>
        </p:txBody>
      </p:sp>
      <p:sp>
        <p:nvSpPr>
          <p:cNvPr id="17" name="callout_3_text">
            <a:extLst xmlns:a="http://schemas.openxmlformats.org/drawingml/2006/main">
              <a:ext uri="{FF2B5EF4-FFF2-40B4-BE49-F238E27FC236}">
                <a16:creationId xmlns:a16="http://schemas.microsoft.com/office/drawing/2014/main" id="{8C55EF96-4D61-43E7-9B6B-D0F0F7FD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significado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de cada</a:t>
            </a:r>
          </a:p>
        </p:txBody>
      </p:sp>
      <p:sp>
        <p:nvSpPr>
          <p:cNvPr id="18" name="callout_4_text">
            <a:extLst xmlns:a="http://schemas.openxmlformats.org/drawingml/2006/main">
              <a:ext uri="{FF2B5EF4-FFF2-40B4-BE49-F238E27FC236}">
                <a16:creationId xmlns:a16="http://schemas.microsoft.com/office/drawing/2014/main" id="{50118CA2-5EF8-4494-A610-DAD1D73A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714875"/>
            <a:ext cx="19240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ejemplo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parcial 0,55</a:t>
            </a:r>
          </a:p>
        </p:txBody>
      </p:sp>
      <p:sp>
        <p:nvSpPr>
          <p:cNvPr id="19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6095733-30F3-43E1-BC01-7EF1F83F4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Ecuación editable · símbolos, unidades e hipótesis se completan en la explicación.</a:t>
            </a:r>
          </a:p>
        </p:txBody>
      </p:sp>
      <p:sp>
        <p:nvSpPr>
          <p:cNvPr id="20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DDB16C3-DD61-43E3-B9F0-5BA241B0F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LaTeX ec. 9.7</a:t>
            </a:r>
          </a:p>
        </p:txBody>
      </p:sp>
    </p:spTree>
    <p:extLst>
      <p:ext uri="{BB962C8B-B14F-4D97-AF65-F5344CB8AC3E}">
        <p14:creationId xmlns:p14="http://schemas.microsoft.com/office/powerpoint/2010/main" val="1139005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2026-08-12T20:48:08.3630000Z</dcterms:created>
  <dcterms:modified xsi:type="dcterms:W3CDTF">2026-08-12T20:48:08.3630000Z</dcterms:modified>
</coreProperties>
</file>