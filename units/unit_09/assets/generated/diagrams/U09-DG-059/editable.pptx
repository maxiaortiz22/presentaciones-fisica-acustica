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51b422fe554b53" /><Relationship Type="http://schemas.openxmlformats.org/officeDocument/2006/relationships/extended-properties" Target="/docProps/app.xml" Id="Rba64cdcdd8ca4c1a" /><Relationship Type="http://schemas.openxmlformats.org/officeDocument/2006/relationships/officeDocument" Target="/ppt/presentation.xml" Id="R3a7226e23728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3450c4642644a5"/>
  </p:sldMasterIdLst>
  <p:notesMasterIdLst>
    <p:notesMasterId xmlns:r="http://schemas.openxmlformats.org/officeDocument/2006/relationships" r:id="R6b617e07f2af4916"/>
  </p:notesMasterIdLst>
  <p:sldIdLst>
    <p:sldId xmlns:r="http://schemas.openxmlformats.org/officeDocument/2006/relationships" id="256" r:id="R0cc40f57605240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b613564ee84a79" /><Relationship Type="http://schemas.openxmlformats.org/officeDocument/2006/relationships/slideMaster" Target="/ppt/slideMasters/slideMaster1.xml" Id="Rf83450c4642644a5" /><Relationship Type="http://schemas.openxmlformats.org/officeDocument/2006/relationships/notesMaster" Target="/ppt/notesMasters/notesMaster1.xml" Id="R6b617e07f2af4916" /><Relationship Type="http://schemas.openxmlformats.org/officeDocument/2006/relationships/presProps" Target="/ppt/presProps.xml" Id="R33e04c07652a42a2" /><Relationship Type="http://schemas.openxmlformats.org/officeDocument/2006/relationships/tableStyles" Target="/ppt/tableStyles.xml" Id="R499d46c670ea44b1" /><Relationship Type="http://schemas.openxmlformats.org/officeDocument/2006/relationships/slide" Target="/ppt/slides/slide1.xml" Id="R0cc40f57605240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6b2155f6ea46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d6c6437fb4a6b" /><Relationship Type="http://schemas.openxmlformats.org/officeDocument/2006/relationships/notesMaster" Target="/ppt/notesMasters/notesMaster1.xml" Id="R3796ed81c556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73ec60dd1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37052d59245a8" /><Relationship Type="http://schemas.openxmlformats.org/officeDocument/2006/relationships/slideLayout" Target="/ppt/slideLayouts/slideLayout1.xml" Id="R57b7d2243e91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7d2243e91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f5d6f8d304c95" /><Relationship Type="http://schemas.openxmlformats.org/officeDocument/2006/relationships/notesSlide" Target="/ppt/notesSlides/notesSlide1.xml" Id="Rdba82bc2f26e4a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B3D81D6-4FAD-4EFA-A50C-40D6DF85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22DCB27-4DD6-4122-8412-D77E215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26C0271-8029-46F4-96AC-CEBAA115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DEFA8CD-DAA4-4636-ADEF-DA53A0E5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Caso final, capa fuente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F5D7C627-D5EB-4775-8CD4-97F73A36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5DD9BBB6-167E-42B3-AC28-B38A39B5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06FA80AD-3720-4E76-AC0D-EA6AC80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28B2BCF1-49E8-4967-A5EA-87450B56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8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ep_1_text">
            <a:extLst xmlns:a="http://schemas.openxmlformats.org/drawingml/2006/main">
              <a:ext uri="{FF2B5EF4-FFF2-40B4-BE49-F238E27FC236}">
                <a16:creationId xmlns:a16="http://schemas.microsoft.com/office/drawing/2014/main" id="{F035C662-2B9A-4D82-9A5F-314024C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Mapa base</a:t>
            </a:r>
          </a:p>
        </p:txBody>
      </p:sp>
      <p:sp>
        <p:nvSpPr>
          <p:cNvPr id="13" name="step_2_text">
            <a:extLst xmlns:a="http://schemas.openxmlformats.org/drawingml/2006/main">
              <a:ext uri="{FF2B5EF4-FFF2-40B4-BE49-F238E27FC236}">
                <a16:creationId xmlns:a16="http://schemas.microsoft.com/office/drawing/2014/main" id="{3B8DA04E-133B-49AD-B824-85F069A2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Potencia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L_W</a:t>
            </a:r>
          </a:p>
        </p:txBody>
      </p:sp>
      <p:sp>
        <p:nvSpPr>
          <p:cNvPr id="14" name="step_3_text">
            <a:extLst xmlns:a="http://schemas.openxmlformats.org/drawingml/2006/main">
              <a:ext uri="{FF2B5EF4-FFF2-40B4-BE49-F238E27FC236}">
                <a16:creationId xmlns:a16="http://schemas.microsoft.com/office/drawing/2014/main" id="{8EF58F27-BAB5-40FF-9114-1610A212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Espectro</a:t>
            </a:r>
          </a:p>
        </p:txBody>
      </p:sp>
      <p:sp>
        <p:nvSpPr>
          <p:cNvPr id="15" name="step_4_text">
            <a:extLst xmlns:a="http://schemas.openxmlformats.org/drawingml/2006/main">
              <a:ext uri="{FF2B5EF4-FFF2-40B4-BE49-F238E27FC236}">
                <a16:creationId xmlns:a16="http://schemas.microsoft.com/office/drawing/2014/main" id="{1D1C073B-4541-418D-9415-B1D4C27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Directividad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02503AB-1E3A-4412-8DA1-6A247C2B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9D9B4FB-EF6B-42E8-93D8-B4E669AE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Caso U09-002</a:t>
            </a:r>
          </a:p>
        </p:txBody>
      </p:sp>
    </p:spTree>
    <p:extLst>
      <p:ext uri="{BB962C8B-B14F-4D97-AF65-F5344CB8AC3E}">
        <p14:creationId xmlns:p14="http://schemas.microsoft.com/office/powerpoint/2010/main" val="787385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2026-08-12T20:48:28.3310000Z</dcterms:created>
  <dcterms:modified xsi:type="dcterms:W3CDTF">2026-08-12T20:48:28.3310000Z</dcterms:modified>
</coreProperties>
</file>