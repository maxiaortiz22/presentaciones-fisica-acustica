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d0aa406a0e4922" /><Relationship Type="http://schemas.openxmlformats.org/officeDocument/2006/relationships/extended-properties" Target="/docProps/app.xml" Id="R3ad900c61d744c87" /><Relationship Type="http://schemas.openxmlformats.org/officeDocument/2006/relationships/officeDocument" Target="/ppt/presentation.xml" Id="Rca8c0465a89348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908e5da65a40fb"/>
  </p:sldMasterIdLst>
  <p:notesMasterIdLst>
    <p:notesMasterId xmlns:r="http://schemas.openxmlformats.org/officeDocument/2006/relationships" r:id="Rdba51fdabb7b4399"/>
  </p:notesMasterIdLst>
  <p:sldIdLst>
    <p:sldId xmlns:r="http://schemas.openxmlformats.org/officeDocument/2006/relationships" id="256" r:id="R31ab3254908a44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97cdd6054b4d10" /><Relationship Type="http://schemas.openxmlformats.org/officeDocument/2006/relationships/slideMaster" Target="/ppt/slideMasters/slideMaster1.xml" Id="R1b908e5da65a40fb" /><Relationship Type="http://schemas.openxmlformats.org/officeDocument/2006/relationships/notesMaster" Target="/ppt/notesMasters/notesMaster1.xml" Id="Rdba51fdabb7b4399" /><Relationship Type="http://schemas.openxmlformats.org/officeDocument/2006/relationships/presProps" Target="/ppt/presProps.xml" Id="Rcfb77872125f437f" /><Relationship Type="http://schemas.openxmlformats.org/officeDocument/2006/relationships/tableStyles" Target="/ppt/tableStyles.xml" Id="Rf09ca005b26b467e" /><Relationship Type="http://schemas.openxmlformats.org/officeDocument/2006/relationships/slide" Target="/ppt/slides/slide1.xml" Id="R31ab3254908a44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25dda4608649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50d473312a469f" /><Relationship Type="http://schemas.openxmlformats.org/officeDocument/2006/relationships/notesMaster" Target="/ppt/notesMasters/notesMaster1.xml" Id="Rd10a3ad4de2b4b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332e590d447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31e4a43b834e4b" /><Relationship Type="http://schemas.openxmlformats.org/officeDocument/2006/relationships/slideLayout" Target="/ppt/slideLayouts/slideLayout1.xml" Id="Rf28d37bb7e4846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8d37bb7e4846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4bed17b8e4725" /><Relationship Type="http://schemas.openxmlformats.org/officeDocument/2006/relationships/notesSlide" Target="/ppt/notesSlides/notesSlide1.xml" Id="R60292fd9fd5f49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9A5BDC6-B73D-4803-8B98-BA54D204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228EB108-4127-49FE-9035-81C097B0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E1A95784-E865-46F9-A4E3-3311B948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B188236-A423-443E-BF55-15A532A0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Caso final, capa trayecto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C543E43F-83A2-435D-BB57-4E6C4F4B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5D1C1CFE-5DD9-4C9D-AB68-B927E3B5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5B2A5102-0889-4CBD-AB35-F1504971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1458CF9D-756D-496F-AA8A-C88D1AE2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39452BE7-C361-4BA2-B533-5D23BFD7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step_6_box">
            <a:extLst xmlns:a="http://schemas.openxmlformats.org/drawingml/2006/main">
              <a:ext uri="{FF2B5EF4-FFF2-40B4-BE49-F238E27FC236}">
                <a16:creationId xmlns:a16="http://schemas.microsoft.com/office/drawing/2014/main" id="{9E4A70D8-16C5-461C-BB03-6D21FB6C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4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flow_5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61950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tep_1_text">
            <a:extLst xmlns:a="http://schemas.openxmlformats.org/drawingml/2006/main">
              <a:ext uri="{FF2B5EF4-FFF2-40B4-BE49-F238E27FC236}">
                <a16:creationId xmlns:a16="http://schemas.microsoft.com/office/drawing/2014/main" id="{85EE8D47-8158-410B-B06D-151E30EF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Distancia</a:t>
            </a:r>
          </a:p>
        </p:txBody>
      </p:sp>
      <p:sp>
        <p:nvSpPr>
          <p:cNvPr id="17" name="step_2_text">
            <a:extLst xmlns:a="http://schemas.openxmlformats.org/drawingml/2006/main">
              <a:ext uri="{FF2B5EF4-FFF2-40B4-BE49-F238E27FC236}">
                <a16:creationId xmlns:a16="http://schemas.microsoft.com/office/drawing/2014/main" id="{481DEF30-258D-4D1A-A57E-16846E79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Atmósfera</a:t>
            </a:r>
          </a:p>
        </p:txBody>
      </p:sp>
      <p:sp>
        <p:nvSpPr>
          <p:cNvPr id="18" name="step_3_text">
            <a:extLst xmlns:a="http://schemas.openxmlformats.org/drawingml/2006/main">
              <a:ext uri="{FF2B5EF4-FFF2-40B4-BE49-F238E27FC236}">
                <a16:creationId xmlns:a16="http://schemas.microsoft.com/office/drawing/2014/main" id="{173DD3BE-432F-484C-8FC2-E7290300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Suelo</a:t>
            </a:r>
          </a:p>
        </p:txBody>
      </p:sp>
      <p:sp>
        <p:nvSpPr>
          <p:cNvPr id="19" name="step_4_text">
            <a:extLst xmlns:a="http://schemas.openxmlformats.org/drawingml/2006/main">
              <a:ext uri="{FF2B5EF4-FFF2-40B4-BE49-F238E27FC236}">
                <a16:creationId xmlns:a16="http://schemas.microsoft.com/office/drawing/2014/main" id="{2EFF4658-E58E-4E2C-8444-4D572C1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Fachada</a:t>
            </a:r>
          </a:p>
        </p:txBody>
      </p:sp>
      <p:sp>
        <p:nvSpPr>
          <p:cNvPr id="20" name="step_5_text">
            <a:extLst xmlns:a="http://schemas.openxmlformats.org/drawingml/2006/main">
              <a:ext uri="{FF2B5EF4-FFF2-40B4-BE49-F238E27FC236}">
                <a16:creationId xmlns:a16="http://schemas.microsoft.com/office/drawing/2014/main" id="{B098302C-FAC7-41BF-A144-C3F83D70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Difracción</a:t>
            </a:r>
          </a:p>
        </p:txBody>
      </p:sp>
      <p:sp>
        <p:nvSpPr>
          <p:cNvPr id="21" name="step_6_text">
            <a:extLst xmlns:a="http://schemas.openxmlformats.org/drawingml/2006/main">
              <a:ext uri="{FF2B5EF4-FFF2-40B4-BE49-F238E27FC236}">
                <a16:creationId xmlns:a16="http://schemas.microsoft.com/office/drawing/2014/main" id="{BF6F4E91-5A2D-48A5-81DE-4E0549FB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6 · Transmisión</a:t>
            </a:r>
          </a:p>
        </p:txBody>
      </p:sp>
      <p:sp>
        <p:nvSpPr>
          <p:cNvPr id="22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F42CD319-AA35-4D69-97EA-24E1EC02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Secuencia de lectura; conectores anclados y sin etiquetas sobre la línea.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2C1C47E-7B74-4F3F-8D94-90B226FC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Capítulo 9</a:t>
            </a:r>
          </a:p>
        </p:txBody>
      </p:sp>
    </p:spTree>
    <p:extLst>
      <p:ext uri="{BB962C8B-B14F-4D97-AF65-F5344CB8AC3E}">
        <p14:creationId xmlns:p14="http://schemas.microsoft.com/office/powerpoint/2010/main" val="572046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2026-08-12T20:48:28.9820000Z</dcterms:created>
  <dcterms:modified xsi:type="dcterms:W3CDTF">2026-08-12T20:48:28.9820000Z</dcterms:modified>
</coreProperties>
</file>