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9183b79d4043c8" /><Relationship Type="http://schemas.openxmlformats.org/officeDocument/2006/relationships/extended-properties" Target="/docProps/app.xml" Id="Rbdb60e3228da455d" /><Relationship Type="http://schemas.openxmlformats.org/officeDocument/2006/relationships/officeDocument" Target="/ppt/presentation.xml" Id="Rf6899217a69e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bab748749f4264"/>
  </p:sldMasterIdLst>
  <p:notesMasterIdLst>
    <p:notesMasterId xmlns:r="http://schemas.openxmlformats.org/officeDocument/2006/relationships" r:id="R81a4a77ed0284f43"/>
  </p:notesMasterIdLst>
  <p:sldIdLst>
    <p:sldId xmlns:r="http://schemas.openxmlformats.org/officeDocument/2006/relationships" id="256" r:id="R093163bbafe241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9fb4a9aed14f17" /><Relationship Type="http://schemas.openxmlformats.org/officeDocument/2006/relationships/slideMaster" Target="/ppt/slideMasters/slideMaster1.xml" Id="R6abab748749f4264" /><Relationship Type="http://schemas.openxmlformats.org/officeDocument/2006/relationships/notesMaster" Target="/ppt/notesMasters/notesMaster1.xml" Id="R81a4a77ed0284f43" /><Relationship Type="http://schemas.openxmlformats.org/officeDocument/2006/relationships/presProps" Target="/ppt/presProps.xml" Id="R4a344cb255824c6f" /><Relationship Type="http://schemas.openxmlformats.org/officeDocument/2006/relationships/tableStyles" Target="/ppt/tableStyles.xml" Id="R24d9b6dbdc47453e" /><Relationship Type="http://schemas.openxmlformats.org/officeDocument/2006/relationships/slide" Target="/ppt/slides/slide1.xml" Id="R093163bbafe241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fe1737aa95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092d3c13a4bae" /><Relationship Type="http://schemas.openxmlformats.org/officeDocument/2006/relationships/notesMaster" Target="/ppt/notesMasters/notesMaster1.xml" Id="Rb1e1e336180f42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1a7f9ac85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12faabf78240d8" /><Relationship Type="http://schemas.openxmlformats.org/officeDocument/2006/relationships/slideLayout" Target="/ppt/slideLayouts/slideLayout1.xml" Id="R99e335a86711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335a867114a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910e70f9548ee" /><Relationship Type="http://schemas.openxmlformats.org/officeDocument/2006/relationships/notesSlide" Target="/ppt/notesSlides/notesSlide1.xml" Id="R5d82e849cdd841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96F0A06-2D04-4231-8581-3D8AD87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A3F133A-339A-4E01-87C8-CE72802F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A057AF0-F460-43CF-8D06-189AAC3E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A8056FB-12F6-4CF2-9C96-228940C7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Geometría de reflexión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50C15B32-4B52-4993-9318-B6205760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FA2F1943-CFA6-4EF1-BC43-4F9E236B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E9BE0E41-4023-4BE6-93D3-38C3940F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9861BB91-D03B-4EC3-9BDB-19FFEE7E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7E4BC3B8-4663-4A70-AFDE-A89AC9DF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14047DAC-9A04-4172-926B-7633868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Incidencia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3D22B39D-BE71-4A3F-991C-AD8F9318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normal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9513726B-C140-42C7-8589-EAA83AF2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ángulos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CD603F69-0723-4113-A212-F8091128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dependencia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84A9AFDC-BD12-4B0C-885D-1B4BB4B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sin desarrollar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coeficientes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B9DC526-DD76-49BB-9882-61999E46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9FD8D4F-FA80-42CB-845F-59B00C4E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9.7.1</a:t>
            </a:r>
          </a:p>
        </p:txBody>
      </p:sp>
    </p:spTree>
    <p:extLst>
      <p:ext uri="{BB962C8B-B14F-4D97-AF65-F5344CB8AC3E}">
        <p14:creationId xmlns:p14="http://schemas.microsoft.com/office/powerpoint/2010/main" val="1315949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2026-08-12T20:48:09.1420000Z</dcterms:created>
  <dcterms:modified xsi:type="dcterms:W3CDTF">2026-08-12T20:48:09.1420000Z</dcterms:modified>
</coreProperties>
</file>