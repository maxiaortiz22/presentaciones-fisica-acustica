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b30e4b2024d5e" /><Relationship Type="http://schemas.openxmlformats.org/officeDocument/2006/relationships/extended-properties" Target="/docProps/app.xml" Id="R406235a3a30d45b3" /><Relationship Type="http://schemas.openxmlformats.org/officeDocument/2006/relationships/officeDocument" Target="/ppt/presentation.xml" Id="Re7d3562d724646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b9c31e4a0f446a"/>
  </p:sldMasterIdLst>
  <p:notesMasterIdLst>
    <p:notesMasterId xmlns:r="http://schemas.openxmlformats.org/officeDocument/2006/relationships" r:id="Re25f80846d544684"/>
  </p:notesMasterIdLst>
  <p:sldIdLst>
    <p:sldId xmlns:r="http://schemas.openxmlformats.org/officeDocument/2006/relationships" id="256" r:id="R8196c889b78e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efc4e64fb349cc" /><Relationship Type="http://schemas.openxmlformats.org/officeDocument/2006/relationships/slideMaster" Target="/ppt/slideMasters/slideMaster1.xml" Id="Rb6b9c31e4a0f446a" /><Relationship Type="http://schemas.openxmlformats.org/officeDocument/2006/relationships/notesMaster" Target="/ppt/notesMasters/notesMaster1.xml" Id="Re25f80846d544684" /><Relationship Type="http://schemas.openxmlformats.org/officeDocument/2006/relationships/presProps" Target="/ppt/presProps.xml" Id="R9d545edd2efa4f14" /><Relationship Type="http://schemas.openxmlformats.org/officeDocument/2006/relationships/tableStyles" Target="/ppt/tableStyles.xml" Id="R2e1b50ee5291471d" /><Relationship Type="http://schemas.openxmlformats.org/officeDocument/2006/relationships/slide" Target="/ppt/slides/slide1.xml" Id="R8196c889b78e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5ccdc517ae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fb0da160be474b" /><Relationship Type="http://schemas.openxmlformats.org/officeDocument/2006/relationships/notesMaster" Target="/ppt/notesMasters/notesMaster1.xml" Id="R73c65f54efb14e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ffb22088948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d994df242a4cca" /><Relationship Type="http://schemas.openxmlformats.org/officeDocument/2006/relationships/slideLayout" Target="/ppt/slideLayouts/slideLayout1.xml" Id="Re5c635ee67bc48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635ee67bc48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33b8fcaae45bf" /><Relationship Type="http://schemas.openxmlformats.org/officeDocument/2006/relationships/notesSlide" Target="/ppt/notesSlides/notesSlide1.xml" Id="R04b0a73c9adc46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8B067322-3F72-456A-A3AD-E540C76D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D98D0A33-D9A8-4D72-981F-6D185656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570B2177-4770-4A39-ABD3-4AAB41BF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638F2C0D-5526-48D4-83BA-B12819C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τ_E a R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524FF9EB-84F6-4A4E-BEF1-93197759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915BD80E-99D6-4ABE-8F49-0C2FE253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0174B71A-D662-40A4-A7EC-F8C9C773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F697C842-A893-4F50-AD86-A86B4A2E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1A17ECCE-FFA3-4E0B-95F0-3B433500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89205920-C364-4532-8B1E-172FDFC5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R=10 log10(1/τ_E)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1095D9AF-4C89-4AF1-8C3E-DB394028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τ_E: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fracción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540B9E85-68BD-449F-B07B-94C369CA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R: índice en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dB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4A3AD2E1-C6FC-41A2-807C-77BC5585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Escala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logarítmica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3C21BA01-3F24-48FE-9736-FB13E84C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0,01 → 20 dB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4F19E5E0-50BA-4388-82A8-2DCE0F9D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A72A08FA-7E9B-470A-868F-87B778C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9.9</a:t>
            </a:r>
          </a:p>
        </p:txBody>
      </p:sp>
    </p:spTree>
    <p:extLst>
      <p:ext uri="{BB962C8B-B14F-4D97-AF65-F5344CB8AC3E}">
        <p14:creationId xmlns:p14="http://schemas.microsoft.com/office/powerpoint/2010/main" val="56621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2026-08-12T20:48:18.7320000Z</dcterms:created>
  <dcterms:modified xsi:type="dcterms:W3CDTF">2026-08-12T20:48:18.7320000Z</dcterms:modified>
</coreProperties>
</file>