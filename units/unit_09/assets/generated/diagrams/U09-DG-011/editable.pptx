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37905c81694944" /><Relationship Type="http://schemas.openxmlformats.org/officeDocument/2006/relationships/extended-properties" Target="/docProps/app.xml" Id="Rad36b728d19a4090" /><Relationship Type="http://schemas.openxmlformats.org/officeDocument/2006/relationships/officeDocument" Target="/ppt/presentation.xml" Id="Rb387def7f92c42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ed2bd322ea49e5"/>
  </p:sldMasterIdLst>
  <p:notesMasterIdLst>
    <p:notesMasterId xmlns:r="http://schemas.openxmlformats.org/officeDocument/2006/relationships" r:id="R81bf6bb77354481e"/>
  </p:notesMasterIdLst>
  <p:sldIdLst>
    <p:sldId xmlns:r="http://schemas.openxmlformats.org/officeDocument/2006/relationships" id="256" r:id="Rbd7aabd1032941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bdcddbf21349dd" /><Relationship Type="http://schemas.openxmlformats.org/officeDocument/2006/relationships/slideMaster" Target="/ppt/slideMasters/slideMaster1.xml" Id="R91ed2bd322ea49e5" /><Relationship Type="http://schemas.openxmlformats.org/officeDocument/2006/relationships/notesMaster" Target="/ppt/notesMasters/notesMaster1.xml" Id="R81bf6bb77354481e" /><Relationship Type="http://schemas.openxmlformats.org/officeDocument/2006/relationships/presProps" Target="/ppt/presProps.xml" Id="R874c527f5d7741d8" /><Relationship Type="http://schemas.openxmlformats.org/officeDocument/2006/relationships/tableStyles" Target="/ppt/tableStyles.xml" Id="R453de11bf9ee452f" /><Relationship Type="http://schemas.openxmlformats.org/officeDocument/2006/relationships/slide" Target="/ppt/slides/slide1.xml" Id="Rbd7aabd1032941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a68334f3d445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d46b599e1d4cce" /><Relationship Type="http://schemas.openxmlformats.org/officeDocument/2006/relationships/notesMaster" Target="/ppt/notesMasters/notesMaster1.xml" Id="R857a844886234e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9d66005e04c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dce1373e8e4b83" /><Relationship Type="http://schemas.openxmlformats.org/officeDocument/2006/relationships/slideLayout" Target="/ppt/slideLayouts/slideLayout1.xml" Id="R4b404f209a4741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404f209a4741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f7accc1b14dba" /><Relationship Type="http://schemas.openxmlformats.org/officeDocument/2006/relationships/notesSlide" Target="/ppt/notesSlides/notesSlide1.xml" Id="R498c5485f37445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B1E758BD-DBBE-48D1-AC7F-F0C80928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C8660889-7A9B-49A3-997C-D6E87CC5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0FECCC88-233F-4566-9274-89C6B833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74174A51-E3C9-47A4-9FE3-6B4A91DE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Ejemplo 0,50 → 1,00 m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D943185F-CC86-4F2D-AC14-C5F768B7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upper_box">
            <a:extLst xmlns:a="http://schemas.openxmlformats.org/drawingml/2006/main">
              <a:ext uri="{FF2B5EF4-FFF2-40B4-BE49-F238E27FC236}">
                <a16:creationId xmlns:a16="http://schemas.microsoft.com/office/drawing/2014/main" id="{00BB5132-F211-4D7B-8EFC-0A83F959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path_lower_box">
            <a:extLst xmlns:a="http://schemas.openxmlformats.org/drawingml/2006/main">
              <a:ext uri="{FF2B5EF4-FFF2-40B4-BE49-F238E27FC236}">
                <a16:creationId xmlns:a16="http://schemas.microsoft.com/office/drawing/2014/main" id="{4A4A966E-BAE1-4310-B72A-025CCDC8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329B168B-9CD6-4507-A489-186C4F31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E8CBF5B5-2129-4118-B004-3A82DB84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86375"/>
            <a:ext cx="3048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90875" y="2071688"/>
            <a:ext cx="12858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071688"/>
            <a:ext cx="14763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90875" y="3286125"/>
            <a:ext cx="12858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524750" y="3286125"/>
            <a:ext cx="14763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ource_text">
            <a:extLst xmlns:a="http://schemas.openxmlformats.org/drawingml/2006/main">
              <a:ext uri="{FF2B5EF4-FFF2-40B4-BE49-F238E27FC236}">
                <a16:creationId xmlns:a16="http://schemas.microsoft.com/office/drawing/2014/main" id="{F69C8E35-06C7-4D5A-BD23-F8E2558A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Datos: 0,50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y 1,00 m</a:t>
            </a:r>
          </a:p>
        </p:txBody>
      </p:sp>
      <p:sp>
        <p:nvSpPr>
          <p:cNvPr id="15" name="path_upper_text">
            <a:extLst xmlns:a="http://schemas.openxmlformats.org/drawingml/2006/main">
              <a:ext uri="{FF2B5EF4-FFF2-40B4-BE49-F238E27FC236}">
                <a16:creationId xmlns:a16="http://schemas.microsoft.com/office/drawing/2014/main" id="{8E448162-D77B-42E1-9100-AA763948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6687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Razón r₂/r₁ = 2</a:t>
            </a:r>
          </a:p>
        </p:txBody>
      </p:sp>
      <p:sp>
        <p:nvSpPr>
          <p:cNvPr id="16" name="path_lower_text">
            <a:extLst xmlns:a="http://schemas.openxmlformats.org/drawingml/2006/main">
              <a:ext uri="{FF2B5EF4-FFF2-40B4-BE49-F238E27FC236}">
                <a16:creationId xmlns:a16="http://schemas.microsoft.com/office/drawing/2014/main" id="{43A213B7-D9C2-41C7-BEBD-29D4CEE4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4812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ΔLₚ = −6,02 dB</a:t>
            </a:r>
          </a:p>
        </p:txBody>
      </p:sp>
      <p:sp>
        <p:nvSpPr>
          <p:cNvPr id="17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6477EDAE-3749-416E-9739-64158FB8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Resultado ≈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84 dB SPL</a:t>
            </a:r>
          </a:p>
        </p:txBody>
      </p:sp>
      <p:sp>
        <p:nvSpPr>
          <p:cNvPr id="18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E2089C80-7E0F-4E84-B58E-DDB230F5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76875"/>
            <a:ext cx="2590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Interpretación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condicionada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4E2DEC86-324A-43A6-BC31-0F9B7E28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Esquema conceptual; no está a escala ni representa una medición.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1C9F2A16-A982-4047-B2D7-94AB5BC3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Ejemplo del capítulo</a:t>
            </a:r>
          </a:p>
        </p:txBody>
      </p:sp>
    </p:spTree>
    <p:extLst>
      <p:ext uri="{BB962C8B-B14F-4D97-AF65-F5344CB8AC3E}">
        <p14:creationId xmlns:p14="http://schemas.microsoft.com/office/powerpoint/2010/main" val="1644278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2026-08-12T20:47:57.2270000Z</dcterms:created>
  <dcterms:modified xsi:type="dcterms:W3CDTF">2026-08-12T20:47:57.2270000Z</dcterms:modified>
</coreProperties>
</file>