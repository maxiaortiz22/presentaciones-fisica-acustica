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0667176bc34d20" /><Relationship Type="http://schemas.openxmlformats.org/officeDocument/2006/relationships/extended-properties" Target="/docProps/app.xml" Id="R53ea1a6c2a004701" /><Relationship Type="http://schemas.openxmlformats.org/officeDocument/2006/relationships/officeDocument" Target="/ppt/presentation.xml" Id="Rbf89d6ab34154e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a9589338a3475f"/>
  </p:sldMasterIdLst>
  <p:notesMasterIdLst>
    <p:notesMasterId xmlns:r="http://schemas.openxmlformats.org/officeDocument/2006/relationships" r:id="Rd2a3a3013dd04528"/>
  </p:notesMasterIdLst>
  <p:sldIdLst>
    <p:sldId xmlns:r="http://schemas.openxmlformats.org/officeDocument/2006/relationships" id="256" r:id="Rc9187aae697540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19e644b1f74eb3" /><Relationship Type="http://schemas.openxmlformats.org/officeDocument/2006/relationships/slideMaster" Target="/ppt/slideMasters/slideMaster1.xml" Id="R4fa9589338a3475f" /><Relationship Type="http://schemas.openxmlformats.org/officeDocument/2006/relationships/notesMaster" Target="/ppt/notesMasters/notesMaster1.xml" Id="Rd2a3a3013dd04528" /><Relationship Type="http://schemas.openxmlformats.org/officeDocument/2006/relationships/presProps" Target="/ppt/presProps.xml" Id="R4dfef6da651c4990" /><Relationship Type="http://schemas.openxmlformats.org/officeDocument/2006/relationships/tableStyles" Target="/ppt/tableStyles.xml" Id="R5846bdb4613a42ff" /><Relationship Type="http://schemas.openxmlformats.org/officeDocument/2006/relationships/slide" Target="/ppt/slides/slide1.xml" Id="Rc9187aae697540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3e15d6235f43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049a28406f4b10" /><Relationship Type="http://schemas.openxmlformats.org/officeDocument/2006/relationships/notesMaster" Target="/ppt/notesMasters/notesMaster1.xml" Id="R68b5adf983ff42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6449bb22a44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b35c477ac645b9" /><Relationship Type="http://schemas.openxmlformats.org/officeDocument/2006/relationships/slideLayout" Target="/ppt/slideLayouts/slideLayout1.xml" Id="R55feae7e2e384d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feae7e2e384d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5892a5f29440c" /><Relationship Type="http://schemas.openxmlformats.org/officeDocument/2006/relationships/notesSlide" Target="/ppt/notesSlides/notesSlide1.xml" Id="Raf2da4863a8044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CF2F7C7-0CF3-4C83-9C6C-650C9119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D27686FB-01E1-43CD-9149-47CB8A08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C6A445E8-2F27-440A-A308-2F57049F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93970F1D-E3D6-40CA-82B5-A403488E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Difracción frente a transmisión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AEF8162C-5D5D-42F9-8C29-1FFC9E9D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8A68999A-28B6-43D1-B431-FC65CF9D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759AB63E-4810-4BF3-817E-C713AFAA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8D4D8B50-B7CA-4088-89A5-EA2766EA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D56C5F03-F04B-4FA6-8B7C-5BAC08D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Mismo obstáculo</a:t>
            </a:r>
          </a:p>
        </p:txBody>
      </p:sp>
      <p:sp>
        <p:nvSpPr>
          <p:cNvPr id="10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796BE5DA-EB9F-4D1D-834D-B940B407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Alrededor: difracción</a:t>
            </a:r>
          </a:p>
        </p:txBody>
      </p:sp>
      <p:sp>
        <p:nvSpPr>
          <p:cNvPr id="11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065B68E1-AEF2-4B85-B7FD-587D02D1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 través: transmisión</a:t>
            </a:r>
          </a:p>
        </p:txBody>
      </p:sp>
      <p:sp>
        <p:nvSpPr>
          <p:cNvPr id="12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484BEFDF-E138-47C1-9FF9-88083A6C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Evidencia distinta</a:t>
            </a:r>
          </a:p>
        </p:txBody>
      </p:sp>
      <p:sp>
        <p:nvSpPr>
          <p:cNvPr id="13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5A734CED-0230-45FC-9C3F-A9BE4533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4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BDA6F37-D528-49A2-BEB2-2D1C8EB9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Brief U9</a:t>
            </a:r>
          </a:p>
        </p:txBody>
      </p:sp>
    </p:spTree>
    <p:extLst>
      <p:ext uri="{BB962C8B-B14F-4D97-AF65-F5344CB8AC3E}">
        <p14:creationId xmlns:p14="http://schemas.microsoft.com/office/powerpoint/2010/main" val="1187639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2026-08-12T20:48:12.6230000Z</dcterms:created>
  <dcterms:modified xsi:type="dcterms:W3CDTF">2026-08-12T20:48:12.6230000Z</dcterms:modified>
</coreProperties>
</file>