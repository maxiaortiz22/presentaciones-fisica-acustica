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8b644191d0463f" /><Relationship Type="http://schemas.openxmlformats.org/officeDocument/2006/relationships/extended-properties" Target="/docProps/app.xml" Id="Rf71d2b01a01440d8" /><Relationship Type="http://schemas.openxmlformats.org/officeDocument/2006/relationships/officeDocument" Target="/ppt/presentation.xml" Id="R4ad19607386d4f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8a3a07fd84452"/>
  </p:sldMasterIdLst>
  <p:notesMasterIdLst>
    <p:notesMasterId xmlns:r="http://schemas.openxmlformats.org/officeDocument/2006/relationships" r:id="Rae7f0d78bf4e448d"/>
  </p:notesMasterIdLst>
  <p:sldIdLst>
    <p:sldId xmlns:r="http://schemas.openxmlformats.org/officeDocument/2006/relationships" id="256" r:id="R796e5f2d49ad48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897e9258894380" /><Relationship Type="http://schemas.openxmlformats.org/officeDocument/2006/relationships/slideMaster" Target="/ppt/slideMasters/slideMaster1.xml" Id="Rbaa8a3a07fd84452" /><Relationship Type="http://schemas.openxmlformats.org/officeDocument/2006/relationships/notesMaster" Target="/ppt/notesMasters/notesMaster1.xml" Id="Rae7f0d78bf4e448d" /><Relationship Type="http://schemas.openxmlformats.org/officeDocument/2006/relationships/presProps" Target="/ppt/presProps.xml" Id="R32d7a7f28624456c" /><Relationship Type="http://schemas.openxmlformats.org/officeDocument/2006/relationships/tableStyles" Target="/ppt/tableStyles.xml" Id="R4c7bac112d9648d8" /><Relationship Type="http://schemas.openxmlformats.org/officeDocument/2006/relationships/slide" Target="/ppt/slides/slide1.xml" Id="R796e5f2d49ad48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beff10b16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dc981e2532403c" /><Relationship Type="http://schemas.openxmlformats.org/officeDocument/2006/relationships/notesMaster" Target="/ppt/notesMasters/notesMaster1.xml" Id="Rca044e863fab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41b18ffc749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9a704928e242d1" /><Relationship Type="http://schemas.openxmlformats.org/officeDocument/2006/relationships/slideLayout" Target="/ppt/slideLayouts/slideLayout1.xml" Id="R28986621866d43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86621866d43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79a2680f0438c" /><Relationship Type="http://schemas.openxmlformats.org/officeDocument/2006/relationships/notesSlide" Target="/ppt/notesSlides/notesSlide1.xml" Id="Rcf501ffe682145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A05EC10-B25B-4676-A282-FE9140F4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F1D5525-5DA1-47E0-BD30-A9A0B48F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028F57F-7189-44F2-ACAF-EA6FFCAB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A57E2D3-C0FB-4A9E-9CB6-84204745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Checklist de cuatro preguntas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4ED9681F-5ABE-4790-989B-39C37EE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BD95DB3A-5256-4919-86E5-1FBECC3B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07EB80E-6F55-4A2A-8575-4216038D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2E85A62D-A222-42A8-9628-08CA8CE4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91BEC39B-635D-4B3F-ACD1-45A25781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Qué cambia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495587A9-2FE2-4312-BA79-C92F372D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qué se conserva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0BA922A9-D2B8-4CCE-9B00-179DBFBA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qué se estima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30C78A64-1826-47DB-9490-9C3E066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qué se mide</a:t>
            </a:r>
          </a:p>
        </p:txBody>
      </p:sp>
      <p:sp>
        <p:nvSpPr>
          <p:cNvPr id="1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330A09D-745A-4F10-A7DB-E78F2336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BE7F945-961A-4683-BEF4-E54DDAF6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1578709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2026-08-12T20:47:54.9700000Z</dcterms:created>
  <dcterms:modified xsi:type="dcterms:W3CDTF">2026-08-12T20:47:54.9700000Z</dcterms:modified>
</coreProperties>
</file>