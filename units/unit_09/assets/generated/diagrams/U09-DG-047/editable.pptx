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d77c4fb954bb2" /><Relationship Type="http://schemas.openxmlformats.org/officeDocument/2006/relationships/extended-properties" Target="/docProps/app.xml" Id="R43860790e29e418e" /><Relationship Type="http://schemas.openxmlformats.org/officeDocument/2006/relationships/officeDocument" Target="/ppt/presentation.xml" Id="R39448b70058d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efcaa301f47ed"/>
  </p:sldMasterIdLst>
  <p:notesMasterIdLst>
    <p:notesMasterId xmlns:r="http://schemas.openxmlformats.org/officeDocument/2006/relationships" r:id="R2cf601139c5b4427"/>
  </p:notesMasterIdLst>
  <p:sldIdLst>
    <p:sldId xmlns:r="http://schemas.openxmlformats.org/officeDocument/2006/relationships" id="256" r:id="Rb98f054cff2f4b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0841041d7477b" /><Relationship Type="http://schemas.openxmlformats.org/officeDocument/2006/relationships/slideMaster" Target="/ppt/slideMasters/slideMaster1.xml" Id="Refdefcaa301f47ed" /><Relationship Type="http://schemas.openxmlformats.org/officeDocument/2006/relationships/notesMaster" Target="/ppt/notesMasters/notesMaster1.xml" Id="R2cf601139c5b4427" /><Relationship Type="http://schemas.openxmlformats.org/officeDocument/2006/relationships/presProps" Target="/ppt/presProps.xml" Id="Ra779a757308e4be7" /><Relationship Type="http://schemas.openxmlformats.org/officeDocument/2006/relationships/tableStyles" Target="/ppt/tableStyles.xml" Id="R4acd40f8cc014fa4" /><Relationship Type="http://schemas.openxmlformats.org/officeDocument/2006/relationships/slide" Target="/ppt/slides/slide1.xml" Id="Rb98f054cff2f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597e3bb47d4d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50a6e311314030" /><Relationship Type="http://schemas.openxmlformats.org/officeDocument/2006/relationships/notesMaster" Target="/ppt/notesMasters/notesMaster1.xml" Id="Rff3fee7d037d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a78e4d30546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31aeae5bee4a5c" /><Relationship Type="http://schemas.openxmlformats.org/officeDocument/2006/relationships/slideLayout" Target="/ppt/slideLayouts/slideLayout1.xml" Id="Rceb6c53d3cc44b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b6c53d3cc44b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24f81042741ea" /><Relationship Type="http://schemas.openxmlformats.org/officeDocument/2006/relationships/notesSlide" Target="/ppt/notesSlides/notesSlide1.xml" Id="Re10da76f3b5a4a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810870A-2F02-4FE5-8C38-75A1697F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DE80118-B9A1-43CF-9F9F-D0BC9357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4DF2920-23F8-4D0B-90F2-3B5DCED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E21E669-7AB5-4DC9-A8DC-F09E23A4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Masa superficial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A8BF9F23-0ED7-4D60-A00D-D56232A5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B744A5BC-621A-4050-8A46-EEA85F7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2A7AE703-D590-4C92-99BD-89D07208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E78542CB-61A1-44FA-B940-7BEB74AB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9360C068-6E2F-45AA-A0A5-78892380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24E5D5DA-DD8D-42F4-9C4A-596158EB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m_s=m/A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C72A7C7E-7813-438A-9745-236AF228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Paneles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EDE35C40-775A-49E4-8883-E8282C81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masa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3A75FF53-8C8D-49A4-A8D2-542B52B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área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F3DE6FDF-A2EE-433D-8AAE-D118CCD5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definición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m_s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1EEDE6D-B50D-4C3F-981D-80F903D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BD932AD-4692-47C6-89AD-CA49EA49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9.8</a:t>
            </a:r>
          </a:p>
        </p:txBody>
      </p:sp>
    </p:spTree>
    <p:extLst>
      <p:ext uri="{BB962C8B-B14F-4D97-AF65-F5344CB8AC3E}">
        <p14:creationId xmlns:p14="http://schemas.microsoft.com/office/powerpoint/2010/main" val="1866572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2026-08-12T20:48:20.7510000Z</dcterms:created>
  <dcterms:modified xsi:type="dcterms:W3CDTF">2026-08-12T20:48:20.7510000Z</dcterms:modified>
</coreProperties>
</file>