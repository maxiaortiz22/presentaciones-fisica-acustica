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76959e2ec24d68" /><Relationship Type="http://schemas.openxmlformats.org/officeDocument/2006/relationships/extended-properties" Target="/docProps/app.xml" Id="Rf9d7654cfc7c48e8" /><Relationship Type="http://schemas.openxmlformats.org/officeDocument/2006/relationships/officeDocument" Target="/ppt/presentation.xml" Id="Rc25f4dc12a3d4d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f9685966c84509"/>
  </p:sldMasterIdLst>
  <p:notesMasterIdLst>
    <p:notesMasterId xmlns:r="http://schemas.openxmlformats.org/officeDocument/2006/relationships" r:id="R2a92ea4b243a469c"/>
  </p:notesMasterIdLst>
  <p:sldIdLst>
    <p:sldId xmlns:r="http://schemas.openxmlformats.org/officeDocument/2006/relationships" id="256" r:id="Rad513010d55840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a081f34ee44a23" /><Relationship Type="http://schemas.openxmlformats.org/officeDocument/2006/relationships/slideMaster" Target="/ppt/slideMasters/slideMaster1.xml" Id="R86f9685966c84509" /><Relationship Type="http://schemas.openxmlformats.org/officeDocument/2006/relationships/notesMaster" Target="/ppt/notesMasters/notesMaster1.xml" Id="R2a92ea4b243a469c" /><Relationship Type="http://schemas.openxmlformats.org/officeDocument/2006/relationships/presProps" Target="/ppt/presProps.xml" Id="Rebad2c8bc91a4b87" /><Relationship Type="http://schemas.openxmlformats.org/officeDocument/2006/relationships/tableStyles" Target="/ppt/tableStyles.xml" Id="R9e9852748ef74a46" /><Relationship Type="http://schemas.openxmlformats.org/officeDocument/2006/relationships/slide" Target="/ppt/slides/slide1.xml" Id="Rad513010d55840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b0d8f486c249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d6d8b9a8ab429c" /><Relationship Type="http://schemas.openxmlformats.org/officeDocument/2006/relationships/notesMaster" Target="/ppt/notesMasters/notesMaster1.xml" Id="Rda7502b5acf94b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f2b3823c3647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4c0497d8224be4" /><Relationship Type="http://schemas.openxmlformats.org/officeDocument/2006/relationships/slideLayout" Target="/ppt/slideLayouts/slideLayout1.xml" Id="R08207fa1a25e48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207fa1a25e48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eff58903b449a" /><Relationship Type="http://schemas.openxmlformats.org/officeDocument/2006/relationships/notesSlide" Target="/ppt/notesSlides/notesSlide1.xml" Id="R6870d8a2e1b34d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CFD06358-483B-4767-94FF-F4ABCB81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D9E1DDB7-3A3C-405B-AD6A-C7A22E81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7DC17ACD-5F9A-4AFC-BC7D-AFB1BDA5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35A943EC-4522-4C7F-8DCF-4487B7A6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Dos estados térmicos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0B5273D2-F4AD-4D51-9DF2-9FC7296F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14625"/>
            <a:ext cx="5143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B3D296DE-173A-4883-9514-DA712D04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C1E03C3F-1313-444E-A160-DAE7A504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840BEFCB-F9A5-4E97-8568-AB5F9CF0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callout_4_box">
            <a:extLst xmlns:a="http://schemas.openxmlformats.org/drawingml/2006/main">
              <a:ext uri="{FF2B5EF4-FFF2-40B4-BE49-F238E27FC236}">
                <a16:creationId xmlns:a16="http://schemas.microsoft.com/office/drawing/2014/main" id="{FE7D67E1-C6EB-42CB-919B-C24155F0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2437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43250" y="1976438"/>
            <a:ext cx="381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8667750" y="1976438"/>
            <a:ext cx="381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143250" y="3333750"/>
            <a:ext cx="3810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leader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8667750" y="3333750"/>
            <a:ext cx="3810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equation_text">
            <a:extLst xmlns:a="http://schemas.openxmlformats.org/drawingml/2006/main">
              <a:ext uri="{FF2B5EF4-FFF2-40B4-BE49-F238E27FC236}">
                <a16:creationId xmlns:a16="http://schemas.microsoft.com/office/drawing/2014/main" id="{4EA565B6-BAAE-4E49-A684-ABBC8F0C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05125"/>
            <a:ext cx="4686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D1434"/>
                </a:solidFill>
              </a:defRPr>
            </a:pPr>
            <a:r>
              <a:rPr sz="3450" b="1">
                <a:solidFill>
                  <a:srgbClr val="4D1434"/>
                </a:solidFill>
              </a:rPr>
              <a:t>λ=c/f y valores del</a:t>
            </a:r>
          </a:p>
          <a:p xmlns:a="http://schemas.openxmlformats.org/drawingml/2006/main">
            <a:pPr algn="ctr">
              <a:defRPr sz="3450" b="1">
                <a:solidFill>
                  <a:srgbClr val="4D1434"/>
                </a:solidFill>
              </a:defRPr>
            </a:pPr>
            <a:r>
              <a:rPr sz="3450" b="1">
                <a:solidFill>
                  <a:srgbClr val="4D1434"/>
                </a:solidFill>
              </a:rPr>
              <a:t>ejemplo</a:t>
            </a:r>
          </a:p>
        </p:txBody>
      </p:sp>
      <p:sp>
        <p:nvSpPr>
          <p:cNvPr id="15" name="callout_1_text">
            <a:extLst xmlns:a="http://schemas.openxmlformats.org/drawingml/2006/main">
              <a:ext uri="{FF2B5EF4-FFF2-40B4-BE49-F238E27FC236}">
                <a16:creationId xmlns:a16="http://schemas.microsoft.com/office/drawing/2014/main" id="{037748AC-603A-4E5E-B289-84A8CBE2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Estado 1: 5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°C</a:t>
            </a:r>
          </a:p>
        </p:txBody>
      </p:sp>
      <p:sp>
        <p:nvSpPr>
          <p:cNvPr id="16" name="callout_2_text">
            <a:extLst xmlns:a="http://schemas.openxmlformats.org/drawingml/2006/main">
              <a:ext uri="{FF2B5EF4-FFF2-40B4-BE49-F238E27FC236}">
                <a16:creationId xmlns:a16="http://schemas.microsoft.com/office/drawing/2014/main" id="{728A4999-9526-4409-8F4E-4E747861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19250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Estado 2: 25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°C</a:t>
            </a:r>
          </a:p>
        </p:txBody>
      </p:sp>
      <p:sp>
        <p:nvSpPr>
          <p:cNvPr id="17" name="callout_3_text">
            <a:extLst xmlns:a="http://schemas.openxmlformats.org/drawingml/2006/main">
              <a:ext uri="{FF2B5EF4-FFF2-40B4-BE49-F238E27FC236}">
                <a16:creationId xmlns:a16="http://schemas.microsoft.com/office/drawing/2014/main" id="{CB498707-A279-406D-B08C-0BD216C3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4875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f se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conserva</a:t>
            </a:r>
          </a:p>
        </p:txBody>
      </p:sp>
      <p:sp>
        <p:nvSpPr>
          <p:cNvPr id="18" name="callout_4_text">
            <a:extLst xmlns:a="http://schemas.openxmlformats.org/drawingml/2006/main">
              <a:ext uri="{FF2B5EF4-FFF2-40B4-BE49-F238E27FC236}">
                <a16:creationId xmlns:a16="http://schemas.microsoft.com/office/drawing/2014/main" id="{E7F2191A-C85E-4F00-89C3-C9C700BB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714875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λ cambia con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c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CBB9EC3C-13B1-4A49-916D-3ABFBEBE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Ecuación editable · símbolos, unidades e hipótesis se completan en la explicación.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D1F6D478-76B3-4CF0-ADDF-36DEB136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Ejemplo del capítulo</a:t>
            </a:r>
          </a:p>
        </p:txBody>
      </p:sp>
    </p:spTree>
    <p:extLst>
      <p:ext uri="{BB962C8B-B14F-4D97-AF65-F5344CB8AC3E}">
        <p14:creationId xmlns:p14="http://schemas.microsoft.com/office/powerpoint/2010/main" val="4544181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2026-08-12T20:48:01.2350000Z</dcterms:created>
  <dcterms:modified xsi:type="dcterms:W3CDTF">2026-08-12T20:48:01.2350000Z</dcterms:modified>
</coreProperties>
</file>