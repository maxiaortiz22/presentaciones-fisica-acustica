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0770fad164ae6" /><Relationship Type="http://schemas.openxmlformats.org/officeDocument/2006/relationships/extended-properties" Target="/docProps/app.xml" Id="Rdf492755f1d24b70" /><Relationship Type="http://schemas.openxmlformats.org/officeDocument/2006/relationships/officeDocument" Target="/ppt/presentation.xml" Id="Rfbdf921f8fee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0ea7874d94351"/>
  </p:sldMasterIdLst>
  <p:notesMasterIdLst>
    <p:notesMasterId xmlns:r="http://schemas.openxmlformats.org/officeDocument/2006/relationships" r:id="Rc8e7ad8d95864aee"/>
  </p:notesMasterIdLst>
  <p:sldIdLst>
    <p:sldId xmlns:r="http://schemas.openxmlformats.org/officeDocument/2006/relationships" id="256" r:id="R5024172ebe394e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81c71fba24e3e" /><Relationship Type="http://schemas.openxmlformats.org/officeDocument/2006/relationships/slideMaster" Target="/ppt/slideMasters/slideMaster1.xml" Id="R3df0ea7874d94351" /><Relationship Type="http://schemas.openxmlformats.org/officeDocument/2006/relationships/notesMaster" Target="/ppt/notesMasters/notesMaster1.xml" Id="Rc8e7ad8d95864aee" /><Relationship Type="http://schemas.openxmlformats.org/officeDocument/2006/relationships/presProps" Target="/ppt/presProps.xml" Id="R63a8c026bb214b03" /><Relationship Type="http://schemas.openxmlformats.org/officeDocument/2006/relationships/tableStyles" Target="/ppt/tableStyles.xml" Id="R43ea3a1c96444f2e" /><Relationship Type="http://schemas.openxmlformats.org/officeDocument/2006/relationships/slide" Target="/ppt/slides/slide1.xml" Id="R5024172ebe394e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e3ec9a9e864c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0f45ab62994b0c" /><Relationship Type="http://schemas.openxmlformats.org/officeDocument/2006/relationships/notesMaster" Target="/ppt/notesMasters/notesMaster1.xml" Id="R196347effe36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d47ab6e82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114f9b1cff4d7e" /><Relationship Type="http://schemas.openxmlformats.org/officeDocument/2006/relationships/slideLayout" Target="/ppt/slideLayouts/slideLayout1.xml" Id="Re6ae584811c7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ae584811c7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6abd8ecc4403d" /><Relationship Type="http://schemas.openxmlformats.org/officeDocument/2006/relationships/notesSlide" Target="/ppt/notesSlides/notesSlide1.xml" Id="Rda1299978337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CDC2520-90DE-4525-93E1-43AF84E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F8CA63D-B1AF-4810-8406-C21BA6B5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793627D-7C13-47AA-A297-DA158A51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ABFCBB6-EBAB-46C8-8A01-50E867F0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Matriz de recapitulación atmosférica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C85F796B-148B-4C3F-A113-6310295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9380ACFB-BEE7-41AC-BC7D-7CF1D64C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CA721A35-BF95-4724-B02D-5045EC20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060D7DA5-02DD-4734-AFB5-456B161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1D02BFE8-EADA-4325-9DCA-98D85AE7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99E1B89B-3B7D-46DE-9151-54EA22B7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8123C9CC-4BF9-42E4-B6CC-F201AB46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Casos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DDAA6AFC-867D-4A7B-BE8D-936729E0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columnas c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BD12B250-B1A7-4A59-843E-443A213E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λ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2BE87E06-2BEE-450C-8A33-49D98ED4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trayectoria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3A7ABBCA-C0AE-461B-9041-9C8EF540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L_p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A6237CEF-91A7-4462-BB5D-C66B98EB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“no concluye”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27C9B15-95A9-45B4-BC48-98702D1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733B604-C874-49E3-9A00-4D82FA50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Síntesis B03</a:t>
            </a:r>
          </a:p>
        </p:txBody>
      </p:sp>
    </p:spTree>
    <p:extLst>
      <p:ext uri="{BB962C8B-B14F-4D97-AF65-F5344CB8AC3E}">
        <p14:creationId xmlns:p14="http://schemas.microsoft.com/office/powerpoint/2010/main" val="163034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2026-08-12T20:48:06.9600000Z</dcterms:created>
  <dcterms:modified xsi:type="dcterms:W3CDTF">2026-08-12T20:48:06.9600000Z</dcterms:modified>
</coreProperties>
</file>