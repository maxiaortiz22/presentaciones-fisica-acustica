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2be83b4da34239" /><Relationship Type="http://schemas.openxmlformats.org/officeDocument/2006/relationships/extended-properties" Target="/docProps/app.xml" Id="Rc25c946dd6e74675" /><Relationship Type="http://schemas.openxmlformats.org/officeDocument/2006/relationships/officeDocument" Target="/ppt/presentation.xml" Id="Re7811221374a4b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6d21c13fc3460b"/>
  </p:sldMasterIdLst>
  <p:notesMasterIdLst>
    <p:notesMasterId xmlns:r="http://schemas.openxmlformats.org/officeDocument/2006/relationships" r:id="R394db1f36ec64431"/>
  </p:notesMasterIdLst>
  <p:sldIdLst>
    <p:sldId xmlns:r="http://schemas.openxmlformats.org/officeDocument/2006/relationships" id="256" r:id="Rbaf858838cb84d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9dcc25f8584772" /><Relationship Type="http://schemas.openxmlformats.org/officeDocument/2006/relationships/slideMaster" Target="/ppt/slideMasters/slideMaster1.xml" Id="R0b6d21c13fc3460b" /><Relationship Type="http://schemas.openxmlformats.org/officeDocument/2006/relationships/notesMaster" Target="/ppt/notesMasters/notesMaster1.xml" Id="R394db1f36ec64431" /><Relationship Type="http://schemas.openxmlformats.org/officeDocument/2006/relationships/presProps" Target="/ppt/presProps.xml" Id="Ra3d29a6cccc448f7" /><Relationship Type="http://schemas.openxmlformats.org/officeDocument/2006/relationships/tableStyles" Target="/ppt/tableStyles.xml" Id="Rbb3694e1af694985" /><Relationship Type="http://schemas.openxmlformats.org/officeDocument/2006/relationships/slide" Target="/ppt/slides/slide1.xml" Id="Rbaf858838cb84d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848adbe2924e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dac0e40ec4b10" /><Relationship Type="http://schemas.openxmlformats.org/officeDocument/2006/relationships/notesMaster" Target="/ppt/notesMasters/notesMaster1.xml" Id="Ra476a1f488a343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55e70af48c41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e41188e1864d96" /><Relationship Type="http://schemas.openxmlformats.org/officeDocument/2006/relationships/slideLayout" Target="/ppt/slideLayouts/slideLayout1.xml" Id="R9bcb4ed811754f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b4ed811754f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57763e5c24d5d" /><Relationship Type="http://schemas.openxmlformats.org/officeDocument/2006/relationships/notesSlide" Target="/ppt/notesSlides/notesSlide1.xml" Id="R6e70686a1b1e41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A719F07E-ACFD-45EF-84C9-E4C99BC0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F04889D-6B92-46E3-AC17-00D8A476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FD643AA0-0578-435D-96E7-F45AE2D6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F9BC7D54-A01B-404F-944A-A613393E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Soluciones distancia/directividad</a:t>
            </a:r>
          </a:p>
        </p:txBody>
      </p:sp>
      <p:sp>
        <p:nvSpPr>
          <p:cNvPr id="5" name="source_box">
            <a:extLst xmlns:a="http://schemas.openxmlformats.org/drawingml/2006/main">
              <a:ext uri="{FF2B5EF4-FFF2-40B4-BE49-F238E27FC236}">
                <a16:creationId xmlns:a16="http://schemas.microsoft.com/office/drawing/2014/main" id="{0D35C2D1-C273-48A8-9C6D-6EE3DE04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th_upper_box">
            <a:extLst xmlns:a="http://schemas.openxmlformats.org/drawingml/2006/main">
              <a:ext uri="{FF2B5EF4-FFF2-40B4-BE49-F238E27FC236}">
                <a16:creationId xmlns:a16="http://schemas.microsoft.com/office/drawing/2014/main" id="{209381BD-D5B0-46D9-B62A-92920335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47637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path_lower_box">
            <a:extLst xmlns:a="http://schemas.openxmlformats.org/drawingml/2006/main">
              <a:ext uri="{FF2B5EF4-FFF2-40B4-BE49-F238E27FC236}">
                <a16:creationId xmlns:a16="http://schemas.microsoft.com/office/drawing/2014/main" id="{E9D09D30-085F-484B-8032-6A02817C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57625"/>
            <a:ext cx="30480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receiver_box">
            <a:extLst xmlns:a="http://schemas.openxmlformats.org/drawingml/2006/main">
              <a:ext uri="{FF2B5EF4-FFF2-40B4-BE49-F238E27FC236}">
                <a16:creationId xmlns:a16="http://schemas.microsoft.com/office/drawing/2014/main" id="{27988E50-8087-4476-98DE-AF0BC91E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9375"/>
            <a:ext cx="247650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dition_box">
            <a:extLst xmlns:a="http://schemas.openxmlformats.org/drawingml/2006/main">
              <a:ext uri="{FF2B5EF4-FFF2-40B4-BE49-F238E27FC236}">
                <a16:creationId xmlns:a16="http://schemas.microsoft.com/office/drawing/2014/main" id="{A2595E61-1224-4C10-9DF5-D9A77B08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86375"/>
            <a:ext cx="3048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cxnSp>
        <p:nvCxnSpPr>
          <p:cNvPr id="30" name="route_1a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190875" y="2071688"/>
            <a:ext cx="12858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route_1b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2071688"/>
            <a:ext cx="1476375" cy="1214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route_2a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286125"/>
            <a:ext cx="12858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route_2b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7524750" y="3286125"/>
            <a:ext cx="1476375" cy="1166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source_text">
            <a:extLst xmlns:a="http://schemas.openxmlformats.org/drawingml/2006/main">
              <a:ext uri="{FF2B5EF4-FFF2-40B4-BE49-F238E27FC236}">
                <a16:creationId xmlns:a16="http://schemas.microsoft.com/office/drawing/2014/main" id="{36AE02F8-74E2-4F5F-A965-8E69F228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Datos</a:t>
            </a:r>
          </a:p>
        </p:txBody>
      </p:sp>
      <p:sp>
        <p:nvSpPr>
          <p:cNvPr id="15" name="path_upper_text">
            <a:extLst xmlns:a="http://schemas.openxmlformats.org/drawingml/2006/main">
              <a:ext uri="{FF2B5EF4-FFF2-40B4-BE49-F238E27FC236}">
                <a16:creationId xmlns:a16="http://schemas.microsoft.com/office/drawing/2014/main" id="{F77B7E4F-B998-4437-A702-BB5218C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6687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Operaciones</a:t>
            </a:r>
          </a:p>
        </p:txBody>
      </p:sp>
      <p:sp>
        <p:nvSpPr>
          <p:cNvPr id="16" name="path_lower_text">
            <a:extLst xmlns:a="http://schemas.openxmlformats.org/drawingml/2006/main">
              <a:ext uri="{FF2B5EF4-FFF2-40B4-BE49-F238E27FC236}">
                <a16:creationId xmlns:a16="http://schemas.microsoft.com/office/drawing/2014/main" id="{48ED7616-64FB-40CB-9D55-283F82CB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048125"/>
            <a:ext cx="2590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Unidades</a:t>
            </a:r>
          </a:p>
        </p:txBody>
      </p:sp>
      <p:sp>
        <p:nvSpPr>
          <p:cNvPr id="17" name="receiver_text">
            <a:extLst xmlns:a="http://schemas.openxmlformats.org/drawingml/2006/main">
              <a:ext uri="{FF2B5EF4-FFF2-40B4-BE49-F238E27FC236}">
                <a16:creationId xmlns:a16="http://schemas.microsoft.com/office/drawing/2014/main" id="{82FC085B-D73F-46E6-B9C1-BCE07B70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9875"/>
            <a:ext cx="2019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Hipótesis</a:t>
            </a:r>
          </a:p>
        </p:txBody>
      </p:sp>
      <p:sp>
        <p:nvSpPr>
          <p:cNvPr id="18" name="condition_text">
            <a:extLst xmlns:a="http://schemas.openxmlformats.org/drawingml/2006/main">
              <a:ext uri="{FF2B5EF4-FFF2-40B4-BE49-F238E27FC236}">
                <a16:creationId xmlns:a16="http://schemas.microsoft.com/office/drawing/2014/main" id="{F94B0334-9780-40C6-B876-E87F5D0B7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476875"/>
            <a:ext cx="25908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Conclusiones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acotadas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58710230-DDF2-4459-889A-A3E5AF96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Esquema conceptual;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570FA77-6684-4BD3-BAEA-3A953C36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Ejercicios cap. 9</a:t>
            </a:r>
          </a:p>
        </p:txBody>
      </p:sp>
    </p:spTree>
    <p:extLst>
      <p:ext uri="{BB962C8B-B14F-4D97-AF65-F5344CB8AC3E}">
        <p14:creationId xmlns:p14="http://schemas.microsoft.com/office/powerpoint/2010/main" val="1199739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2026-08-12T20:48:32.7150000Z</dcterms:created>
  <dcterms:modified xsi:type="dcterms:W3CDTF">2026-08-12T20:48:32.7150000Z</dcterms:modified>
</coreProperties>
</file>