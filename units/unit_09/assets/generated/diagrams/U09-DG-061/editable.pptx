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5b518fec454153" /><Relationship Type="http://schemas.openxmlformats.org/officeDocument/2006/relationships/extended-properties" Target="/docProps/app.xml" Id="Rcf9074a721af49f2" /><Relationship Type="http://schemas.openxmlformats.org/officeDocument/2006/relationships/officeDocument" Target="/ppt/presentation.xml" Id="R72ee3fe1839c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75e856def04e60"/>
  </p:sldMasterIdLst>
  <p:notesMasterIdLst>
    <p:notesMasterId xmlns:r="http://schemas.openxmlformats.org/officeDocument/2006/relationships" r:id="Rc76a410a0c874a23"/>
  </p:notesMasterIdLst>
  <p:sldIdLst>
    <p:sldId xmlns:r="http://schemas.openxmlformats.org/officeDocument/2006/relationships" id="256" r:id="Rb2517cef77cc41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3fb878af1c4575" /><Relationship Type="http://schemas.openxmlformats.org/officeDocument/2006/relationships/slideMaster" Target="/ppt/slideMasters/slideMaster1.xml" Id="Rda75e856def04e60" /><Relationship Type="http://schemas.openxmlformats.org/officeDocument/2006/relationships/notesMaster" Target="/ppt/notesMasters/notesMaster1.xml" Id="Rc76a410a0c874a23" /><Relationship Type="http://schemas.openxmlformats.org/officeDocument/2006/relationships/presProps" Target="/ppt/presProps.xml" Id="Rf3be6d664ef54b28" /><Relationship Type="http://schemas.openxmlformats.org/officeDocument/2006/relationships/tableStyles" Target="/ppt/tableStyles.xml" Id="R066aa7757b4940cf" /><Relationship Type="http://schemas.openxmlformats.org/officeDocument/2006/relationships/slide" Target="/ppt/slides/slide1.xml" Id="Rb2517cef77cc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b2d99aa4e145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5b9c96616454d" /><Relationship Type="http://schemas.openxmlformats.org/officeDocument/2006/relationships/notesMaster" Target="/ppt/notesMasters/notesMaster1.xml" Id="R8205fa9add0940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0eeb2537b43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e27760781c43e4" /><Relationship Type="http://schemas.openxmlformats.org/officeDocument/2006/relationships/slideLayout" Target="/ppt/slideLayouts/slideLayout1.xml" Id="Rb54344af69be44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4344af69be44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33dca0cd849e8" /><Relationship Type="http://schemas.openxmlformats.org/officeDocument/2006/relationships/notesSlide" Target="/ppt/notesSlides/notesSlide1.xml" Id="R358fa19ec4e947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8ECC89B-9DDD-4AC4-8BB6-336775FF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E0DC3B1-2D31-42C7-A88B-8634509C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D5A7F97-8B43-4D21-97A5-1C61249A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E36FDFC-459E-40D3-A499-A213B9A7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Caso final, capa receptor/medición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39D550EF-C460-4ECE-AB94-8DA785DB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90D7A2C7-0D04-426F-8D37-FD1DE6A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9C8B650F-DC44-4599-BB2A-2C45D555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5E52C29A-357E-4B44-8D35-743F6D2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CC4C4856-F11D-4074-AA53-F9BD0B0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C9BF33DD-CC14-4B26-AA10-5F4A78CD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Posición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46D9EB3D-9B92-4B59-BFF3-68D36C20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Cabina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A0473810-C16D-4875-A191-A91D948D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Transductor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C04B2349-12FB-4AC6-8EAB-69A5918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Bandas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77661614-9D40-4ADB-A1EA-E28646E2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Norma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56B100B-1BE0-4B11-863E-4F64FFB5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0C7CCF7-B185-4963-BCC4-B5A036F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Capítulo 9</a:t>
            </a:r>
          </a:p>
        </p:txBody>
      </p:sp>
    </p:spTree>
    <p:extLst>
      <p:ext uri="{BB962C8B-B14F-4D97-AF65-F5344CB8AC3E}">
        <p14:creationId xmlns:p14="http://schemas.microsoft.com/office/powerpoint/2010/main" val="510215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2026-08-12T20:48:29.5820000Z</dcterms:created>
  <dcterms:modified xsi:type="dcterms:W3CDTF">2026-08-12T20:48:29.5820000Z</dcterms:modified>
</coreProperties>
</file>