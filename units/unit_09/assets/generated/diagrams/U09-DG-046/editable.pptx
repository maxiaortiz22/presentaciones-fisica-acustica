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0e895ba6d4fc3" /><Relationship Type="http://schemas.openxmlformats.org/officeDocument/2006/relationships/extended-properties" Target="/docProps/app.xml" Id="R5e918a042e774595" /><Relationship Type="http://schemas.openxmlformats.org/officeDocument/2006/relationships/officeDocument" Target="/ppt/presentation.xml" Id="R3a29e4dc0771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92f0fdbb9d4c41"/>
  </p:sldMasterIdLst>
  <p:notesMasterIdLst>
    <p:notesMasterId xmlns:r="http://schemas.openxmlformats.org/officeDocument/2006/relationships" r:id="Rc607fa4926c54f76"/>
  </p:notesMasterIdLst>
  <p:sldIdLst>
    <p:sldId xmlns:r="http://schemas.openxmlformats.org/officeDocument/2006/relationships" id="256" r:id="Ra2f7c3d9a9844d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869776763843f3" /><Relationship Type="http://schemas.openxmlformats.org/officeDocument/2006/relationships/slideMaster" Target="/ppt/slideMasters/slideMaster1.xml" Id="Ra292f0fdbb9d4c41" /><Relationship Type="http://schemas.openxmlformats.org/officeDocument/2006/relationships/notesMaster" Target="/ppt/notesMasters/notesMaster1.xml" Id="Rc607fa4926c54f76" /><Relationship Type="http://schemas.openxmlformats.org/officeDocument/2006/relationships/presProps" Target="/ppt/presProps.xml" Id="Rd0f4fc2a055f4aa9" /><Relationship Type="http://schemas.openxmlformats.org/officeDocument/2006/relationships/tableStyles" Target="/ppt/tableStyles.xml" Id="R09487d39a7594489" /><Relationship Type="http://schemas.openxmlformats.org/officeDocument/2006/relationships/slide" Target="/ppt/slides/slide1.xml" Id="Ra2f7c3d9a9844d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344b779c11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de91963e24c07" /><Relationship Type="http://schemas.openxmlformats.org/officeDocument/2006/relationships/notesMaster" Target="/ppt/notesMasters/notesMaster1.xml" Id="R568471401afc4f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2e81fe0ec4f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b7ab0e96f241dc" /><Relationship Type="http://schemas.openxmlformats.org/officeDocument/2006/relationships/slideLayout" Target="/ppt/slideLayouts/slideLayout1.xml" Id="Rb2cf8475c40042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f8475c40042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2c0875c05401f" /><Relationship Type="http://schemas.openxmlformats.org/officeDocument/2006/relationships/notesSlide" Target="/ppt/notesSlides/notesSlide1.xml" Id="R3d171294c4ae42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A3CA284-8D9D-4F1C-BB75-09DCDCBC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2FABD13-5ECF-41E7-B739-6B6132F8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8AC99DA-1979-4EA3-8BA8-2A74A343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04F89D7-88A3-4E16-A46C-CAF17156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Acondicionar–aislar–insonorizar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C2ABBA92-5864-4A49-8469-BF864A16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A100552A-7796-4964-B1D9-30B3448D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C169FD44-B7C6-4449-8D25-BD529891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4953D31D-D3EB-4104-8EB1-B190DBEF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2DD7CD13-F4A8-4B6F-8838-3CEDE6B7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51452100-D5D3-4C41-AC07-67DEC75C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B953E020-B898-4C51-870C-FCE95707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Acondicionar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AAAA591B-3C32-4602-B7E5-B7984865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Aislar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51ED3C5D-C336-4D02-8409-465219D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Insonorizar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9DE6638C-6370-4C16-93BA-B420DAC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Mecanismo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6BEAADA1-E0E1-4727-9560-696E1E42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Magnitud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F7951ACB-E79F-45D8-BD81-D407B76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Verificación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851F495-8DEE-4746-99B2-E0F36F17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AC0FEF0-960B-4DF0-9329-A57C5824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Programa</a:t>
            </a:r>
          </a:p>
        </p:txBody>
      </p:sp>
    </p:spTree>
    <p:extLst>
      <p:ext uri="{BB962C8B-B14F-4D97-AF65-F5344CB8AC3E}">
        <p14:creationId xmlns:p14="http://schemas.microsoft.com/office/powerpoint/2010/main" val="1409865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2026-08-12T20:48:20.0990000Z</dcterms:created>
  <dcterms:modified xsi:type="dcterms:W3CDTF">2026-08-12T20:48:20.0990000Z</dcterms:modified>
</coreProperties>
</file>