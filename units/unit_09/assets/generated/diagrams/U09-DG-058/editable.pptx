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697eb0b55d4920" /><Relationship Type="http://schemas.openxmlformats.org/officeDocument/2006/relationships/extended-properties" Target="/docProps/app.xml" Id="R638b576487cd446a" /><Relationship Type="http://schemas.openxmlformats.org/officeDocument/2006/relationships/officeDocument" Target="/ppt/presentation.xml" Id="R8ec3d01ed447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a8881624f4eb8"/>
  </p:sldMasterIdLst>
  <p:notesMasterIdLst>
    <p:notesMasterId xmlns:r="http://schemas.openxmlformats.org/officeDocument/2006/relationships" r:id="Rf92d39dc2b5749cd"/>
  </p:notesMasterIdLst>
  <p:sldIdLst>
    <p:sldId xmlns:r="http://schemas.openxmlformats.org/officeDocument/2006/relationships" id="256" r:id="Rc42142be5fc747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a84f4dfba4f5e" /><Relationship Type="http://schemas.openxmlformats.org/officeDocument/2006/relationships/slideMaster" Target="/ppt/slideMasters/slideMaster1.xml" Id="R1eda8881624f4eb8" /><Relationship Type="http://schemas.openxmlformats.org/officeDocument/2006/relationships/notesMaster" Target="/ppt/notesMasters/notesMaster1.xml" Id="Rf92d39dc2b5749cd" /><Relationship Type="http://schemas.openxmlformats.org/officeDocument/2006/relationships/presProps" Target="/ppt/presProps.xml" Id="R737e1d431b694cef" /><Relationship Type="http://schemas.openxmlformats.org/officeDocument/2006/relationships/tableStyles" Target="/ppt/tableStyles.xml" Id="R1812a3af524d4ca5" /><Relationship Type="http://schemas.openxmlformats.org/officeDocument/2006/relationships/slide" Target="/ppt/slides/slide1.xml" Id="Rc42142be5fc747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4f984b40445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9656f0a7b4232" /><Relationship Type="http://schemas.openxmlformats.org/officeDocument/2006/relationships/notesMaster" Target="/ppt/notesMasters/notesMaster1.xml" Id="Rbab1263630f0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d59bb69cb4a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c170355414c05" /><Relationship Type="http://schemas.openxmlformats.org/officeDocument/2006/relationships/slideLayout" Target="/ppt/slideLayouts/slideLayout1.xml" Id="Rc112fc90f10d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12fc90f10d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61cd559c6407e" /><Relationship Type="http://schemas.openxmlformats.org/officeDocument/2006/relationships/notesSlide" Target="/ppt/notesSlides/notesSlide1.xml" Id="R4668be18b74448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31BA69E-D27A-4465-8E0A-9B608905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E3F1FBE-877B-4F08-A449-D3A6259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A2FCF52-DFED-4508-B5AB-6E999046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07892B8-554A-464E-A87C-71828B3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Actividad de rutas de cabina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DD7F24F0-EF64-4AA1-972C-CB6CB27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4D2F4FED-768D-4268-8F3F-B5C1B98D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A58252F1-C4A7-438D-90DC-BD17C9A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69BFB82D-F131-45E2-8D37-10059D8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C1C434C0-9E10-4EB2-A619-9CC2965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FB9BBE17-6589-4EED-8E0E-E48CBC9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Caso con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 exterior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B7FB83D8-6CE8-4E0A-B572-DD0DB041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ventilación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B3FED28A-E8B1-496F-8966-B92093A9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equipo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CD3B8550-60DA-47D3-A4E2-C14D6D7B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tratamiento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interior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889AE917-425D-4117-9DE9-585ED5D3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priorización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E86FE17-5053-47BD-8D86-606E96C8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22892AF-45EC-4B6E-9F6D-4C161D10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Síntesis B07</a:t>
            </a:r>
          </a:p>
        </p:txBody>
      </p:sp>
    </p:spTree>
    <p:extLst>
      <p:ext uri="{BB962C8B-B14F-4D97-AF65-F5344CB8AC3E}">
        <p14:creationId xmlns:p14="http://schemas.microsoft.com/office/powerpoint/2010/main" val="1283845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2026-08-12T20:48:27.7310000Z</dcterms:created>
  <dcterms:modified xsi:type="dcterms:W3CDTF">2026-08-12T20:48:27.7310000Z</dcterms:modified>
</coreProperties>
</file>