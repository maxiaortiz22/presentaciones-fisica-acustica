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6f1c1b2814433" /><Relationship Type="http://schemas.openxmlformats.org/officeDocument/2006/relationships/extended-properties" Target="/docProps/app.xml" Id="Ra0eda23b4e9c4ee5" /><Relationship Type="http://schemas.openxmlformats.org/officeDocument/2006/relationships/officeDocument" Target="/ppt/presentation.xml" Id="Ra74bec358828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98d359cdf477b"/>
  </p:sldMasterIdLst>
  <p:notesMasterIdLst>
    <p:notesMasterId xmlns:r="http://schemas.openxmlformats.org/officeDocument/2006/relationships" r:id="R262746e46f5c4468"/>
  </p:notesMasterIdLst>
  <p:sldIdLst>
    <p:sldId xmlns:r="http://schemas.openxmlformats.org/officeDocument/2006/relationships" id="256" r:id="R6184fe3456884b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3ef48a09ba4a6d" /><Relationship Type="http://schemas.openxmlformats.org/officeDocument/2006/relationships/slideMaster" Target="/ppt/slideMasters/slideMaster1.xml" Id="R42298d359cdf477b" /><Relationship Type="http://schemas.openxmlformats.org/officeDocument/2006/relationships/notesMaster" Target="/ppt/notesMasters/notesMaster1.xml" Id="R262746e46f5c4468" /><Relationship Type="http://schemas.openxmlformats.org/officeDocument/2006/relationships/presProps" Target="/ppt/presProps.xml" Id="Rbcb179d1bdbd4759" /><Relationship Type="http://schemas.openxmlformats.org/officeDocument/2006/relationships/tableStyles" Target="/ppt/tableStyles.xml" Id="R026d632a7539498c" /><Relationship Type="http://schemas.openxmlformats.org/officeDocument/2006/relationships/slide" Target="/ppt/slides/slide1.xml" Id="R6184fe3456884b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cca8eb4dc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de8186777490d" /><Relationship Type="http://schemas.openxmlformats.org/officeDocument/2006/relationships/notesMaster" Target="/ppt/notesMasters/notesMaster1.xml" Id="R02f1aa35c505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51400d66247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5651778494baa" /><Relationship Type="http://schemas.openxmlformats.org/officeDocument/2006/relationships/slideLayout" Target="/ppt/slideLayouts/slideLayout1.xml" Id="R5bb9ce20404442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9ce20404442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970fada5d4a96" /><Relationship Type="http://schemas.openxmlformats.org/officeDocument/2006/relationships/notesSlide" Target="/ppt/notesSlides/notesSlide1.xml" Id="Rf38f635ba3ef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C4ECA1C-0492-4E86-97AD-0DDEE836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B6BD0AF-69F3-4BA3-95BB-7BE3C71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08A15143-CDED-4438-9AD8-181AEAE1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2DE28E8-3FB8-4A49-83E7-C056DA53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Rutas entre recintos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ECC09204-1F92-4558-80F4-7340C399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8CDE3723-F89C-4BB2-A90F-587F76A8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04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E1F56CF1-15EB-4163-A5AF-355D9849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74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6F64C468-D689-4AB8-8A24-CA382C3E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9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0F29DE2D-FCDB-44AC-B127-D2AD6444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24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21FAC5AE-C7A2-4232-9523-8E33623C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4913"/>
            <a:ext cx="4000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1595438"/>
            <a:ext cx="3143250" cy="173831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3750" y="2547938"/>
            <a:ext cx="3143250" cy="78581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3143250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3333750"/>
            <a:ext cx="314325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edge_5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3333750"/>
            <a:ext cx="3143250" cy="2071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3094189C-5178-4101-8BB9-CA741357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14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Rutas entre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recintos</a:t>
            </a:r>
          </a:p>
        </p:txBody>
      </p:sp>
      <p:sp>
        <p:nvSpPr>
          <p:cNvPr id="17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E688F10F-62CE-49EA-A112-D339B69D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5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Pared</a:t>
            </a:r>
          </a:p>
        </p:txBody>
      </p:sp>
      <p:sp>
        <p:nvSpPr>
          <p:cNvPr id="18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DD8436AC-BD10-4CDF-A06E-DEBD805C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79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Puerta y junta</a:t>
            </a:r>
          </a:p>
        </p:txBody>
      </p:sp>
      <p:sp>
        <p:nvSpPr>
          <p:cNvPr id="19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5A634746-1156-4171-87AE-1E9CF64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00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Ventilación</a:t>
            </a:r>
          </a:p>
        </p:txBody>
      </p:sp>
      <p:sp>
        <p:nvSpPr>
          <p:cNvPr id="20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FBC0333C-7CCA-44F4-B0D5-3069CEEB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529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Estructura</a:t>
            </a:r>
          </a:p>
        </p:txBody>
      </p:sp>
      <p:sp>
        <p:nvSpPr>
          <p:cNvPr id="21" name="branch_5_text">
            <a:extLst xmlns:a="http://schemas.openxmlformats.org/drawingml/2006/main">
              <a:ext uri="{FF2B5EF4-FFF2-40B4-BE49-F238E27FC236}">
                <a16:creationId xmlns:a16="http://schemas.microsoft.com/office/drawing/2014/main" id="{0B19F34F-0B67-4192-B46A-C6BE58B7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05413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Flanqueo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A526E29-1DA9-4C6E-B16B-22850AF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Rutas conceptuales independientes; no está a escala ni representa una medición.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C3FCB08-A595-4EE7-83C7-E1E20452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9.8–9.8.1</a:t>
            </a:r>
          </a:p>
        </p:txBody>
      </p:sp>
    </p:spTree>
    <p:extLst>
      <p:ext uri="{BB962C8B-B14F-4D97-AF65-F5344CB8AC3E}">
        <p14:creationId xmlns:p14="http://schemas.microsoft.com/office/powerpoint/2010/main" val="582229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2026-08-12T20:48:19.4350000Z</dcterms:created>
  <dcterms:modified xsi:type="dcterms:W3CDTF">2026-08-12T20:48:19.4360000Z</dcterms:modified>
</coreProperties>
</file>