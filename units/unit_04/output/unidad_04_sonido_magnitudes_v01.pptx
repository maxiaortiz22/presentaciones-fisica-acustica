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2e17496c0e4c23" /><Relationship Type="http://schemas.openxmlformats.org/officeDocument/2006/relationships/extended-properties" Target="/docProps/app.xml" Id="Re5e993623fc04bb7" /><Relationship Type="http://schemas.openxmlformats.org/officeDocument/2006/relationships/officeDocument" Target="/ppt/presentation.xml" Id="Rf0fd656c871341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3bd868ee345ac"/>
    <p:sldMasterId xmlns:r="http://schemas.openxmlformats.org/officeDocument/2006/relationships" id="2147483673" r:id="R219f298faf0a4c4e"/>
  </p:sldMasterIdLst>
  <p:notesMasterIdLst>
    <p:notesMasterId xmlns:r="http://schemas.openxmlformats.org/officeDocument/2006/relationships" r:id="R8670452353b845ce"/>
  </p:notesMasterIdLst>
  <p:sldIdLst>
    <p:sldId xmlns:r="http://schemas.openxmlformats.org/officeDocument/2006/relationships" id="256" r:id="Reb0223b8ad4c4ac7"/>
    <p:sldId xmlns:r="http://schemas.openxmlformats.org/officeDocument/2006/relationships" id="257" r:id="Rb6b7bbe1c9a949a0"/>
    <p:sldId xmlns:r="http://schemas.openxmlformats.org/officeDocument/2006/relationships" id="258" r:id="R009a94c6a74c4c3d"/>
    <p:sldId xmlns:r="http://schemas.openxmlformats.org/officeDocument/2006/relationships" id="259" r:id="Rf68fa31dff9d4b38"/>
    <p:sldId xmlns:r="http://schemas.openxmlformats.org/officeDocument/2006/relationships" id="260" r:id="R4df9735c95b14ed6"/>
    <p:sldId xmlns:r="http://schemas.openxmlformats.org/officeDocument/2006/relationships" id="261" r:id="R86c127b15b1d4c8a"/>
    <p:sldId xmlns:r="http://schemas.openxmlformats.org/officeDocument/2006/relationships" id="262" r:id="R859012de697341f6"/>
    <p:sldId xmlns:r="http://schemas.openxmlformats.org/officeDocument/2006/relationships" id="263" r:id="R65f6f82092a24136"/>
    <p:sldId xmlns:r="http://schemas.openxmlformats.org/officeDocument/2006/relationships" id="264" r:id="R3764a3d0772f40c6"/>
    <p:sldId xmlns:r="http://schemas.openxmlformats.org/officeDocument/2006/relationships" id="265" r:id="Redf9892d013b4c9d"/>
    <p:sldId xmlns:r="http://schemas.openxmlformats.org/officeDocument/2006/relationships" id="266" r:id="R94d86651b5df4762"/>
    <p:sldId xmlns:r="http://schemas.openxmlformats.org/officeDocument/2006/relationships" id="267" r:id="Re2c3aa983ab64365"/>
    <p:sldId xmlns:r="http://schemas.openxmlformats.org/officeDocument/2006/relationships" id="268" r:id="R54f00fc9027d4985"/>
    <p:sldId xmlns:r="http://schemas.openxmlformats.org/officeDocument/2006/relationships" id="269" r:id="Rb44eb49ed2744fda"/>
    <p:sldId xmlns:r="http://schemas.openxmlformats.org/officeDocument/2006/relationships" id="270" r:id="Rc8b5128c8a8445ea"/>
    <p:sldId xmlns:r="http://schemas.openxmlformats.org/officeDocument/2006/relationships" id="271" r:id="R8129ed45b31c42de"/>
    <p:sldId xmlns:r="http://schemas.openxmlformats.org/officeDocument/2006/relationships" id="272" r:id="Rf5cd43546ed744a7"/>
    <p:sldId xmlns:r="http://schemas.openxmlformats.org/officeDocument/2006/relationships" id="273" r:id="R044e925e78fb4e81"/>
    <p:sldId xmlns:r="http://schemas.openxmlformats.org/officeDocument/2006/relationships" id="274" r:id="R8622f136ebbf4894"/>
    <p:sldId xmlns:r="http://schemas.openxmlformats.org/officeDocument/2006/relationships" id="275" r:id="R8cf8ff6182274524"/>
    <p:sldId xmlns:r="http://schemas.openxmlformats.org/officeDocument/2006/relationships" id="276" r:id="Rc7dd692e394243ce"/>
    <p:sldId xmlns:r="http://schemas.openxmlformats.org/officeDocument/2006/relationships" id="277" r:id="R9be50cada4764f3f"/>
    <p:sldId xmlns:r="http://schemas.openxmlformats.org/officeDocument/2006/relationships" id="278" r:id="Rb9544ceb4658401a"/>
    <p:sldId xmlns:r="http://schemas.openxmlformats.org/officeDocument/2006/relationships" id="279" r:id="Rf56af43f2d134406"/>
    <p:sldId xmlns:r="http://schemas.openxmlformats.org/officeDocument/2006/relationships" id="280" r:id="R65fdac7a3b164a13"/>
    <p:sldId xmlns:r="http://schemas.openxmlformats.org/officeDocument/2006/relationships" id="281" r:id="R0c0ed07b69874b6a"/>
    <p:sldId xmlns:r="http://schemas.openxmlformats.org/officeDocument/2006/relationships" id="282" r:id="R99bebb7cc7e24529"/>
    <p:sldId xmlns:r="http://schemas.openxmlformats.org/officeDocument/2006/relationships" id="283" r:id="R58f6f6f98f6143a2"/>
    <p:sldId xmlns:r="http://schemas.openxmlformats.org/officeDocument/2006/relationships" id="284" r:id="R531a9f3b2b14408e"/>
    <p:sldId xmlns:r="http://schemas.openxmlformats.org/officeDocument/2006/relationships" id="285" r:id="R39dea692c82b4172"/>
    <p:sldId xmlns:r="http://schemas.openxmlformats.org/officeDocument/2006/relationships" id="286" r:id="R7d8e62105ee540f8"/>
    <p:sldId xmlns:r="http://schemas.openxmlformats.org/officeDocument/2006/relationships" id="287" r:id="R804d906391bf4e71"/>
    <p:sldId xmlns:r="http://schemas.openxmlformats.org/officeDocument/2006/relationships" id="288" r:id="Re61e95e37e3247e4"/>
    <p:sldId xmlns:r="http://schemas.openxmlformats.org/officeDocument/2006/relationships" id="289" r:id="R2307e5a92ceb4770"/>
    <p:sldId xmlns:r="http://schemas.openxmlformats.org/officeDocument/2006/relationships" id="290" r:id="R935b22657c6e4642"/>
    <p:sldId xmlns:r="http://schemas.openxmlformats.org/officeDocument/2006/relationships" id="291" r:id="Rfad44f2d5bbb476c"/>
    <p:sldId xmlns:r="http://schemas.openxmlformats.org/officeDocument/2006/relationships" id="292" r:id="Rd212df437b554a04"/>
    <p:sldId xmlns:r="http://schemas.openxmlformats.org/officeDocument/2006/relationships" id="293" r:id="R107227cbf970434a"/>
    <p:sldId xmlns:r="http://schemas.openxmlformats.org/officeDocument/2006/relationships" id="294" r:id="R98e7c94856ab42bb"/>
    <p:sldId xmlns:r="http://schemas.openxmlformats.org/officeDocument/2006/relationships" id="295" r:id="Rab3368c77d5d485e"/>
    <p:sldId xmlns:r="http://schemas.openxmlformats.org/officeDocument/2006/relationships" id="296" r:id="Rdd9a9f40ebea4ab5"/>
    <p:sldId xmlns:r="http://schemas.openxmlformats.org/officeDocument/2006/relationships" id="297" r:id="R6b12945ea7b5406a"/>
    <p:sldId xmlns:r="http://schemas.openxmlformats.org/officeDocument/2006/relationships" id="298" r:id="Racda8455544b44e0"/>
    <p:sldId xmlns:r="http://schemas.openxmlformats.org/officeDocument/2006/relationships" id="299" r:id="R942428b59ce449b4"/>
    <p:sldId xmlns:r="http://schemas.openxmlformats.org/officeDocument/2006/relationships" id="300" r:id="R246be54c711b4799"/>
    <p:sldId xmlns:r="http://schemas.openxmlformats.org/officeDocument/2006/relationships" id="301" r:id="R25e89f193f28425f"/>
    <p:sldId xmlns:r="http://schemas.openxmlformats.org/officeDocument/2006/relationships" id="302" r:id="R0cb7e1e54ead4de2"/>
    <p:sldId xmlns:r="http://schemas.openxmlformats.org/officeDocument/2006/relationships" id="303" r:id="Rf9d07b0e18934dad"/>
    <p:sldId xmlns:r="http://schemas.openxmlformats.org/officeDocument/2006/relationships" id="304" r:id="R998f42c5f73e4102"/>
    <p:sldId xmlns:r="http://schemas.openxmlformats.org/officeDocument/2006/relationships" id="305" r:id="R1b9f064f69c34eeb"/>
    <p:sldId xmlns:r="http://schemas.openxmlformats.org/officeDocument/2006/relationships" id="306" r:id="Ra52f535bca9346c7"/>
    <p:sldId xmlns:r="http://schemas.openxmlformats.org/officeDocument/2006/relationships" id="307" r:id="R6c59808f00b7448d"/>
    <p:sldId xmlns:r="http://schemas.openxmlformats.org/officeDocument/2006/relationships" id="308" r:id="R21a90a561e92427f"/>
    <p:sldId xmlns:r="http://schemas.openxmlformats.org/officeDocument/2006/relationships" id="309" r:id="Rd4acd7e9b57a4409"/>
    <p:sldId xmlns:r="http://schemas.openxmlformats.org/officeDocument/2006/relationships" id="310" r:id="Rff288aa3704540d7"/>
    <p:sldId xmlns:r="http://schemas.openxmlformats.org/officeDocument/2006/relationships" id="311" r:id="R7ef35e9076a3477d"/>
    <p:sldId xmlns:r="http://schemas.openxmlformats.org/officeDocument/2006/relationships" id="312" r:id="R7860ed8a9bec477b"/>
    <p:sldId xmlns:r="http://schemas.openxmlformats.org/officeDocument/2006/relationships" id="313" r:id="R65fe92eb4aaf4b87"/>
    <p:sldId xmlns:r="http://schemas.openxmlformats.org/officeDocument/2006/relationships" id="314" r:id="R88b3844fac5c4fc9"/>
    <p:sldId xmlns:r="http://schemas.openxmlformats.org/officeDocument/2006/relationships" id="315" r:id="Rc385fc17a9cd4c6e"/>
    <p:sldId xmlns:r="http://schemas.openxmlformats.org/officeDocument/2006/relationships" id="316" r:id="R0fdac74cd4c2421b"/>
    <p:sldId xmlns:r="http://schemas.openxmlformats.org/officeDocument/2006/relationships" id="317" r:id="Ra905777fa8ac4334"/>
    <p:sldId xmlns:r="http://schemas.openxmlformats.org/officeDocument/2006/relationships" id="318" r:id="R00e3f0f7b94d4cee"/>
    <p:sldId xmlns:r="http://schemas.openxmlformats.org/officeDocument/2006/relationships" id="319" r:id="R93423371d9884d56"/>
    <p:sldId xmlns:r="http://schemas.openxmlformats.org/officeDocument/2006/relationships" id="320" r:id="R9a35eefca2b643fc"/>
    <p:sldId xmlns:r="http://schemas.openxmlformats.org/officeDocument/2006/relationships" id="321" r:id="Reaf380e233694b35"/>
    <p:sldId xmlns:r="http://schemas.openxmlformats.org/officeDocument/2006/relationships" id="322" r:id="Rdeb1d1a89b51442a"/>
    <p:sldId xmlns:r="http://schemas.openxmlformats.org/officeDocument/2006/relationships" id="323" r:id="R3a9c8a5c46ee44c6"/>
    <p:sldId xmlns:r="http://schemas.openxmlformats.org/officeDocument/2006/relationships" id="324" r:id="R70c7cd2bf5f94d90"/>
    <p:sldId xmlns:r="http://schemas.openxmlformats.org/officeDocument/2006/relationships" id="325" r:id="R1b63c6bf26664344"/>
    <p:sldId xmlns:r="http://schemas.openxmlformats.org/officeDocument/2006/relationships" id="326" r:id="R4adfe0e60c7a432b"/>
    <p:sldId xmlns:r="http://schemas.openxmlformats.org/officeDocument/2006/relationships" id="327" r:id="R881b68fd8b6b4c49"/>
    <p:sldId xmlns:r="http://schemas.openxmlformats.org/officeDocument/2006/relationships" id="328" r:id="R59944f174bd94966"/>
    <p:sldId xmlns:r="http://schemas.openxmlformats.org/officeDocument/2006/relationships" id="329" r:id="R7740cc013bcd4125"/>
    <p:sldId xmlns:r="http://schemas.openxmlformats.org/officeDocument/2006/relationships" id="330" r:id="R2d4d5f3079c54662"/>
    <p:sldId xmlns:r="http://schemas.openxmlformats.org/officeDocument/2006/relationships" id="331" r:id="Rcaaeeaf5944f4cde"/>
    <p:sldId xmlns:r="http://schemas.openxmlformats.org/officeDocument/2006/relationships" id="332" r:id="Rcd3dab37b208411b"/>
    <p:sldId xmlns:r="http://schemas.openxmlformats.org/officeDocument/2006/relationships" id="333" r:id="R34b0443e00f94ef6"/>
    <p:sldId xmlns:r="http://schemas.openxmlformats.org/officeDocument/2006/relationships" id="334" r:id="Rbab0ecdf5f084a35"/>
    <p:sldId xmlns:r="http://schemas.openxmlformats.org/officeDocument/2006/relationships" id="335" r:id="R3011b17cec834953"/>
    <p:sldId xmlns:r="http://schemas.openxmlformats.org/officeDocument/2006/relationships" id="336" r:id="R3e187a0216514e11"/>
    <p:sldId xmlns:r="http://schemas.openxmlformats.org/officeDocument/2006/relationships" id="337" r:id="R57f0f576e4a84b4c"/>
    <p:sldId xmlns:r="http://schemas.openxmlformats.org/officeDocument/2006/relationships" id="338" r:id="R7ab342ee3c354c9c"/>
    <p:sldId xmlns:r="http://schemas.openxmlformats.org/officeDocument/2006/relationships" id="339" r:id="R2fef8ec46f77446c"/>
    <p:sldId xmlns:r="http://schemas.openxmlformats.org/officeDocument/2006/relationships" id="340" r:id="Rfed5b70be7844c00"/>
    <p:sldId xmlns:r="http://schemas.openxmlformats.org/officeDocument/2006/relationships" id="341" r:id="R0429584d60d74bb9"/>
    <p:sldId xmlns:r="http://schemas.openxmlformats.org/officeDocument/2006/relationships" id="342" r:id="R58823829ecf4447e"/>
    <p:sldId xmlns:r="http://schemas.openxmlformats.org/officeDocument/2006/relationships" id="343" r:id="R8e245a251adc4717"/>
    <p:sldId xmlns:r="http://schemas.openxmlformats.org/officeDocument/2006/relationships" id="344" r:id="R443e7b6f35254734"/>
    <p:sldId xmlns:r="http://schemas.openxmlformats.org/officeDocument/2006/relationships" id="345" r:id="R74c9c33c82ac4890"/>
    <p:sldId xmlns:r="http://schemas.openxmlformats.org/officeDocument/2006/relationships" id="346" r:id="Rd4ddaca7c3b14a7e"/>
    <p:sldId xmlns:r="http://schemas.openxmlformats.org/officeDocument/2006/relationships" id="347" r:id="Rbf9cba8fe07c4e4d"/>
    <p:sldId xmlns:r="http://schemas.openxmlformats.org/officeDocument/2006/relationships" id="348" r:id="Rfbd9000be683477c"/>
    <p:sldId xmlns:r="http://schemas.openxmlformats.org/officeDocument/2006/relationships" id="349" r:id="Rcf46eb215c024e55"/>
    <p:sldId xmlns:r="http://schemas.openxmlformats.org/officeDocument/2006/relationships" id="350" r:id="Rab0bca951cc84c9b"/>
    <p:sldId xmlns:r="http://schemas.openxmlformats.org/officeDocument/2006/relationships" id="351" r:id="Rb8f0fffa89a14cce"/>
    <p:sldId xmlns:r="http://schemas.openxmlformats.org/officeDocument/2006/relationships" id="352" r:id="R5e8e49a2f04a48c4"/>
    <p:sldId xmlns:r="http://schemas.openxmlformats.org/officeDocument/2006/relationships" id="353" r:id="R14a3c02048cb4e9f"/>
    <p:sldId xmlns:r="http://schemas.openxmlformats.org/officeDocument/2006/relationships" id="354" r:id="Rc1494a9748c44ccf"/>
    <p:sldId xmlns:r="http://schemas.openxmlformats.org/officeDocument/2006/relationships" id="355" r:id="Rbd79138105f642f9"/>
    <p:sldId xmlns:r="http://schemas.openxmlformats.org/officeDocument/2006/relationships" id="356" r:id="Rc8930a11d9dd4070"/>
    <p:sldId xmlns:r="http://schemas.openxmlformats.org/officeDocument/2006/relationships" id="357" r:id="R0c7ab40320a64c98"/>
    <p:sldId xmlns:r="http://schemas.openxmlformats.org/officeDocument/2006/relationships" id="358" r:id="Rff9ac6b45d6d4483"/>
    <p:sldId xmlns:r="http://schemas.openxmlformats.org/officeDocument/2006/relationships" id="359" r:id="R7086784f4770423d"/>
    <p:sldId xmlns:r="http://schemas.openxmlformats.org/officeDocument/2006/relationships" id="360" r:id="R8a28b3c169424dab"/>
    <p:sldId xmlns:r="http://schemas.openxmlformats.org/officeDocument/2006/relationships" id="361" r:id="R64905fccf11840bd"/>
    <p:sldId xmlns:r="http://schemas.openxmlformats.org/officeDocument/2006/relationships" id="362" r:id="Rcc149d1fed974ef1"/>
    <p:sldId xmlns:r="http://schemas.openxmlformats.org/officeDocument/2006/relationships" id="363" r:id="Rf1da19017ec248cc"/>
    <p:sldId xmlns:r="http://schemas.openxmlformats.org/officeDocument/2006/relationships" id="364" r:id="R295ff569421444a1"/>
    <p:sldId xmlns:r="http://schemas.openxmlformats.org/officeDocument/2006/relationships" id="365" r:id="Rba61c06a7f0a4956"/>
    <p:sldId xmlns:r="http://schemas.openxmlformats.org/officeDocument/2006/relationships" id="366" r:id="Raae73e74e4ff4272"/>
    <p:sldId xmlns:r="http://schemas.openxmlformats.org/officeDocument/2006/relationships" id="367" r:id="R2f523d9cb46941f9"/>
    <p:sldId xmlns:r="http://schemas.openxmlformats.org/officeDocument/2006/relationships" id="368" r:id="R0e9043388eb14127"/>
    <p:sldId xmlns:r="http://schemas.openxmlformats.org/officeDocument/2006/relationships" id="369" r:id="R9f752793b62543a1"/>
    <p:sldId xmlns:r="http://schemas.openxmlformats.org/officeDocument/2006/relationships" id="370" r:id="R9aa99bd27cf545b8"/>
    <p:sldId xmlns:r="http://schemas.openxmlformats.org/officeDocument/2006/relationships" id="371" r:id="R7fd88414a8b34680"/>
    <p:sldId xmlns:r="http://schemas.openxmlformats.org/officeDocument/2006/relationships" id="372" r:id="R0b944d8b40834eea"/>
    <p:sldId xmlns:r="http://schemas.openxmlformats.org/officeDocument/2006/relationships" id="373" r:id="R48f85ee53bd04ff5"/>
    <p:sldId xmlns:r="http://schemas.openxmlformats.org/officeDocument/2006/relationships" id="374" r:id="R2629d0e797664b8c"/>
    <p:sldId xmlns:r="http://schemas.openxmlformats.org/officeDocument/2006/relationships" id="375" r:id="Rfa4ace0846f54491"/>
    <p:sldId xmlns:r="http://schemas.openxmlformats.org/officeDocument/2006/relationships" id="376" r:id="R5d42164be3ea4383"/>
    <p:sldId xmlns:r="http://schemas.openxmlformats.org/officeDocument/2006/relationships" id="377" r:id="R2ae7a484170e49dc"/>
    <p:sldId xmlns:r="http://schemas.openxmlformats.org/officeDocument/2006/relationships" id="378" r:id="Rfa0ea9e9e3e14c0e"/>
    <p:sldId xmlns:r="http://schemas.openxmlformats.org/officeDocument/2006/relationships" id="379" r:id="R8d2c885bca084f0e"/>
    <p:sldId xmlns:r="http://schemas.openxmlformats.org/officeDocument/2006/relationships" id="380" r:id="Radd505716f344e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cd755e255e4262" /><Relationship Type="http://schemas.openxmlformats.org/officeDocument/2006/relationships/slideMaster" Target="/ppt/slideMasters/slideMaster1.xml" Id="Re843bd868ee345ac" /><Relationship Type="http://schemas.openxmlformats.org/officeDocument/2006/relationships/slideMaster" Target="/ppt/slideMasters/slideMaster2.xml" Id="R219f298faf0a4c4e" /><Relationship Type="http://schemas.openxmlformats.org/officeDocument/2006/relationships/notesMaster" Target="/ppt/notesMasters/notesMaster1.xml" Id="R8670452353b845ce" /><Relationship Type="http://schemas.openxmlformats.org/officeDocument/2006/relationships/presProps" Target="/ppt/presProps.xml" Id="R3f103a60ddc148a8" /><Relationship Type="http://schemas.openxmlformats.org/officeDocument/2006/relationships/viewProps" Target="/ppt/viewProps.xml" Id="R231898529d614333" /><Relationship Type="http://schemas.openxmlformats.org/officeDocument/2006/relationships/tableStyles" Target="/ppt/tableStyles.xml" Id="R1aaffeebbba04f6a" /><Relationship Type="http://schemas.openxmlformats.org/officeDocument/2006/relationships/slide" Target="/ppt/slides/slide1.xml" Id="Reb0223b8ad4c4ac7" /><Relationship Type="http://schemas.openxmlformats.org/officeDocument/2006/relationships/slide" Target="/ppt/slides/slide2.xml" Id="Rb6b7bbe1c9a949a0" /><Relationship Type="http://schemas.openxmlformats.org/officeDocument/2006/relationships/slide" Target="/ppt/slides/slide3.xml" Id="R009a94c6a74c4c3d" /><Relationship Type="http://schemas.openxmlformats.org/officeDocument/2006/relationships/slide" Target="/ppt/slides/slide4.xml" Id="Rf68fa31dff9d4b38" /><Relationship Type="http://schemas.openxmlformats.org/officeDocument/2006/relationships/slide" Target="/ppt/slides/slide5.xml" Id="R4df9735c95b14ed6" /><Relationship Type="http://schemas.openxmlformats.org/officeDocument/2006/relationships/slide" Target="/ppt/slides/slide6.xml" Id="R86c127b15b1d4c8a" /><Relationship Type="http://schemas.openxmlformats.org/officeDocument/2006/relationships/slide" Target="/ppt/slides/slide7.xml" Id="R859012de697341f6" /><Relationship Type="http://schemas.openxmlformats.org/officeDocument/2006/relationships/slide" Target="/ppt/slides/slide8.xml" Id="R65f6f82092a24136" /><Relationship Type="http://schemas.openxmlformats.org/officeDocument/2006/relationships/slide" Target="/ppt/slides/slide9.xml" Id="R3764a3d0772f40c6" /><Relationship Type="http://schemas.openxmlformats.org/officeDocument/2006/relationships/slide" Target="/ppt/slides/slide10.xml" Id="Redf9892d013b4c9d" /><Relationship Type="http://schemas.openxmlformats.org/officeDocument/2006/relationships/slide" Target="/ppt/slides/slide11.xml" Id="R94d86651b5df4762" /><Relationship Type="http://schemas.openxmlformats.org/officeDocument/2006/relationships/slide" Target="/ppt/slides/slide12.xml" Id="Re2c3aa983ab64365" /><Relationship Type="http://schemas.openxmlformats.org/officeDocument/2006/relationships/slide" Target="/ppt/slides/slide13.xml" Id="R54f00fc9027d4985" /><Relationship Type="http://schemas.openxmlformats.org/officeDocument/2006/relationships/slide" Target="/ppt/slides/slide14.xml" Id="Rb44eb49ed2744fda" /><Relationship Type="http://schemas.openxmlformats.org/officeDocument/2006/relationships/slide" Target="/ppt/slides/slide15.xml" Id="Rc8b5128c8a8445ea" /><Relationship Type="http://schemas.openxmlformats.org/officeDocument/2006/relationships/slide" Target="/ppt/slides/slide16.xml" Id="R8129ed45b31c42de" /><Relationship Type="http://schemas.openxmlformats.org/officeDocument/2006/relationships/slide" Target="/ppt/slides/slide17.xml" Id="Rf5cd43546ed744a7" /><Relationship Type="http://schemas.openxmlformats.org/officeDocument/2006/relationships/slide" Target="/ppt/slides/slide18.xml" Id="R044e925e78fb4e81" /><Relationship Type="http://schemas.openxmlformats.org/officeDocument/2006/relationships/slide" Target="/ppt/slides/slide19.xml" Id="R8622f136ebbf4894" /><Relationship Type="http://schemas.openxmlformats.org/officeDocument/2006/relationships/slide" Target="/ppt/slides/slide20.xml" Id="R8cf8ff6182274524" /><Relationship Type="http://schemas.openxmlformats.org/officeDocument/2006/relationships/slide" Target="/ppt/slides/slide21.xml" Id="Rc7dd692e394243ce" /><Relationship Type="http://schemas.openxmlformats.org/officeDocument/2006/relationships/slide" Target="/ppt/slides/slide22.xml" Id="R9be50cada4764f3f" /><Relationship Type="http://schemas.openxmlformats.org/officeDocument/2006/relationships/slide" Target="/ppt/slides/slide23.xml" Id="Rb9544ceb4658401a" /><Relationship Type="http://schemas.openxmlformats.org/officeDocument/2006/relationships/slide" Target="/ppt/slides/slide24.xml" Id="Rf56af43f2d134406" /><Relationship Type="http://schemas.openxmlformats.org/officeDocument/2006/relationships/slide" Target="/ppt/slides/slide25.xml" Id="R65fdac7a3b164a13" /><Relationship Type="http://schemas.openxmlformats.org/officeDocument/2006/relationships/slide" Target="/ppt/slides/slide26.xml" Id="R0c0ed07b69874b6a" /><Relationship Type="http://schemas.openxmlformats.org/officeDocument/2006/relationships/slide" Target="/ppt/slides/slide27.xml" Id="R99bebb7cc7e24529" /><Relationship Type="http://schemas.openxmlformats.org/officeDocument/2006/relationships/slide" Target="/ppt/slides/slide28.xml" Id="R58f6f6f98f6143a2" /><Relationship Type="http://schemas.openxmlformats.org/officeDocument/2006/relationships/slide" Target="/ppt/slides/slide29.xml" Id="R531a9f3b2b14408e" /><Relationship Type="http://schemas.openxmlformats.org/officeDocument/2006/relationships/slide" Target="/ppt/slides/slide30.xml" Id="R39dea692c82b4172" /><Relationship Type="http://schemas.openxmlformats.org/officeDocument/2006/relationships/slide" Target="/ppt/slides/slide31.xml" Id="R7d8e62105ee540f8" /><Relationship Type="http://schemas.openxmlformats.org/officeDocument/2006/relationships/slide" Target="/ppt/slides/slide32.xml" Id="R804d906391bf4e71" /><Relationship Type="http://schemas.openxmlformats.org/officeDocument/2006/relationships/slide" Target="/ppt/slides/slide33.xml" Id="Re61e95e37e3247e4" /><Relationship Type="http://schemas.openxmlformats.org/officeDocument/2006/relationships/slide" Target="/ppt/slides/slide34.xml" Id="R2307e5a92ceb4770" /><Relationship Type="http://schemas.openxmlformats.org/officeDocument/2006/relationships/slide" Target="/ppt/slides/slide35.xml" Id="R935b22657c6e4642" /><Relationship Type="http://schemas.openxmlformats.org/officeDocument/2006/relationships/slide" Target="/ppt/slides/slide36.xml" Id="Rfad44f2d5bbb476c" /><Relationship Type="http://schemas.openxmlformats.org/officeDocument/2006/relationships/slide" Target="/ppt/slides/slide37.xml" Id="Rd212df437b554a04" /><Relationship Type="http://schemas.openxmlformats.org/officeDocument/2006/relationships/slide" Target="/ppt/slides/slide38.xml" Id="R107227cbf970434a" /><Relationship Type="http://schemas.openxmlformats.org/officeDocument/2006/relationships/slide" Target="/ppt/slides/slide39.xml" Id="R98e7c94856ab42bb" /><Relationship Type="http://schemas.openxmlformats.org/officeDocument/2006/relationships/slide" Target="/ppt/slides/slide40.xml" Id="Rab3368c77d5d485e" /><Relationship Type="http://schemas.openxmlformats.org/officeDocument/2006/relationships/slide" Target="/ppt/slides/slide41.xml" Id="Rdd9a9f40ebea4ab5" /><Relationship Type="http://schemas.openxmlformats.org/officeDocument/2006/relationships/slide" Target="/ppt/slides/slide42.xml" Id="R6b12945ea7b5406a" /><Relationship Type="http://schemas.openxmlformats.org/officeDocument/2006/relationships/slide" Target="/ppt/slides/slide43.xml" Id="Racda8455544b44e0" /><Relationship Type="http://schemas.openxmlformats.org/officeDocument/2006/relationships/slide" Target="/ppt/slides/slide44.xml" Id="R942428b59ce449b4" /><Relationship Type="http://schemas.openxmlformats.org/officeDocument/2006/relationships/slide" Target="/ppt/slides/slide45.xml" Id="R246be54c711b4799" /><Relationship Type="http://schemas.openxmlformats.org/officeDocument/2006/relationships/slide" Target="/ppt/slides/slide46.xml" Id="R25e89f193f28425f" /><Relationship Type="http://schemas.openxmlformats.org/officeDocument/2006/relationships/slide" Target="/ppt/slides/slide47.xml" Id="R0cb7e1e54ead4de2" /><Relationship Type="http://schemas.openxmlformats.org/officeDocument/2006/relationships/slide" Target="/ppt/slides/slide48.xml" Id="Rf9d07b0e18934dad" /><Relationship Type="http://schemas.openxmlformats.org/officeDocument/2006/relationships/slide" Target="/ppt/slides/slide49.xml" Id="R998f42c5f73e4102" /><Relationship Type="http://schemas.openxmlformats.org/officeDocument/2006/relationships/slide" Target="/ppt/slides/slide50.xml" Id="R1b9f064f69c34eeb" /><Relationship Type="http://schemas.openxmlformats.org/officeDocument/2006/relationships/slide" Target="/ppt/slides/slide51.xml" Id="Ra52f535bca9346c7" /><Relationship Type="http://schemas.openxmlformats.org/officeDocument/2006/relationships/slide" Target="/ppt/slides/slide52.xml" Id="R6c59808f00b7448d" /><Relationship Type="http://schemas.openxmlformats.org/officeDocument/2006/relationships/slide" Target="/ppt/slides/slide53.xml" Id="R21a90a561e92427f" /><Relationship Type="http://schemas.openxmlformats.org/officeDocument/2006/relationships/slide" Target="/ppt/slides/slide54.xml" Id="Rd4acd7e9b57a4409" /><Relationship Type="http://schemas.openxmlformats.org/officeDocument/2006/relationships/slide" Target="/ppt/slides/slide55.xml" Id="Rff288aa3704540d7" /><Relationship Type="http://schemas.openxmlformats.org/officeDocument/2006/relationships/slide" Target="/ppt/slides/slide56.xml" Id="R7ef35e9076a3477d" /><Relationship Type="http://schemas.openxmlformats.org/officeDocument/2006/relationships/slide" Target="/ppt/slides/slide57.xml" Id="R7860ed8a9bec477b" /><Relationship Type="http://schemas.openxmlformats.org/officeDocument/2006/relationships/slide" Target="/ppt/slides/slide58.xml" Id="R65fe92eb4aaf4b87" /><Relationship Type="http://schemas.openxmlformats.org/officeDocument/2006/relationships/slide" Target="/ppt/slides/slide59.xml" Id="R88b3844fac5c4fc9" /><Relationship Type="http://schemas.openxmlformats.org/officeDocument/2006/relationships/slide" Target="/ppt/slides/slide60.xml" Id="Rc385fc17a9cd4c6e" /><Relationship Type="http://schemas.openxmlformats.org/officeDocument/2006/relationships/slide" Target="/ppt/slides/slide61.xml" Id="R0fdac74cd4c2421b" /><Relationship Type="http://schemas.openxmlformats.org/officeDocument/2006/relationships/slide" Target="/ppt/slides/slide62.xml" Id="Ra905777fa8ac4334" /><Relationship Type="http://schemas.openxmlformats.org/officeDocument/2006/relationships/slide" Target="/ppt/slides/slide63.xml" Id="R00e3f0f7b94d4cee" /><Relationship Type="http://schemas.openxmlformats.org/officeDocument/2006/relationships/slide" Target="/ppt/slides/slide64.xml" Id="R93423371d9884d56" /><Relationship Type="http://schemas.openxmlformats.org/officeDocument/2006/relationships/slide" Target="/ppt/slides/slide65.xml" Id="R9a35eefca2b643fc" /><Relationship Type="http://schemas.openxmlformats.org/officeDocument/2006/relationships/slide" Target="/ppt/slides/slide66.xml" Id="Reaf380e233694b35" /><Relationship Type="http://schemas.openxmlformats.org/officeDocument/2006/relationships/slide" Target="/ppt/slides/slide67.xml" Id="Rdeb1d1a89b51442a" /><Relationship Type="http://schemas.openxmlformats.org/officeDocument/2006/relationships/slide" Target="/ppt/slides/slide68.xml" Id="R3a9c8a5c46ee44c6" /><Relationship Type="http://schemas.openxmlformats.org/officeDocument/2006/relationships/slide" Target="/ppt/slides/slide69.xml" Id="R70c7cd2bf5f94d90" /><Relationship Type="http://schemas.openxmlformats.org/officeDocument/2006/relationships/slide" Target="/ppt/slides/slide70.xml" Id="R1b63c6bf26664344" /><Relationship Type="http://schemas.openxmlformats.org/officeDocument/2006/relationships/slide" Target="/ppt/slides/slide71.xml" Id="R4adfe0e60c7a432b" /><Relationship Type="http://schemas.openxmlformats.org/officeDocument/2006/relationships/slide" Target="/ppt/slides/slide72.xml" Id="R881b68fd8b6b4c49" /><Relationship Type="http://schemas.openxmlformats.org/officeDocument/2006/relationships/slide" Target="/ppt/slides/slide73.xml" Id="R59944f174bd94966" /><Relationship Type="http://schemas.openxmlformats.org/officeDocument/2006/relationships/slide" Target="/ppt/slides/slide74.xml" Id="R7740cc013bcd4125" /><Relationship Type="http://schemas.openxmlformats.org/officeDocument/2006/relationships/slide" Target="/ppt/slides/slide75.xml" Id="R2d4d5f3079c54662" /><Relationship Type="http://schemas.openxmlformats.org/officeDocument/2006/relationships/slide" Target="/ppt/slides/slide76.xml" Id="Rcaaeeaf5944f4cde" /><Relationship Type="http://schemas.openxmlformats.org/officeDocument/2006/relationships/slide" Target="/ppt/slides/slide77.xml" Id="Rcd3dab37b208411b" /><Relationship Type="http://schemas.openxmlformats.org/officeDocument/2006/relationships/slide" Target="/ppt/slides/slide78.xml" Id="R34b0443e00f94ef6" /><Relationship Type="http://schemas.openxmlformats.org/officeDocument/2006/relationships/slide" Target="/ppt/slides/slide79.xml" Id="Rbab0ecdf5f084a35" /><Relationship Type="http://schemas.openxmlformats.org/officeDocument/2006/relationships/slide" Target="/ppt/slides/slide80.xml" Id="R3011b17cec834953" /><Relationship Type="http://schemas.openxmlformats.org/officeDocument/2006/relationships/slide" Target="/ppt/slides/slide81.xml" Id="R3e187a0216514e11" /><Relationship Type="http://schemas.openxmlformats.org/officeDocument/2006/relationships/slide" Target="/ppt/slides/slide82.xml" Id="R57f0f576e4a84b4c" /><Relationship Type="http://schemas.openxmlformats.org/officeDocument/2006/relationships/slide" Target="/ppt/slides/slide83.xml" Id="R7ab342ee3c354c9c" /><Relationship Type="http://schemas.openxmlformats.org/officeDocument/2006/relationships/slide" Target="/ppt/slides/slide84.xml" Id="R2fef8ec46f77446c" /><Relationship Type="http://schemas.openxmlformats.org/officeDocument/2006/relationships/slide" Target="/ppt/slides/slide85.xml" Id="Rfed5b70be7844c00" /><Relationship Type="http://schemas.openxmlformats.org/officeDocument/2006/relationships/slide" Target="/ppt/slides/slide86.xml" Id="R0429584d60d74bb9" /><Relationship Type="http://schemas.openxmlformats.org/officeDocument/2006/relationships/slide" Target="/ppt/slides/slide87.xml" Id="R58823829ecf4447e" /><Relationship Type="http://schemas.openxmlformats.org/officeDocument/2006/relationships/slide" Target="/ppt/slides/slide88.xml" Id="R8e245a251adc4717" /><Relationship Type="http://schemas.openxmlformats.org/officeDocument/2006/relationships/slide" Target="/ppt/slides/slide89.xml" Id="R443e7b6f35254734" /><Relationship Type="http://schemas.openxmlformats.org/officeDocument/2006/relationships/slide" Target="/ppt/slides/slide90.xml" Id="R74c9c33c82ac4890" /><Relationship Type="http://schemas.openxmlformats.org/officeDocument/2006/relationships/slide" Target="/ppt/slides/slide91.xml" Id="Rd4ddaca7c3b14a7e" /><Relationship Type="http://schemas.openxmlformats.org/officeDocument/2006/relationships/slide" Target="/ppt/slides/slide92.xml" Id="Rbf9cba8fe07c4e4d" /><Relationship Type="http://schemas.openxmlformats.org/officeDocument/2006/relationships/slide" Target="/ppt/slides/slide93.xml" Id="Rfbd9000be683477c" /><Relationship Type="http://schemas.openxmlformats.org/officeDocument/2006/relationships/slide" Target="/ppt/slides/slide94.xml" Id="Rcf46eb215c024e55" /><Relationship Type="http://schemas.openxmlformats.org/officeDocument/2006/relationships/slide" Target="/ppt/slides/slide95.xml" Id="Rab0bca951cc84c9b" /><Relationship Type="http://schemas.openxmlformats.org/officeDocument/2006/relationships/slide" Target="/ppt/slides/slide96.xml" Id="Rb8f0fffa89a14cce" /><Relationship Type="http://schemas.openxmlformats.org/officeDocument/2006/relationships/slide" Target="/ppt/slides/slide97.xml" Id="R5e8e49a2f04a48c4" /><Relationship Type="http://schemas.openxmlformats.org/officeDocument/2006/relationships/slide" Target="/ppt/slides/slide98.xml" Id="R14a3c02048cb4e9f" /><Relationship Type="http://schemas.openxmlformats.org/officeDocument/2006/relationships/slide" Target="/ppt/slides/slide99.xml" Id="Rc1494a9748c44ccf" /><Relationship Type="http://schemas.openxmlformats.org/officeDocument/2006/relationships/slide" Target="/ppt/slides/slide100.xml" Id="Rbd79138105f642f9" /><Relationship Type="http://schemas.openxmlformats.org/officeDocument/2006/relationships/slide" Target="/ppt/slides/slide101.xml" Id="Rc8930a11d9dd4070" /><Relationship Type="http://schemas.openxmlformats.org/officeDocument/2006/relationships/slide" Target="/ppt/slides/slide102.xml" Id="R0c7ab40320a64c98" /><Relationship Type="http://schemas.openxmlformats.org/officeDocument/2006/relationships/slide" Target="/ppt/slides/slide103.xml" Id="Rff9ac6b45d6d4483" /><Relationship Type="http://schemas.openxmlformats.org/officeDocument/2006/relationships/slide" Target="/ppt/slides/slide104.xml" Id="R7086784f4770423d" /><Relationship Type="http://schemas.openxmlformats.org/officeDocument/2006/relationships/slide" Target="/ppt/slides/slide105.xml" Id="R8a28b3c169424dab" /><Relationship Type="http://schemas.openxmlformats.org/officeDocument/2006/relationships/slide" Target="/ppt/slides/slide106.xml" Id="R64905fccf11840bd" /><Relationship Type="http://schemas.openxmlformats.org/officeDocument/2006/relationships/slide" Target="/ppt/slides/slide107.xml" Id="Rcc149d1fed974ef1" /><Relationship Type="http://schemas.openxmlformats.org/officeDocument/2006/relationships/slide" Target="/ppt/slides/slide108.xml" Id="Rf1da19017ec248cc" /><Relationship Type="http://schemas.openxmlformats.org/officeDocument/2006/relationships/slide" Target="/ppt/slides/slide109.xml" Id="R295ff569421444a1" /><Relationship Type="http://schemas.openxmlformats.org/officeDocument/2006/relationships/slide" Target="/ppt/slides/slide110.xml" Id="Rba61c06a7f0a4956" /><Relationship Type="http://schemas.openxmlformats.org/officeDocument/2006/relationships/slide" Target="/ppt/slides/slide111.xml" Id="Raae73e74e4ff4272" /><Relationship Type="http://schemas.openxmlformats.org/officeDocument/2006/relationships/slide" Target="/ppt/slides/slide112.xml" Id="R2f523d9cb46941f9" /><Relationship Type="http://schemas.openxmlformats.org/officeDocument/2006/relationships/slide" Target="/ppt/slides/slide113.xml" Id="R0e9043388eb14127" /><Relationship Type="http://schemas.openxmlformats.org/officeDocument/2006/relationships/slide" Target="/ppt/slides/slide114.xml" Id="R9f752793b62543a1" /><Relationship Type="http://schemas.openxmlformats.org/officeDocument/2006/relationships/slide" Target="/ppt/slides/slide115.xml" Id="R9aa99bd27cf545b8" /><Relationship Type="http://schemas.openxmlformats.org/officeDocument/2006/relationships/slide" Target="/ppt/slides/slide116.xml" Id="R7fd88414a8b34680" /><Relationship Type="http://schemas.openxmlformats.org/officeDocument/2006/relationships/slide" Target="/ppt/slides/slide117.xml" Id="R0b944d8b40834eea" /><Relationship Type="http://schemas.openxmlformats.org/officeDocument/2006/relationships/slide" Target="/ppt/slides/slide118.xml" Id="R48f85ee53bd04ff5" /><Relationship Type="http://schemas.openxmlformats.org/officeDocument/2006/relationships/slide" Target="/ppt/slides/slide119.xml" Id="R2629d0e797664b8c" /><Relationship Type="http://schemas.openxmlformats.org/officeDocument/2006/relationships/slide" Target="/ppt/slides/slide120.xml" Id="Rfa4ace0846f54491" /><Relationship Type="http://schemas.openxmlformats.org/officeDocument/2006/relationships/slide" Target="/ppt/slides/slide121.xml" Id="R5d42164be3ea4383" /><Relationship Type="http://schemas.openxmlformats.org/officeDocument/2006/relationships/slide" Target="/ppt/slides/slide122.xml" Id="R2ae7a484170e49dc" /><Relationship Type="http://schemas.openxmlformats.org/officeDocument/2006/relationships/slide" Target="/ppt/slides/slide123.xml" Id="Rfa0ea9e9e3e14c0e" /><Relationship Type="http://schemas.openxmlformats.org/officeDocument/2006/relationships/slide" Target="/ppt/slides/slide124.xml" Id="R8d2c885bca084f0e" /><Relationship Type="http://schemas.openxmlformats.org/officeDocument/2006/relationships/slide" Target="/ppt/slides/slide125.xml" Id="Radd505716f344e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693a17aadf0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2c1104afb14ff4" /><Relationship Type="http://schemas.openxmlformats.org/officeDocument/2006/relationships/notesMaster" Target="/ppt/notesMasters/notesMaster1.xml" Id="R7f3c974b47434c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05f5c5a75044e9" /><Relationship Type="http://schemas.openxmlformats.org/officeDocument/2006/relationships/notesMaster" Target="/ppt/notesMasters/notesMaster1.xml" Id="R5a1e549a4ef3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b538245eb34bda" /><Relationship Type="http://schemas.openxmlformats.org/officeDocument/2006/relationships/notesMaster" Target="/ppt/notesMasters/notesMaster1.xml" Id="Re1cf1645200e45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68544505f0475b" /><Relationship Type="http://schemas.openxmlformats.org/officeDocument/2006/relationships/notesMaster" Target="/ppt/notesMasters/notesMaster1.xml" Id="Rd4d0df76f4de40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719b522c844027" /><Relationship Type="http://schemas.openxmlformats.org/officeDocument/2006/relationships/notesMaster" Target="/ppt/notesMasters/notesMaster1.xml" Id="R2a64f93ec06b4d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f4b748e91b40f9" /><Relationship Type="http://schemas.openxmlformats.org/officeDocument/2006/relationships/notesMaster" Target="/ppt/notesMasters/notesMaster1.xml" Id="R1d07da16064244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de37b85bbb4cc2" /><Relationship Type="http://schemas.openxmlformats.org/officeDocument/2006/relationships/notesMaster" Target="/ppt/notesMasters/notesMaster1.xml" Id="R5dca3c8a044f4d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d9f016dc7f4cd9" /><Relationship Type="http://schemas.openxmlformats.org/officeDocument/2006/relationships/notesMaster" Target="/ppt/notesMasters/notesMaster1.xml" Id="R9821f21c316444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47c48260934954" /><Relationship Type="http://schemas.openxmlformats.org/officeDocument/2006/relationships/notesMaster" Target="/ppt/notesMasters/notesMaster1.xml" Id="R4a4ea65581974e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f6be6afb64427e" /><Relationship Type="http://schemas.openxmlformats.org/officeDocument/2006/relationships/notesMaster" Target="/ppt/notesMasters/notesMaster1.xml" Id="Rec4a9861c8184d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9ef7d2b1784a50" /><Relationship Type="http://schemas.openxmlformats.org/officeDocument/2006/relationships/notesMaster" Target="/ppt/notesMasters/notesMaster1.xml" Id="R9a12e19432c641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d2e905ab39477d" /><Relationship Type="http://schemas.openxmlformats.org/officeDocument/2006/relationships/notesMaster" Target="/ppt/notesMasters/notesMaster1.xml" Id="R7f36db9f60af4a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d5525b9c6e4ce6" /><Relationship Type="http://schemas.openxmlformats.org/officeDocument/2006/relationships/notesMaster" Target="/ppt/notesMasters/notesMaster1.xml" Id="R420b90e1384b47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456686badb44ee" /><Relationship Type="http://schemas.openxmlformats.org/officeDocument/2006/relationships/notesMaster" Target="/ppt/notesMasters/notesMaster1.xml" Id="Rafb34ccfb1cd4f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0b1c0055104215" /><Relationship Type="http://schemas.openxmlformats.org/officeDocument/2006/relationships/notesMaster" Target="/ppt/notesMasters/notesMaster1.xml" Id="R40ccf123416d43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24606cbc154072" /><Relationship Type="http://schemas.openxmlformats.org/officeDocument/2006/relationships/notesMaster" Target="/ppt/notesMasters/notesMaster1.xml" Id="R0bc78a7d941941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4769dbc6b140a3" /><Relationship Type="http://schemas.openxmlformats.org/officeDocument/2006/relationships/notesMaster" Target="/ppt/notesMasters/notesMaster1.xml" Id="Rd2973ffa5e2945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150a5ea42b46c9" /><Relationship Type="http://schemas.openxmlformats.org/officeDocument/2006/relationships/notesMaster" Target="/ppt/notesMasters/notesMaster1.xml" Id="Rc47c5e37fbf446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0bd8e802fd4573" /><Relationship Type="http://schemas.openxmlformats.org/officeDocument/2006/relationships/notesMaster" Target="/ppt/notesMasters/notesMaster1.xml" Id="R221cfc9f84b74f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eaac4f7e134daa" /><Relationship Type="http://schemas.openxmlformats.org/officeDocument/2006/relationships/notesMaster" Target="/ppt/notesMasters/notesMaster1.xml" Id="R80a6e719eddb4f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bd846f94c9425f" /><Relationship Type="http://schemas.openxmlformats.org/officeDocument/2006/relationships/notesMaster" Target="/ppt/notesMasters/notesMaster1.xml" Id="R756936ab0b1544d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8b2c98f589419b" /><Relationship Type="http://schemas.openxmlformats.org/officeDocument/2006/relationships/notesMaster" Target="/ppt/notesMasters/notesMaster1.xml" Id="R1efeaad5dae84e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a4bb9324004e8f" /><Relationship Type="http://schemas.openxmlformats.org/officeDocument/2006/relationships/notesMaster" Target="/ppt/notesMasters/notesMaster1.xml" Id="R030b17309496433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4435623c894087" /><Relationship Type="http://schemas.openxmlformats.org/officeDocument/2006/relationships/notesMaster" Target="/ppt/notesMasters/notesMaster1.xml" Id="R12d3c91f6901459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613ec69ed24b79" /><Relationship Type="http://schemas.openxmlformats.org/officeDocument/2006/relationships/notesMaster" Target="/ppt/notesMasters/notesMaster1.xml" Id="R5ffcbdffda104b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23b5d72c4cb48a0" /><Relationship Type="http://schemas.openxmlformats.org/officeDocument/2006/relationships/notesMaster" Target="/ppt/notesMasters/notesMaster1.xml" Id="R57be1a1cdbd944d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f219724609843d9" /><Relationship Type="http://schemas.openxmlformats.org/officeDocument/2006/relationships/notesMaster" Target="/ppt/notesMasters/notesMaster1.xml" Id="R86b3bdb18b6f46d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e9d3271fe3447de" /><Relationship Type="http://schemas.openxmlformats.org/officeDocument/2006/relationships/notesMaster" Target="/ppt/notesMasters/notesMaster1.xml" Id="R994c457fa7a048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f96b71dc8849ca" /><Relationship Type="http://schemas.openxmlformats.org/officeDocument/2006/relationships/notesMaster" Target="/ppt/notesMasters/notesMaster1.xml" Id="R8cdb2fec4b74496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ba99583fea94344" /><Relationship Type="http://schemas.openxmlformats.org/officeDocument/2006/relationships/notesMaster" Target="/ppt/notesMasters/notesMaster1.xml" Id="R6f8be971519645c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5ec978d9ab8495c" /><Relationship Type="http://schemas.openxmlformats.org/officeDocument/2006/relationships/notesMaster" Target="/ppt/notesMasters/notesMaster1.xml" Id="R465c34c48aa74d6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0d46462f64b4cd3" /><Relationship Type="http://schemas.openxmlformats.org/officeDocument/2006/relationships/notesMaster" Target="/ppt/notesMasters/notesMaster1.xml" Id="Rfe552ccebfc24df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dde6a8466a74c7c" /><Relationship Type="http://schemas.openxmlformats.org/officeDocument/2006/relationships/notesMaster" Target="/ppt/notesMasters/notesMaster1.xml" Id="Rb0460edcf66f489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fce5fada6b5438a" /><Relationship Type="http://schemas.openxmlformats.org/officeDocument/2006/relationships/notesMaster" Target="/ppt/notesMasters/notesMaster1.xml" Id="R80b625f62571491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3f47b94e28a4382" /><Relationship Type="http://schemas.openxmlformats.org/officeDocument/2006/relationships/notesMaster" Target="/ppt/notesMasters/notesMaster1.xml" Id="R5c489096128640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e011c7d9c23412c" /><Relationship Type="http://schemas.openxmlformats.org/officeDocument/2006/relationships/notesMaster" Target="/ppt/notesMasters/notesMaster1.xml" Id="R13069c087b6e448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3a29bed5ec345e4" /><Relationship Type="http://schemas.openxmlformats.org/officeDocument/2006/relationships/notesMaster" Target="/ppt/notesMasters/notesMaster1.xml" Id="Re4c6949dd8804b6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19a1ceca7b64dbd" /><Relationship Type="http://schemas.openxmlformats.org/officeDocument/2006/relationships/notesMaster" Target="/ppt/notesMasters/notesMaster1.xml" Id="R069f926c9803415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b4277b6153b4ccf" /><Relationship Type="http://schemas.openxmlformats.org/officeDocument/2006/relationships/notesMaster" Target="/ppt/notesMasters/notesMaster1.xml" Id="Re1d365a4f6d74e6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2cabbcf841c48e8" /><Relationship Type="http://schemas.openxmlformats.org/officeDocument/2006/relationships/notesMaster" Target="/ppt/notesMasters/notesMaster1.xml" Id="R7fe599d85d7e40b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e65702694a844be" /><Relationship Type="http://schemas.openxmlformats.org/officeDocument/2006/relationships/notesMaster" Target="/ppt/notesMasters/notesMaster1.xml" Id="R5ef2d4974605408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43beba769af4408" /><Relationship Type="http://schemas.openxmlformats.org/officeDocument/2006/relationships/notesMaster" Target="/ppt/notesMasters/notesMaster1.xml" Id="R072144daef1c44e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bd07d50690e4209" /><Relationship Type="http://schemas.openxmlformats.org/officeDocument/2006/relationships/notesMaster" Target="/ppt/notesMasters/notesMaster1.xml" Id="Rd89052109401467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adb14912d364c20" /><Relationship Type="http://schemas.openxmlformats.org/officeDocument/2006/relationships/notesMaster" Target="/ppt/notesMasters/notesMaster1.xml" Id="R8b960bdb481843b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9964581460c40e0" /><Relationship Type="http://schemas.openxmlformats.org/officeDocument/2006/relationships/notesMaster" Target="/ppt/notesMasters/notesMaster1.xml" Id="Rd804f2a418d2400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a91cea327ea49c7" /><Relationship Type="http://schemas.openxmlformats.org/officeDocument/2006/relationships/notesMaster" Target="/ppt/notesMasters/notesMaster1.xml" Id="R5b1eae18af2245d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ef78ef830c34315" /><Relationship Type="http://schemas.openxmlformats.org/officeDocument/2006/relationships/notesMaster" Target="/ppt/notesMasters/notesMaster1.xml" Id="R9c5ccb63a9b5479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81374ab732a4c63" /><Relationship Type="http://schemas.openxmlformats.org/officeDocument/2006/relationships/notesMaster" Target="/ppt/notesMasters/notesMaster1.xml" Id="Raa5c91c8d2e5458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c44af4c43c74dae" /><Relationship Type="http://schemas.openxmlformats.org/officeDocument/2006/relationships/notesMaster" Target="/ppt/notesMasters/notesMaster1.xml" Id="R66eb4c212a9c4e5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4b1dad8b7c14547" /><Relationship Type="http://schemas.openxmlformats.org/officeDocument/2006/relationships/notesMaster" Target="/ppt/notesMasters/notesMaster1.xml" Id="R59550ff19eaa40a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5c880e7b8844655" /><Relationship Type="http://schemas.openxmlformats.org/officeDocument/2006/relationships/notesMaster" Target="/ppt/notesMasters/notesMaster1.xml" Id="Rdccedc8b14c745a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e72c7c916d243ed" /><Relationship Type="http://schemas.openxmlformats.org/officeDocument/2006/relationships/notesMaster" Target="/ppt/notesMasters/notesMaster1.xml" Id="R8fdb9ace7b8f477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c7c8dc5729c4fd9" /><Relationship Type="http://schemas.openxmlformats.org/officeDocument/2006/relationships/notesMaster" Target="/ppt/notesMasters/notesMaster1.xml" Id="Rc72d213568e64de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f1f5dd1e562440e" /><Relationship Type="http://schemas.openxmlformats.org/officeDocument/2006/relationships/notesMaster" Target="/ppt/notesMasters/notesMaster1.xml" Id="R44648ebadb2e4c8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4cabd667ba141a3" /><Relationship Type="http://schemas.openxmlformats.org/officeDocument/2006/relationships/notesMaster" Target="/ppt/notesMasters/notesMaster1.xml" Id="Ra4acf1752f3d42c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a5eb39b069f4ec2" /><Relationship Type="http://schemas.openxmlformats.org/officeDocument/2006/relationships/notesMaster" Target="/ppt/notesMasters/notesMaster1.xml" Id="Rc7092869aa34403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2cf162f29e74d73" /><Relationship Type="http://schemas.openxmlformats.org/officeDocument/2006/relationships/notesMaster" Target="/ppt/notesMasters/notesMaster1.xml" Id="Rb2a01b5c7dff4ec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48b6657dec3441f" /><Relationship Type="http://schemas.openxmlformats.org/officeDocument/2006/relationships/notesMaster" Target="/ppt/notesMasters/notesMaster1.xml" Id="R612c86065fda408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c38fcbf2b304a6c" /><Relationship Type="http://schemas.openxmlformats.org/officeDocument/2006/relationships/notesMaster" Target="/ppt/notesMasters/notesMaster1.xml" Id="Ra48d613145d2455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aa3a8e7d8964d3d" /><Relationship Type="http://schemas.openxmlformats.org/officeDocument/2006/relationships/notesMaster" Target="/ppt/notesMasters/notesMaster1.xml" Id="Rd9cdfca3b72c42d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1fc9cf014b7465d" /><Relationship Type="http://schemas.openxmlformats.org/officeDocument/2006/relationships/notesMaster" Target="/ppt/notesMasters/notesMaster1.xml" Id="Rbca79d180da74c3d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00b93e697774bcf" /><Relationship Type="http://schemas.openxmlformats.org/officeDocument/2006/relationships/notesMaster" Target="/ppt/notesMasters/notesMaster1.xml" Id="Rf152e78dd9014ee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fd6ad128a35b41cc" /><Relationship Type="http://schemas.openxmlformats.org/officeDocument/2006/relationships/notesMaster" Target="/ppt/notesMasters/notesMaster1.xml" Id="R8b0719b41cbb497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287ac72a96d4f58" /><Relationship Type="http://schemas.openxmlformats.org/officeDocument/2006/relationships/notesMaster" Target="/ppt/notesMasters/notesMaster1.xml" Id="R9067e22fab974f9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4e80810a4914f6f" /><Relationship Type="http://schemas.openxmlformats.org/officeDocument/2006/relationships/notesMaster" Target="/ppt/notesMasters/notesMaster1.xml" Id="R19e02e22ca94482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646601f1c9842cc" /><Relationship Type="http://schemas.openxmlformats.org/officeDocument/2006/relationships/notesMaster" Target="/ppt/notesMasters/notesMaster1.xml" Id="R6bd3096198a8442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0630842bf41541c2" /><Relationship Type="http://schemas.openxmlformats.org/officeDocument/2006/relationships/notesMaster" Target="/ppt/notesMasters/notesMaster1.xml" Id="Rf17f2224df1d477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817e2ab1e764b04" /><Relationship Type="http://schemas.openxmlformats.org/officeDocument/2006/relationships/notesMaster" Target="/ppt/notesMasters/notesMaster1.xml" Id="R12303005e4cb4a3d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9daf7a63d484eaa" /><Relationship Type="http://schemas.openxmlformats.org/officeDocument/2006/relationships/notesMaster" Target="/ppt/notesMasters/notesMaster1.xml" Id="R7504da5f4e3843f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91e7fa88196424f" /><Relationship Type="http://schemas.openxmlformats.org/officeDocument/2006/relationships/notesMaster" Target="/ppt/notesMasters/notesMaster1.xml" Id="R43792e1d18f74a6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92cf600e3254b82" /><Relationship Type="http://schemas.openxmlformats.org/officeDocument/2006/relationships/notesMaster" Target="/ppt/notesMasters/notesMaster1.xml" Id="R1937be52a677438b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ac178254c5d4ca8" /><Relationship Type="http://schemas.openxmlformats.org/officeDocument/2006/relationships/notesMaster" Target="/ppt/notesMasters/notesMaster1.xml" Id="R681845801eb44cef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baf5f60daaa4165" /><Relationship Type="http://schemas.openxmlformats.org/officeDocument/2006/relationships/notesMaster" Target="/ppt/notesMasters/notesMaster1.xml" Id="R68b3a613a4924c0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461c8c8703c4bf1" /><Relationship Type="http://schemas.openxmlformats.org/officeDocument/2006/relationships/notesMaster" Target="/ppt/notesMasters/notesMaster1.xml" Id="Rb6158b7d207e47d1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e0ec8d88e5e24373" /><Relationship Type="http://schemas.openxmlformats.org/officeDocument/2006/relationships/notesMaster" Target="/ppt/notesMasters/notesMaster1.xml" Id="Rfb58d6a7b132452d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6855aaa583c4240" /><Relationship Type="http://schemas.openxmlformats.org/officeDocument/2006/relationships/notesMaster" Target="/ppt/notesMasters/notesMaster1.xml" Id="R393cbcf2b6c545be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3d2721092084f54" /><Relationship Type="http://schemas.openxmlformats.org/officeDocument/2006/relationships/notesMaster" Target="/ppt/notesMasters/notesMaster1.xml" Id="R40620b4eefe943a5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d3c09f0985344489" /><Relationship Type="http://schemas.openxmlformats.org/officeDocument/2006/relationships/notesMaster" Target="/ppt/notesMasters/notesMaster1.xml" Id="R104c1cc6b9454a21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a34edd6a2994890" /><Relationship Type="http://schemas.openxmlformats.org/officeDocument/2006/relationships/notesMaster" Target="/ppt/notesMasters/notesMaster1.xml" Id="Re1835c84865e4f65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38869c8514643b0" /><Relationship Type="http://schemas.openxmlformats.org/officeDocument/2006/relationships/notesMaster" Target="/ppt/notesMasters/notesMaster1.xml" Id="R2164ac70af314bdd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95b2707b1b94cbb" /><Relationship Type="http://schemas.openxmlformats.org/officeDocument/2006/relationships/notesMaster" Target="/ppt/notesMasters/notesMaster1.xml" Id="Rc629377d365d4d9e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d31063f3fad54969" /><Relationship Type="http://schemas.openxmlformats.org/officeDocument/2006/relationships/notesMaster" Target="/ppt/notesMasters/notesMaster1.xml" Id="Rdd4a892ab0aa452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dea6109241e54501" /><Relationship Type="http://schemas.openxmlformats.org/officeDocument/2006/relationships/notesMaster" Target="/ppt/notesMasters/notesMaster1.xml" Id="R0307c0eee197400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3fed101b868740f1" /><Relationship Type="http://schemas.openxmlformats.org/officeDocument/2006/relationships/notesMaster" Target="/ppt/notesMasters/notesMaster1.xml" Id="R0866473aff994ce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f9e38b72f8764d4b" /><Relationship Type="http://schemas.openxmlformats.org/officeDocument/2006/relationships/notesMaster" Target="/ppt/notesMasters/notesMaster1.xml" Id="R44a304ed693645b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a21f8b60c5bc485c" /><Relationship Type="http://schemas.openxmlformats.org/officeDocument/2006/relationships/notesMaster" Target="/ppt/notesMasters/notesMaster1.xml" Id="R2c00f8b5109f416c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b4cda8e35e242c2" /><Relationship Type="http://schemas.openxmlformats.org/officeDocument/2006/relationships/notesMaster" Target="/ppt/notesMasters/notesMaster1.xml" Id="Rc76762e4dba84449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8cd27bd2d2674c54" /><Relationship Type="http://schemas.openxmlformats.org/officeDocument/2006/relationships/notesMaster" Target="/ppt/notesMasters/notesMaster1.xml" Id="R33a87f39d8154b0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da9b2f757224bd9" /><Relationship Type="http://schemas.openxmlformats.org/officeDocument/2006/relationships/notesMaster" Target="/ppt/notesMasters/notesMaster1.xml" Id="R776115db1b854925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4afcafe4c914bc5" /><Relationship Type="http://schemas.openxmlformats.org/officeDocument/2006/relationships/notesMaster" Target="/ppt/notesMasters/notesMaster1.xml" Id="R80fdb891d15d4c47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b252125ae07480a" /><Relationship Type="http://schemas.openxmlformats.org/officeDocument/2006/relationships/notesMaster" Target="/ppt/notesMasters/notesMaster1.xml" Id="Rc3f23598ac254a1d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eb119e383c134ab1" /><Relationship Type="http://schemas.openxmlformats.org/officeDocument/2006/relationships/notesMaster" Target="/ppt/notesMasters/notesMaster1.xml" Id="Rac8019ce224043c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668d3e4fc51548a2" /><Relationship Type="http://schemas.openxmlformats.org/officeDocument/2006/relationships/notesMaster" Target="/ppt/notesMasters/notesMaster1.xml" Id="R89c69d379c254c68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1e2f3e792b274db0" /><Relationship Type="http://schemas.openxmlformats.org/officeDocument/2006/relationships/notesMaster" Target="/ppt/notesMasters/notesMaster1.xml" Id="R14d775de49274323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4e97267943941da" /><Relationship Type="http://schemas.openxmlformats.org/officeDocument/2006/relationships/notesMaster" Target="/ppt/notesMasters/notesMaster1.xml" Id="R16caba1f53f74222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fcad93c9c9b74ec5" /><Relationship Type="http://schemas.openxmlformats.org/officeDocument/2006/relationships/notesMaster" Target="/ppt/notesMasters/notesMaster1.xml" Id="Rf68058912d344023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b205741c6d5d4fc2" /><Relationship Type="http://schemas.openxmlformats.org/officeDocument/2006/relationships/notesMaster" Target="/ppt/notesMasters/notesMaster1.xml" Id="R2ff2d7f94a694596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d71d48f2c0b54de8" /><Relationship Type="http://schemas.openxmlformats.org/officeDocument/2006/relationships/notesMaster" Target="/ppt/notesMasters/notesMaster1.xml" Id="R336521a315174e4b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be5815dbaa5a42c5" /><Relationship Type="http://schemas.openxmlformats.org/officeDocument/2006/relationships/notesMaster" Target="/ppt/notesMasters/notesMaster1.xml" Id="R9173179100154caa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30f8f19766504e44" /><Relationship Type="http://schemas.openxmlformats.org/officeDocument/2006/relationships/notesMaster" Target="/ppt/notesMasters/notesMaster1.xml" Id="Rf82c3f9a57b64816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4297167f4b54497c" /><Relationship Type="http://schemas.openxmlformats.org/officeDocument/2006/relationships/notesMaster" Target="/ppt/notesMasters/notesMaster1.xml" Id="R42cde2e0df2d4711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cf8069cde25e44c0" /><Relationship Type="http://schemas.openxmlformats.org/officeDocument/2006/relationships/notesMaster" Target="/ppt/notesMasters/notesMaster1.xml" Id="Rf7bdf29c636942d9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8efc6643c884d94" /><Relationship Type="http://schemas.openxmlformats.org/officeDocument/2006/relationships/notesMaster" Target="/ppt/notesMasters/notesMaster1.xml" Id="R142397dc8b8e4052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82ccb6887b8b45c5" /><Relationship Type="http://schemas.openxmlformats.org/officeDocument/2006/relationships/notesMaster" Target="/ppt/notesMasters/notesMaster1.xml" Id="R9e4fc051a25b4597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7637a00262b94aa3" /><Relationship Type="http://schemas.openxmlformats.org/officeDocument/2006/relationships/notesMaster" Target="/ppt/notesMasters/notesMaster1.xml" Id="R3b37990f01c04b4a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4c1ee6aa2592415f" /><Relationship Type="http://schemas.openxmlformats.org/officeDocument/2006/relationships/notesMaster" Target="/ppt/notesMasters/notesMaster1.xml" Id="Rfc263c99466a4df4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76b43efc37a841a3" /><Relationship Type="http://schemas.openxmlformats.org/officeDocument/2006/relationships/notesMaster" Target="/ppt/notesMasters/notesMaster1.xml" Id="Rea10ddaa470c436b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a1e23fd568b8433f" /><Relationship Type="http://schemas.openxmlformats.org/officeDocument/2006/relationships/notesMaster" Target="/ppt/notesMasters/notesMaster1.xml" Id="Re92ab3616ed843f4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3d796b874cdb4f45" /><Relationship Type="http://schemas.openxmlformats.org/officeDocument/2006/relationships/notesMaster" Target="/ppt/notesMasters/notesMaster1.xml" Id="Rc6f7f0a594514af0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0d39363240964ec1" /><Relationship Type="http://schemas.openxmlformats.org/officeDocument/2006/relationships/notesMaster" Target="/ppt/notesMasters/notesMaster1.xml" Id="Ra6e09ff6c0134f3f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6b879a2cfd7d4048" /><Relationship Type="http://schemas.openxmlformats.org/officeDocument/2006/relationships/notesMaster" Target="/ppt/notesMasters/notesMaster1.xml" Id="R3b4cd6ad6f9f420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af0ec8160a23474c" /><Relationship Type="http://schemas.openxmlformats.org/officeDocument/2006/relationships/notesMaster" Target="/ppt/notesMasters/notesMaster1.xml" Id="R61db13573a574aad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6af18d59711a472f" /><Relationship Type="http://schemas.openxmlformats.org/officeDocument/2006/relationships/notesMaster" Target="/ppt/notesMasters/notesMaster1.xml" Id="R60c3fb79a9534a3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067954de9c614efa" /><Relationship Type="http://schemas.openxmlformats.org/officeDocument/2006/relationships/notesMaster" Target="/ppt/notesMasters/notesMaster1.xml" Id="R0bd38c5bdc164a96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1cd39ee1b684df9" /><Relationship Type="http://schemas.openxmlformats.org/officeDocument/2006/relationships/notesMaster" Target="/ppt/notesMasters/notesMaster1.xml" Id="R4b63739dc43b4a8f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4e945b39afe54858" /><Relationship Type="http://schemas.openxmlformats.org/officeDocument/2006/relationships/notesMaster" Target="/ppt/notesMasters/notesMaster1.xml" Id="R7bbacfb9be55415f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e567e336fb4c4b57" /><Relationship Type="http://schemas.openxmlformats.org/officeDocument/2006/relationships/notesMaster" Target="/ppt/notesMasters/notesMaster1.xml" Id="Rb6c770cbdb5744ef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e97bb1de7ceb43ea" /><Relationship Type="http://schemas.openxmlformats.org/officeDocument/2006/relationships/notesMaster" Target="/ppt/notesMasters/notesMaster1.xml" Id="R0a1c828e8056435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0c2d53a4e8ce4515" /><Relationship Type="http://schemas.openxmlformats.org/officeDocument/2006/relationships/notesMaster" Target="/ppt/notesMasters/notesMaster1.xml" Id="R56cce57593c44861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7647db1e903a4779" /><Relationship Type="http://schemas.openxmlformats.org/officeDocument/2006/relationships/notesMaster" Target="/ppt/notesMasters/notesMaster1.xml" Id="Re0c4fbbd22ef4f41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4e1ba9f283fe4832" /><Relationship Type="http://schemas.openxmlformats.org/officeDocument/2006/relationships/notesMaster" Target="/ppt/notesMasters/notesMaster1.xml" Id="R45704f169ef34526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e940c718d568463b" /><Relationship Type="http://schemas.openxmlformats.org/officeDocument/2006/relationships/notesMaster" Target="/ppt/notesMasters/notesMaster1.xml" Id="Ra0e0148c84364408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9013fa62a66d4225" /><Relationship Type="http://schemas.openxmlformats.org/officeDocument/2006/relationships/notesMaster" Target="/ppt/notesMasters/notesMaster1.xml" Id="R6e697a0a5d524447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a7caacf4de0a434c" /><Relationship Type="http://schemas.openxmlformats.org/officeDocument/2006/relationships/notesMaster" Target="/ppt/notesMasters/notesMaster1.xml" Id="R451b7e1b12794c6f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1572e91ab80b49ed" /><Relationship Type="http://schemas.openxmlformats.org/officeDocument/2006/relationships/notesMaster" Target="/ppt/notesMasters/notesMaster1.xml" Id="Ra31060340bb644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U04-001 · Generalidades sobre el sonido, sus propiedades y magnitudes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Identificar la unidad y su problema organizador.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Escribir o decir «80 dB» antes de mostrar el subtítulo. Pedir qué información falta y conservar las respuestas sin corregirlas todavía. Presentar la unidad como una búsqueda de magnitud, referencia y condiciones, no como una lista de fórmulas.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Describir un sonido exige nombrar la magnitud, el valor y las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Abrir con un valor “80 dB” y preguntar qué información todavía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Convertir el valor incompleto en la pregunta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4.1; PDF p. 89; BR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«Generalidades sobre el sonido, sus propiedades y magnitudes»; destaca que describir un sonido exige nombrar la magnitud, el valor y las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4.1; PDF p. 89; BR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U04-002 · El mismo sonido, cinco preguntas físicas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Activar la necesidad de distinguir magnitudes.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Dar unos segundos de trabajo individual antes de escuchar respuestas. Organizar lo que aparezca alrededor del propósito de la slide: Activar la necesidad de distinguir magnitudes. No resolver por adelantado; usar como criterio de cierre que presión, movimiento, flujo, potencia y percepción responden preguntas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fuente, medio, punto de medición y receptor; cinco callouts breves.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Presión, movimiento, flujo, potencia y percepción responden preguntas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Recoger qué palabras usa el grupo y detectar si “intensidad”, “volumen” y “dB” aparecen como sinónimos.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Diagnosticar las confusiones antes de recuperar herramientas.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4.1–4.3; PDF pp. 89–91; BR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«El mismo sonido, cinco preguntas físicas»: fuente, medio, punto de medición y receptor; cinco callouts breves. La lectura central es que presión, movimiento, flujo, potencia y percepción responden preguntas diferentes. Recurso principal: U04-DG-001.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4.1–4.3; PDF pp. 89–91; BR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U04-003 · Seis afirmaciones para empezar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Diagnosticar ideas previas críticas.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Dar unos segundos de trabajo individual antes de escuchar respuestas. Organizar lo que aparezca alrededor del propósito de la slide: Diagnosticar ideas previas críticas. No resolver por adelantado; usar como criterio de cierre que justificar importa más que acertar por intuición.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afirmación te resulta más dudosa y qué dato necesitarías para justificarla?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 se corrige todavía; se espera que nombren al menos magnitud, referencia, fase/correlación o condiciones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Registrar patrones y anunciar que cada afirmación se retomará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Recuperar conocimientos que permiten evaluar las afirmaciones.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4.13 y ejercicios D; PDF pp. 106–111; INV errores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«Seis afirmaciones para empezar»; destaca que justificar importa más que acertar por intuición.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4.13 y ejercicios D; PDF pp. 106–111; INV errores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U04-004 · Lo que necesitamos recuperar de las tres unidades anteriores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Activar prerrequisitos sin repetirlos.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Dar unos segundos de trabajo individual antes de escuchar respuestas. Organizar lo que aparezca alrededor del propósito de la slide: Activar prerrequisitos sin repetirlos. No resolver por adelantado; usar como criterio de cierre que unidades, energía, onda, fase, superposición y logaritmos sostienen toda la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Continuidad visual con U3; micrográfico y ecuaciones mínimas.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Unidades, energía, onda, fase, superposición y logaritmos sostienen toda la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Verificar `Pa`, `W`, `J`, `m/s`, argumento adimensional y diferencia `u/c`.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Traducir los prerrequisitos en resultados observables.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BR; CM; CDM; U3; NOT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«Lo que necesitamos recuperar de las tres unidades anteriores»: Continuidad visual con U3; micrográfico y ecuaciones mínimas. La lectura central es que unidades, energía, onda, fase, superposición y logaritmos sostienen toda la unidad. Recurso principal: U04-DG-021.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BR; CM; CDM; U3; NOT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U04-005 · Qué podremos distinguir, calcular e interpretar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Declarar resultados de aprendizaje observables.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Dar unos segundos de trabajo individual antes de escuchar respuestas. Organizar lo que aparezca alrededor del propósito de la slide: Declarar resultados de aprendizaje observables. No resolver por adelantado; usar como criterio de cierre que la unidad combina significado físico, cálculo simple, hipótesis y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unidad combina significado físico, cálculo simple, hipótesis y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Explicar la evidencia esperada sin leer una lista administrativa.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Mostrar el recorrido que construye esas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BR objetivos; 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«Qué podremos distinguir, calcular e interpretar»; destaca que la unidad combina significado físico, cálculo simple, hipótesis y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 objetivos; 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U04-006 · Del fenómeno al dato y del dato a una interpretación responsable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Orientar la secuencia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Recorrer el mapa por encuentros y explicar que representa decisiones encadenadas, no el índice del capítulo. Señalar la etapa actual y anticipar solo la siguiente. Idea organizadora: Cada bloque responde una pregunta distinta sobre el mismo campo acústico.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mapa en tres líneas, máximo cuatro nodos por línea; destacar etapa activa en recaps.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Cada bloque responde una pregunta distinta sobre el mismo campo acústico.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Aclarar que el mapa es una progresión de decisiones, no el índice del capítulo.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Abrir la distinción entre fenómeno físico y experiencia.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BR; CM; CDM;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«Del fenómeno al dato y del dato a una interpretación responsable»: mapa en tres líneas, máximo cuatro nodos por línea; destacar etapa activa en recaps. La lectura central es que cada bloque responde una pregunta distinta sobre el mismo campo acústico. Recurso principal: U04-DG-002.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BR; CM; CDM;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U04-007 · Antes de medir: fenómeno, fuente y 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Marcar el bloque y su pregunta guía.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El campo puede existir antes de ser detectado o percibido.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existe físicamente antes de medir o escuchar?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campo puede existir antes de ser detectado o percibido.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Volver a U04-002 y pedir qué elementos son necesarios para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Definir primero los dos sentidos de “sonido”.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4.3; PDF p.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«Antes de medir: fenómeno, fuente y medio»; destaca que el campo puede existir antes de ser detectado o percibido.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4.3; PDF p. 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U04-008 · Fenómeno físico y sensación sonora no son sinónimos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Separar estímulo y experiencia.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Una perturbación puede medirse sin oyente; la sensación depende del sistema auditivo y del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comparación físico/perceptual con códigos teal/ocre y síntesis inferior.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Una perturbación puede medirse sin oyente; la sensación depende del sistema auditivo y del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desarrollar psicoacústica; indicar que U7 formalizará los atributos.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Preguntar si el campo desaparece al retirar al receptor.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4.3; PDF p. 90; GLO; CCM U04-01 y U04-14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«Fenómeno físico y sensación sonora no son sinónimos»: comparación físico/perceptual con códigos teal/ocre y síntesis inferior. La lectura central es que una perturbación puede medirse sin oyente; la sensación depende del sistema auditivo y del contexto. Recurso principal: U04-DG-003.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4.3; PDF p. 90; GLO; CCM U04-01 y U04-14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U04-009 · El campo no necesita un oyente para existir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Corregir dependencia entre fenómeno y receptor.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primero la afirmación problemática y pedir un contraejemplo o la condición faltante. Corregirla nombrando la magnitud adecuada, sin reemplazarla por otra regla memorizada. Formulación correcta: El receptor detecta o procesa un campo; no lo crea por estar presente.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campo existente con receptor presente/ausente; sin flechas causales ambiguas.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condición o distinción falta en la afirmación «El campo no necesita un oyente para existir»?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receptor detecta o procesa un campo; no lo crea por estar presente.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Distinguir existencia, detección y experiencia.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Organizar los elementos de la cadena acústica.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4.3.1 y ejercicios C1; PDF pp. 91, 108;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«El campo no necesita un oyente para existir»: campo existente con receptor presente/ausente; sin flechas causales ambiguas. La lectura central es que el receptor detecta o procesa un campo; no lo crea por estar presente. Recurso principal: U04-DG-003.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4.3.1 y ejercicios C1; PDF pp. 91, 108;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U04-010 · Fuente, medio, campo y receptor cumplen funciones distintas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Construir la cadena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Narrar la secuencia paso a paso sin convertirla en una cadena causal más rígida de lo aprobado. En cada etapa preguntar qué entidad cambia y qué permanece. Alcance visual: Cuatro etapas con verbos y una advertencia: solo fuente y medio son necesarios para generar y propagar. Idea de cierre: La fuente perturba, el medio sostiene la propagación, el campo describe y el receptor 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4 nodos, 3 conectores, rótulos de función y corredor libre para flechas.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fuente perturba, el medio sostiene la propagación, el campo describe y el receptor 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convertir el diagrama en una secuencia temporal rígida; “campo” es descripción del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Mostrar que las fuentes pueden producir perturbaciones de modos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4.3.1; PDF p. 91; BR;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«Fuente, medio, campo y receptor cumplen funciones distintas»: 4 nodos, 3 conectores, rótulos de función y corredor libre para flechas. La lectura central es que la fuente perturba, el medio sostiene la propagación, el campo describe y el receptor responde. Recurso principal: U04-DG-003.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4.3.1; PDF p. 91; BR;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U04-011 · Distintas fuentes, una misma pregunta: ¿qué perturba el 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Cubrir las formas de generación del programa.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Membrana, cuerda, pliegues vocales, columna de aire y turbulencia originan perturbaciones mediante mecanismos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Identificar qué parte del recurso aporta evidencia y qué parte solo orienta. Esquema propio U04-DG-021 con cinco mecanismos de generación; una imagen técnica externa solo puede añadirse si está verificada y registrada.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Membrana, cuerda, pliegues vocales, columna de aire y turbulencia originan perturbaciones mediante mecanismos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Nombrar la variable mecánica inicial y evitar afirmar que todas las fuentes son sinusoidales.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Elegir dos mecanismos próximos a Fonoaudiología para profundizar.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SA; OD-U04-07;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conceptual alternativo sobre «Distintas fuentes, una misma pregunta: ¿qué perturba el medio?»: Esquema propio U04-DG-021 con cinco mecanismos de generación; una imagen técnica externa solo puede añadirse si está verificada y registrada. La lectura central es que membrana, cuerda, pliegues vocales, columna de aire y turbulencia originan perturbaciones mediante mecanismos distintos. Recurso principal: U04-DG-021.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SA; OD-U04-07;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U04-012 · Los pliegues vocales generan; el aire transporta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Vincular generación con voz.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Presentar la situación profesional sin prometer una inferencia clínica mayor que la evidencia disponible. Separar fenómeno, sensor, procesamiento y decisión. Vínculo que debe quedar: La oscilación de la fuente y la propagación por el aire son procesos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4 nodos y 3 conectores; sin anatomía detallada ni datos no verificados.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oscilación de la fuente y la propagación por el aire son procesos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Usar el ejemplo para reforzar fuente/medio, no para enseñar fonación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Comparar con una fuente electroacústica más controlable.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BR aplicaciones;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«Los pliegues vocales generan; el aire transporta»: 4 nodos y 3 conectores; sin anatomía detallada ni datos no verificados. La lectura central es que la oscilación de la fuente y la propagación por el aire son procesos distintos. Recurso principal: U04-DG-004.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BR aplicaciones;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U04-013 · El cono del parlante alterna compresiones y rarefacciones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Concretar generación mecánica en aire.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Narrar la secuencia paso a paso sin convertirla en una cadena causal más rígida de lo aprobado. En cada etapa preguntar qué entidad cambia y qué permanece. Alcance visual: Dos estados del cono y regiones de compresión/rarefacción; avance del frente separado del movimiento del cono. Idea de cierre: El cono se desplaza localmente y modifica la presión del aire vecino.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Antes de reproducir, pedir una predicción. Pausar en un cuadro donde se distingan movimiento local y propagación. Usar U04-DG-004 como alternativa estática. El GIF U04-MED-001 es opcional y solo se reproduce después de aprobar encuadre y crédito. Usar la alternativa estática si el medio falla.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cono se desplaza localmente y modifica la presión del aire vecino.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U3 y pedir qué variable acústica se formalizará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`U04-MED-001` está preseleccionado: verificar encuadre/crédito antes de reproducir y conservar alternativa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Consolidar el bloque antes de explicar el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4.3.1; PDF p. 91; U3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estático alternativo sobre «El cono del parlante alterna compresiones y rarefacciones»: Usar U04-DG-004 como alternativa estática. El GIF U04-MED-001 es opcional y solo se reproduce después de aprobar encuadre y crédito. La lectura central es que el cono se desplaza localmente y modifica la presión del aire vecino. Recurso principal: U04-DG-004.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4.3.1; PDF p. 91; U3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U04-014 · Hasta acá: existir, generar, propagar, detectar y percibir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Consolidar cinco verbos que no deben confundirse.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Cada verbo exige un objeto y una evidencia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mapa reducido fuente–medio–campo–receptor con bifurcación medir/percibir.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Cada verbo exige un objeto y una evidencia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pedagógica: pasar de definiciones a decisiones sobre dos casos; no repetir párrafos.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Preguntar qué propiedades del medio hacen posible la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4.3; CM; BR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«Hasta acá: existir, generar, propagar, detectar y percibir»: mapa reducido fuente–medio–campo–receptor con bifurcación medir/percibir. La lectura central es que cada verbo exige un objeto y una evidencia diferente. Recurso principal: U04-DG-002.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4.3; CM; BR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U04-015 · El medio responde: elasticidad, inercia y rapidez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Marcar el bloque del mecanismo de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La onda avanza porque regiones vecinas pueden deformarse, restaurarse y adquirir movimiento.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¿Cómo permiten la elasticidad y la inercia que avance una perturbación?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onda avanza porque regiones vecinas pueden deformarse, restaurarse y adquirir movimiento.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elasticidad, inercia y densidad de U2.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Observar primero el tipo de movimiento en un fluido.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4.4; PDF p. 91; U2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«El medio responde: elasticidad, inercia y rapidez»; destaca que la onda avanza porque regiones vecinas pueden deformarse, restaurarse y adquirir movimiento.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4.4; PDF p. 91; U2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U04-016 · En un fluido, el movimiento local es principalmente longitudinal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Aplicar propiedades de onda de U3 al 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—Compresión, rarefacción, movimiento local y frente; `f`, `λ`, fase y amplitud como propiedades recuperadas— y vincular cada afirmación con una magnitud, unidad, referencia o condición. Idea central: Las regiones del fluido oscilan aproximadamente en la dirección de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partículas y bandas de presión con flechas locales/propagación diferenciadas.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Las regiones del fluido oscilan aproximadamente en la dirección de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Aclarar que el dibujo de onda no representa trayectoria transversal del aire.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Explicar qué hace volver a una región comprimida.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4.3–4.4; PDF pp. 90–91; CCM U04-04; U3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«En un fluido, el movimiento local es principalmente longitudinal»: partículas y bandas de presión con flechas locales/propagación diferenciadas. La lectura central es que las regiones del fluido oscilan aproximadamente en la dirección de propagación. Recurso principal: U04-DG-005.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4.3–4.4; PDF pp. 90–91; CCM U04-04; U3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U04-017 · La elasticidad aporta la acción restauradora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Recuperar elasticidad en escala distribuida.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Al comprimir una región, el medio desarrolla fuerzas que tienden al equilibrio.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tres regiones antes/durante/después con fuerzas restauradoras.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Al comprimir una región, el medio desarrolla fuerzas que tienden al equilibrio.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Conectar con el resorte sin afirmar que el aire es una hilera literal de resortes.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Añadir la oposición al cambio de movimiento.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4.4; PDF p. 91; GLO; U2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elasticidad aporta la acción restauradora»: tres regiones antes/durante/después con fuerzas restauradoras. La lectura central es que al comprimir una región, el medio desarrolla fuerzas que tienden al equilibrio. Recurso principal: U04-DG-005.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4.4; PDF p. 91; GLO; U2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U04-018 · La inercia distribuida evita cambios instantáneos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Relacionar masa del medio y densidad.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densidad representa cuánta inercia contiene un volumen del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misma deformación conceptual con dos inercias y advertencia de variables acopladas.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densidad representa cuánta inercia contiene un volumen del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Recordar que comparar materiales requiere mantener o conocer otras propiedades.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Integrar elasticidad e inercia en una 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4.4; PDF p. 91; NOT;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inercia distribuida evita cambios instantáneos»: misma deformación conceptual con dos inercias y advertencia de variables acopladas. La lectura central es que la densidad representa cuánta inercia contiene un volumen del medio. Recurso principal: U04-DG-005.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4.4; PDF p. 91; NOT;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U04-019 · Restauración e inercia transmiten la perturbación a la región vecina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Explicar el mecanismo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Narrar la secuencia paso a paso sin convertirla en una cadena causal más rígida de lo aprobado. En cada etapa preguntar qué entidad cambia y qué permanece. Alcance visual: Secuencia de 4–5 estados: compresión, fuerza vecina, movimiento, nueva compresión y avance. Idea de cierre: La propagación resulta de la interacción entre deformación elástica e inercia.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5 etapas; flechas de fuerza y avance con semántica distinta.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propagación resulta de la interacción entre deformación elástica e inercia.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Narrar causalidad local y evitar que “energía” aparezca como sustancia que empuja.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Formalizar qué propiedades fijan `c`.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4.4; PDF p. 91; BR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«Restauración e inercia transmiten la perturbación a la región vecina»: 5 etapas; flechas de fuerza y avance con semántica distinta. La lectura central es que la propagación resulta de la interacción entre deformación elástica e inercia. Recurso principal: U04-DG-005.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4.4; PDF p. 91; BR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U04-020 · La rapidez depende de rigidez volumétrica y densidad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`c=√(K_s/ρ)` sin sobregeneralizar.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Mayor `K_s` favorece `c` mayor y mayor `ρ`, aislada, favorece `c` menor.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 dos ramas de tendencia y caja de condiciones.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Mayor `K_s` favorece `c` mayor y mayor `ρ`, aislada, favorece `c` menor.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Tratar la relación como modelo de fluido homogéneo y pequeñas perturbaciones; no exigir derivación.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Prevenir la lectura “más denso siempre más lento”.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4.4; PDF p. 91; NOT; INV F-U04-01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«La rapidez depende de rigidez volumétrica y densidad»: ecuación anotada con dos ramas de tendencia y caja de condiciones. La lectura central es que mayor `K_s` favorece `c` mayor y mayor `ρ`, aislada, favorece `c` menor. Recurso principal: U04-DG-006.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4.4; PDF p. 91; NOT; INV F-U04-01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U04-021 · La densidad sola no determina la rapidez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Corregir una inferencia causal incompleta.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primero la afirmación problemática y pedir un contraejemplo o la condición faltante. Corregirla nombrando la magnitud adecuada, sin reemplazarla por otra regla memorizada. Formulación correcta: La comparación entre medios requiere considerar simultáneamente elasticidad y densidad.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tabla de tendencias y condición “si lo demás no cambia”.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condición o distinción falta en la afirmación «La densidad sola no determina la rapidez»?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comparación entre medios requiere considerar simultáneamente elasticidad y densidad.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Pedir que nombren qué variable falta antes de comparar.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Aplicar la dependencia a una condición conocida del aire.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4.4; PDF p. 91; BR errores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densidad sola no determina la rapidez»: tabla de tendencias y condición “si lo demás no cambia”. La lectura central es que la comparación entre medios requiere considerar simultáneamente elasticidad y densidad. Recurso principal: U04-DG-006.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4.4; PDF p. 91; BR errores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U04-022 · Al cambiar el medio: f se conserva; c y λ pueden cambiar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Integrar mecanismo y relaciones de U3.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En una interfaz estacionaria usual, la fuente fija `f`; el medio fija `c` y se ajusta `λ`.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dos medios, misma frecuencia y longitudes de onda diferentes; mini ecuación `λ=c/f`.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En una interfaz estacionaria usual, la fuente fija `f`; el medio fija `c` y se ajusta `λ`.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 de U3 con nueva función: decidir qué cambia al variar el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Abrir la pregunta: ¿qué magnitudes describen ahora el campo?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4.4; PDF p. 91; U3; NOT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«Al cambiar el medio: `f` se conserva; `c` y `λ` pueden cambiar»: dos medios, misma frecuencia y longitudes de onda diferentes; mini ecuación `λ=c/f`. La lectura central es que en una interfaz estacionaria usual, la fuente fija `f`; el medio fija `c` y se ajusta `λ`. Recurso principal: U04-DG-006.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4.4; PDF p. 91; U3; NOT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U04-023 · Del avance de la onda a las magnitudes del campo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Marcar el paso desde mecanismo a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Un campo acústico asigna valores a posiciones e instantes.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magnitudes cambian en el campo y qué ocurre en una interfaz?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 campo acústico asigna valores a posiciones e instantes.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`ξ(x,t)` de U3 y anunciar que ahora la variable será física y calibrable.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Definir campo antes de enumerar magnitudes.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4.5; PDF p. 92; U3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«Del avance de la onda a las magnitudes del campo»; destaca que un campo acústico asigna valores a posiciones e instantes.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4.5; PDF p. 92; U3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U04-024 · Un campo acústico cambia con posición y tiempo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Definir el objeto de estudio.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Presión, velocidad e intensidad pueden tener valores diferentes en cada lugar e instante.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mapa simple con dos posiciones, dos instantes y tres magnitudes listadas fuera del dibujo.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Presión, velocidad e intensidad pueden tener valores diferentes en cada lugar e instante.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convertir “campo” en sinónimo de recinto; señalar que es una distribución.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Elegir la primera variable fundamental.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4.5; PDF p. 92;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«Un campo acústico cambia con posición y tiempo»: mapa simple con dos posiciones, dos instantes y tres magnitudes listadas fuera del dibujo. La lectura central es que presión, velocidad e intensidad pueden tener valores diferentes en cada lugar e instante. Recurso principal: U04-DG-007.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4.5; PDF p. 92;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U04-025 · La presión acústica es una variación alrededor de la presión estática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Definir `p(r,t)` con referente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—`p_total=p_0+p(r,t)` como relación conceptual; unidades y signo respecto de `p_0`— y vincular cada afirmación con una magnitud, unidad, referencia o condición. Idea central: La presión total se separa en equilibrio y variación acústica.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presión total y pequeña oscilación acústica sobre una línea de equilibrio.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presión total se separa en equilibrio y variación acústica.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Diferenciar `p_0`, `p(t)` y `p_ref`; no introducir aún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Resolver el significado de valores negativos.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4.5.1; PDF p. 92; NOT;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«La presión acústica es una variación alrededor de la presión estática»: presión total y pequeña oscilación acústica sobre una línea de equilibrio. La lectura central es que la presión total se separa en equilibrio y variación acústica. Recurso principal: U04-CH-001.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4.5.1; PDF p. 92; NOT;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U04-026 · p(t)&lt;0` no significa presión total negativa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Corregir la lectura del signo.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primero la afirmación problemática y pedir un contraejemplo o la condición faltante. Corregirla nombrando la magnitud adecuada, sin reemplazarla por otra regla memorizada. Formulación correcta: Un valor acústico negativo indica presión menor que el equilibrio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eje de presión con `p_0`, sobrepresión y rarefacción.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condición o distinción falta en la afirmación «`p(t)&lt;0` no significa presión total negativa»?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 valor acústico negativo indica presión menor que el equilibrio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Usar la distinción entre variable relativa y valor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Introducir la variable de movimiento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4.5.1; PDF p. 92; BR errores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«`p(t)&lt;0` no significa presión total negativa»: eje de presión con `p_0`, sobrepresión y rarefacción. La lectura central es que un valor acústico negativo indica presión menor que el equilibrio local. Recurso principal: U04-DG-007.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4.5.1; PDF p. 92; BR errores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U04-027 · La velocidad de partícula describe movimiento local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Formalizar `u(r,t)`.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`u` indica cómo se mueve una pequeña región del medio, no cuán rápido avanza la 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partícula marcada, flecha local `u` y frente separado.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`u` indica cómo se mueve una pequeña región del medio, no cuán rápido avanza la 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Recordar que puede cambiar de sentido durante un ciclo.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Contrastar `u` con `c` antes de relacionarla con presión.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4.5.2; PDF p. 92; NOT; GLO; U3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velocidad de partícula describe movimiento local»: partícula marcada, flecha local `u` y frente separado. La lectura central es que `u` indica cómo se mueve una pequeña región del medio, no cuán rápido avanza la onda. Recurso principal: U04-DG-007.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4.5.2; PDF p. 92; NOT; GLO; U3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U04-028 · u y c` comparten unidad, pero no pregunta física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Consolidar una distinción crítica.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`u` describe movimiento local; `c`, avance de fase o perturbación.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dos paneles coordinados con flechas distintas y síntesis inferior.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`u` describe movimiento local; `c`, avance de fase o perturbación.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Pedir un ejemplo donde `u` cambie de signo mientras `c` mantiene sentido.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Relacionar esfuerzo local y respuesta de movimiento.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4.5.2; PDF p. 92; CDM; U3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«`u` y `c` comparten unidad, pero no pregunta física»: dos paneles coordinados con flechas distintas y síntesis inferior. La lectura central es que `u` describe movimiento local; `c`, avance de fase o perturbación. Recurso principal: U04-DG-007.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4.5.2; PDF p. 92; CDM; U3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U04-029 · La impedancia relaciona presión y velocidad de partícula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Introducir `Z` con significado y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relación `p/u` depende del tipo de campo, frecuencia y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presión y movimiento como entradas a una relación, sin usar una división universal.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relación `p/u` depende del tipo de campo, frecuencia y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Aclarar que `Z` es compleja en general; mantener tratamiento cualitativo.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Introducir el caso ideal donde la relación se simplifica.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4.5.3; PDF p. 92; NOT;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impedancia relaciona presión y velocidad de partícula»: presión y movimiento como entradas a una relación, sin usar una división universal. La lectura central es que la relación `p/u` depende del tipo de campo, frecuencia y fase. Recurso principal: U04-DG-008.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4.5.3; PDF p. 92; NOT;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U04-030 · En una onda plana progresiva ideal, `p/u=ρc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Presentar una relación condicionada.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`Z_0=ρc` vale para un modelo específico, no para todo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y sello de condiciones; callouts sin cruzar texto.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`Z_0=ρc` vale para un modelo específico, no para todo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Explicar que presión y velocidad están en fase en este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Usar la impedancia para anticipar lo que ocurre en una frontera.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4.5.3; PDF p. 92; NOT; INV F-U04-03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«En una onda plana progresiva ideal, `p/u=ρc`»: ecuación anotada y sello de condiciones; callouts sin cruzar texto. La lectura central es que `Z_0=ρc` vale para un modelo específico, no para todo campo. Recurso principal: U04-DG-008.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4.5.3; PDF p. 92; NOT; INV F-U04-03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U04-031 · Una interfaz separa onda incidente, reflejada y transmitida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Explicar reflexión por desajuste de impedancias.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Narrar la secuencia paso a paso sin convertirla en una cadena causal más rígida de lo aprobado. En cada etapa preguntar qué entidad cambia y qué permanece. Alcance visual: Dos medios, interfaz, tres ondas y casos límite `Z_01=Z_02` y gran diferencia. Idea de cierre: Una parte puede regresar y otra continuar; las proporciones dependen de las impedancias y las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reconstrucción de figura 4.1; 3 flechas, 2 nodos de medio y etiquetas fuera de trayectorias.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Una parte puede regresar y otra continuar; las proporciones dependen de las impedancias y las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usar longitud de flecha como amplitud; diferenciar coeficiente de presión y energía.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Formalizar el coeficiente solo como profundidad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4.5.4; PDF pp. 92–93; figura 4.1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«Una interfaz separa onda incidente, reflejada y transmitida»: reconstrucción de figura 4.1; 3 flechas, 2 nodos de medio y etiquetas fuera de trayectorias. La lectura central es que una parte puede regresar y otra continuar; las proporciones dependen de las impedancias y las condiciones. Recurso principal: U04-DG-008.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4.5.4; PDF pp. 92–93; figura 4.1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U04-032 · Rₚ` cuantifica la amplitud de presión reflejada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el coeficiente de reflexión de presión.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Signo y módulo de `R_p` responden preguntas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conectada a los dos medios y dos casos límite.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Signo y módulo de `R_p` responden preguntas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enseñar como fórmula universal ni confundir con transmisión de presión.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Cerrar con una aplicación y una síntesis de magnitudes locales.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4.5.4; PDF p. 93; INV F-U04-04–05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«`R_p` cuantifica la amplitud de presión reflejada»: ecuación anotada conectada a los dos medios y dos casos límite. La lectura central es que signo y módulo de `R_p` responden preguntas distintas. Recurso principal: U04-DG-008.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4.5.4; PDF p. 93; INV F-U04-04–05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U04-033 · Hasta acá: p, u, Z y reflexión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Consolidar magnitudes y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Antes de usar una relación hay que identificar variable, unidad, campo e interfaz.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mapa reducido `p ↔ u → Z → reflexión`; máximo 4 nodos.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Antes de usar una relación hay que identificar variable, unidad, campo e interfaz.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pedagógica: pasar de definiciones a diagnóstico de una interfaz; no anticipar anatomía de U6.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Preguntar qué magnitud describe el flujo de energía.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4.5 y 4.12; PDF pp. 92–93, 106; 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«Hasta acá: `p`, `u`, `Z` y reflexión»: mapa reducido `p ↔ u → Z → reflexión`; máximo 4 nodos. La lectura central es que antes de usar una relación hay que identificar variable, unidad, campo e interfaz. Recurso principal: U04-DG-008.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4.5 y 4.12; PDF pp. 92–93, 106; 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U04-034 · Del movimiento local al flujo de energía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Marcar el bloque de intensidad, potencia y energía.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Presión no es intensidad y una magnitud local no es el total 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¿Cómo distinguimos una variable local de la transferencia de energía?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Presión no es intensidad y una magnitud local no es el total 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potencia y energía de U2.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Construir primero la intensidad instantánea.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4.5.5; PDF pp. 93–95; U2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«Del movimiento local al flujo de energía»; destaca que presión no es intensidad y una magnitud local no es el total 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4.5.5; PDF pp. 93–95; U2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U04-035 · La intensidad instantánea combina presión y velocidad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`i(t)=p(t)u(t)`.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signo del producto indica dirección instantánea del flujo en el eje elegido.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y tabla de signos; no superponer flechas a texto.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signo del producto indica dirección instantánea del flujo en el eje elegido.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Mostrar dimensionalmente que `Pa·m/s=W/m²`.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Visualizar el producto durante un ciclo.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4.5.5; PDF pp. 93–94; NOT; INV F-U04-06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«La intensidad instantánea combina presión y velocidad»: ecuación anotada y tabla de signos; no superponer flechas a texto. La lectura central es que el signo del producto indica dirección instantánea del flujo en el eje elegido. Recurso principal: U04-DG-009.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4.5.5; PDF pp. 93–94; NOT; INV F-U04-06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U04-036 · Presión y velocidad oscilan; su producto describe el flujo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Leer `p(t)`, `u(t)` e `i(t)` coordinadamente.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En la onda progresiva ideal, `p` y `u` están en fase y `i` presenta dos máximos por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reconstrucción de figura 4.2 con tres ejes coordinados y normalización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En la onda progresiva ideal, `p` y `u` están en fase y `i` presenta dos máximos por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Pedir por qué el producto es positivo cuando ambas variables son negativas.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Pasar del valor instantáneo al promedio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4.5.5; PDF pp. 94–95; figura 4.2; ejercicios R2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«Presión y velocidad oscilan; su producto describe el flujo»: reconstrucción de figura 4.2 con tres ejes coordinados y normalización explícita. La lectura central es que en la onda progresiva ideal, `p` y `u` están en fase y `i` presenta dos máximos por período. Recurso principal: U04-CH-002.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4.5.5; PDF pp. 94–95; figura 4.2; ejercicios R2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U04-037 · La intensidad media resume el flujo durante un intervalo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Introducir el promedio temporal del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Integrar aquí significa promediar `p(t)u(t)` durante una ventana definida.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y línea temporal con ventana; fórmula discreta como apoyo.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Integrar aquí significa promediar `p(t)u(t)` durante una ventana definida.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enseñar técnicas de integración; vincular con promedio de muestras.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Relacionar intensidad media con RMS en el modelo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4.5.5; PDF p. 94; OD-U04-19; INV F-U04-07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«La intensidad media resume el flujo durante un intervalo»: ecuación anotada y línea temporal con ventana; fórmula discreta como apoyo. La lectura central es que integrar aquí significa promediar `p(t)u(t)` durante una ventana definida. Recurso principal: U04-DG-009.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4.5.5; PDF p. 94; OD-U04-19; INV F-U04-07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U04-038 · En onda plana ideal, I se relaciona con valores 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Conectar presión, velocidad e impedancia.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`I=p_rms²/Z_0` requiere el mismo conjunto de hipótesis que `p/u=ρc`.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central anotada y equivalencias laterales; reservar 28 pt mínimo.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`I=p_rms²/Z_0` requiere el mismo conjunto de hipótesis que `p/u=ρc`.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Repetir las condiciones de forma intencional porque ahora habilitan un cálculo energético.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Modelar un ejemplo numérico antes de sumar más magnitudes.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4.5.5; PDF p. 94; NOT; INV F-U04-08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«En onda plana ideal, `I` se relaciona con valores RMS»: ecuación central anotada y equivalencias laterales; reservar 28 pt mínimo. La lectura central es que `I=p_rms²/Z_0` requiere el mismo conjunto de hipótesis que `p/u=ρc`. Recurso principal: U04-DG-009.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4.5.5; PDF p. 94; NOT; INV F-U04-08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U04-039 · De pᵣms a uᵣms e intensidad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Modelar un procedimiento con unidades.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Presión, velocidad e intensidad son resultados distintos aunque estén relacionados.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pasos; sin gráfico adicional.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Presión, velocidad e intensidad son resultados distintos aunque estén relacionados.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Leer datos, elegir relación, conservar unidades e interpretar cada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Distinguir el flujo local del total que atraviesa una superficie.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4.5.6; PDF pp. 94–95; INV ejemplo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«De `p_rms` a `u_rms` e intensidad»: Ecuaciones editables con revelado por pasos; sin gráfico adicional. La lectura central es que presión, velocidad e intensidad son resultados distintos aunque estén relacionados. Recurso principal: U04-DG-022.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4.5.6; PDF pp. 94–95; INV ejemplo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U04-040 · Intensidad, potencia y energía responden escalas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Diferenciar flujo por área, tasa total y cantidad transferida.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`I` es local/areal; `W_ac` es tasa total; `E_ac` acumula durante un intervalo.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diagrama `I → superficie → W_ac → tiempo → E_ac` con tabla lateral mínima.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`I` es local/areal; `W_ac` es tasa total; `E_ac` acumula durante un intervalo.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Adoptar provisionalmente `W_ac`; mencionar abreviación `W` del libro.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Formalizar las dos relaciones como profundidad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4.5.5; PDF p. 94; NOT; GLO; OD-U04-02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«Intensidad, potencia y energía responden escalas diferentes»: diagrama `I → superficie → W_ac → tiempo → E_ac` con tabla lateral mínima. La lectura central es que `I` es local/areal; `W_ac` es tasa total; `E_ac` acumula durante un intervalo. Recurso principal: U04-DG-010.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4.5.5; PDF p. 94; NOT; GLO; OD-U04-02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U04-041 · Superficie y tiempo conectan I, Wₐc y `Eₐc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Registrar `W_ac=IS` y `E_ac=W_acΔt`.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Las relaciones simples requieren intensidad uniforme/normal y potencia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dos ecuaciones anotadas en secuencia y superficie/intervalo esquemáticos.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Las relaciones simples requieren intensidad uniforme/normal y potencia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generalizar `W=IS` cuando la intensidad no es uniforme o normal.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Cerrar el bloque con una situación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4.5.5; PDF p. 94; INV F-U04-09–10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«Superficie y tiempo conectan `I`, `W_ac` y `E_ac`»: dos ecuaciones anotadas en secuencia y superficie/intervalo esquemáticos. La lectura central es que las relaciones simples requieren intensidad uniforme/normal y potencia constante. Recurso principal: U04-DG-010.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4.5.5; PDF p. 94; INV F-U04-09–10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U04-042 · Un micrófono mide una variable local; no la potencia total de la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Aplicar y consolidar `p/u/I/W_ac/E_ac`.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La variable informada depende del sensor, el punto y el procesamiento.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proceso de medición con 4 nodos y callout de límites; conexión clínica.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variable informada depende del sensor, el punto y el procesamiento.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pedagógica: usar las magnitudes para interpretar un instrumento, no volver a definirlas.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Preguntar qué valor debe extraerse de una señal variable.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4.12; PDF p. 106; BR aplicaciones; 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«Un micrófono mide una variable local; no la potencia total de la fuente»: proceso de medición con 4 nodos y callout de límites; conexión clínica. La lectura central es que la variable informada depende del sensor, el punto y el procesamiento. Recurso principal: U04-DG-010.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4.12; PDF p. 106; BR aplicaciones; CM</a:t>
            </a:r>
          </a:p>
          <a:p xmlns:a="http://schemas.openxmlformats.org/drawingml/2006/main">
            <a:r>
              <a:t>- https://commons.wikimedia.org/wiki/File:Sound_level_meter_Bruel_Kjaer.jpg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U04-043 · Una señal variable necesita más de un descriptor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Abrir el bloque de valores instantáneo, pico, pico a pico y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Cada descriptor responde una pregunta distinta sobre la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número resume cada aspecto de una señal variable?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Cada descriptor responde una pregunta distinta sobre la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Retomar la lectura temporal de U3.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Mostrar por qué un solo número puede ser insuficiente.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4.6; PDF pp. 95–97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«Una señal variable necesita más de un descriptor»; destaca que cada descriptor responde una pregunta distinta sobre la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4.6; PDF pp. 95–97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U04-044 · Un mismo registro admite resúmenes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Crear necesidad antes de definir.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—Una señal asimétrica marcada en un instante, sus extremos y línea media— y vincular cada afirmación con una magnitud, unidad, referencia o condición. Idea central: Forma temporal, extremos y balance no contienen la misma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señal única reutilizable en U04-045–050, con marcadores progresivos.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Forma temporal, extremos y balance no contienen la misma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Pedir qué número elegirían para prevenir saturación y cuál para describir 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Separar primero instante y extremo.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4.6; PDF pp. 95–97; BR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«Un mismo registro admite resúmenes diferentes»: señal única reutilizable en U04-045–050, con marcadores progresivos. La lectura central es que forma temporal, extremos y balance no contienen la misma información. Recurso principal: U04-CH-003.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4.6; PDF pp. 95–97; BR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U04-045 · Valor instantáneo y valor pico no son intercambiables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Definir dos descriptores básicos.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El instantáneo depende de `t`; el pico es el mayor módulo o extremo según convención declarada.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gráfico anotado con callouts; declarar convención de pico.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instantáneo depende de `t`; el pico es el mayor módulo o extremo según convención declarada.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usar “amplitud” sin aclarar si es pico, RMS u otro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Añadir la excursión completa entre extremos.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4.6.1–4.6.2; PDF pp. 95–96; NOT;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«Valor instantáneo y valor pico no son intercambiables»: gráfico anotado con callouts; declarar convención de pico. La lectura central es que el instantáneo depende de `t`; el pico es el mayor módulo o extremo según convención declarada. Recurso principal: U04-CH-003.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4.6.1–4.6.2; PDF pp. 95–96; NOT;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U04-046 · Pico a pico mide la excursión entre extremos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Definir `x_pp=x_max-x_min`.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El valor pico a pico no equivale siempre a dos veces el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más dos mini gráficos coordinados.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valor pico a pico no equivale siempre a dos veces el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Reservar `2x_pico` para señales simétricas respecto de cero.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Introducir un descriptor de balance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4.6.3; PDF p. 96; NOT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«Pico a pico mide la excursión entre extremos»: ecuación anotada más dos mini gráficos coordinados. La lectura central es que el valor pico a pico no equivale siempre a dos veces el pico. Recurso principal: U04-CH-003.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4.6.3; PDF p. 96; NOT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U04-047 · El valor medio expresa balance durante una ventana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el promedio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resultado depende de la ventana y puede ocultar oscilaciones grandes.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 ventana temporal y áreas de signo opuesto.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resultado depende de la ventana y puede ocultar oscilaciones grandes.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enseñar cálculo integral; usar promedio de muestras como puente.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Corregir la interpretación de media nula.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4.6.4; PDF p. 96; OD-U04-19; INV F-U04-11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«El valor medio expresa balance durante una ventana»: ecuación anotada con ventana temporal y áreas de signo opuesto. La lectura central es que el resultado depende de la ventana y puede ocultar oscilaciones grandes. Recurso principal: U04-DG-011.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4.6.4; PDF p. 96; OD-U04-19; INV F-U04-11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U04-048 · Media cero no significa señal nula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Prevenir una confusión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primero la afirmación problemática y pedir un contraejemplo o la condición faltante. Corregirla nombrando la magnitud adecuada, sin reemplazarla por otra regla memorizada. Formulación correcta: Una oscilación equilibrada puede tener energía y amplitud aunque su promedio sea cero.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seno completo y señal cero con la misma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condición o distinción falta en la afirmación «Media cero no significa señal nula»?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Una oscilación equilibrada puede tener energía y amplitud aunque su promedio sea cero.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Pedir que nombren qué descriptor sí distingue ambas señales.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Hacer clasificar descriptores por pregunta.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4.6.4; PDF p. 96; BR errores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«Media cero no significa señal nula»: seno completo y señal cero con la misma media. La lectura central es que una oscilación equilibrada puede tener energía y amplitud aunque su promedio sea cero. Recurso principal: U04-CH-004.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4.6.4; PDF p. 96; BR errores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U04-049 · ¿Qué descriptor elegirías en cada problema?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Practicar selección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Dar unos segundos de trabajo individual antes de escuchar respuestas. Organizar lo que aparezca alrededor del propósito de la slide: Practicar selección conceptual. No resolver por adelantado; usar como criterio de cierre que la elección depende de si interesa instante, límite, excursión o 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descriptor elegirías para detectar saturación y cuál para estimar componente continua?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Pico para saturación; valor medio para componente continua.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Solicitar justificación de una oración; aceptar notación equivalente si se declara.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Recapitular y señalar el descriptor aún faltante.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4.6; PDF pp. 95–97; BR ejercicios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«¿Qué descriptor elegirías en cada problema?»; destaca que la elección depende de si interesa instante, límite, excursión o 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4.6; PDF pp. 95–97; BR ejercicios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U04-050 · Instante, extremo, excursión y balance: cuatro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Consolidar sin redundancia.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Ninguno de estos valores describe por sí solo el “tamaño efectivo” de una señal alternante.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matriz visual de cuatro filas y señal común.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Ninguno de estos valores describe por sí solo el “tamaño efectivo” de una señal alternante.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 por comparación; no repetir definiciones completas.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Presentar el valor eficaz como respuesta a la limitación.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4.6.1–4.6.4; PDF pp. 95–97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«Instante, extremo, excursión y balance: cuatro preguntas»: matriz visual de cuatro filas y señal común. La lectura central es que ninguno de estos valores describe por sí solo el “tamaño efectivo” de una señal alternante. Recurso principal: U04-DG-011.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4.6.1–4.6.4; PDF pp. 95–97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U04-051 · ¿Cómo resumimos el efecto de una señal alternante?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Abrir RMS y clasificación de señales.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El valor eficaz conserva información cuadrática que el promedio puede cancelar.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¿Cómo cuantificamos el tamaño cuadrático de una señal?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valor eficaz conserva información cuadrática que el promedio puede cancelar.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cuadrados y raíz cuadrada.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Construir el algoritmo antes de mostrar la fórmula.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4.6.5–4.7; PDF pp. 96–97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«¿Cómo resumimos el efecto de una señal alternante?»; destaca que el valor eficaz conserva información cuadrática que el promedio puede cancelar.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4.6.5–4.7; PDF pp. 96–97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U04-052 · RMS: cuadrar, promediar y extraer raíz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Comprender el procedimiento.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Narrar la secuencia paso a paso sin convertirla en una cadena causal más rígida de lo aprobado. En cada etapa preguntar qué entidad cambia y qué permanece. Alcance visual: Tres etapas con mini señal y resultado intermedio. Idea de cierre: Cada paso cumple una función: elimina signo, resume y recupera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3 nodos, conectores y rótulos de función; posible revelado progresivo.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Cada paso cumple una función: elimina signo, resume y recupera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Destacar que la unidad final coincide con la magnitud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Visualizar el procedimiento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4.6.5; PDF pp. 96–97; NOT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«RMS: cuadrar, promediar y extraer raíz»: 3 nodos, conectores y rótulos de función; posible revelado progresivo. La lectura central es que cada paso cumple una función: elimina signo, resume y recupera unidad. Recurso principal: U04-DG-012.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4.6.5; PDF pp. 96–97; NOT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U04-053 · El cuadrado transforma signo en contribución positiva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Leer la construcción gráfica del 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Regiones positivas y negativas de la señal aportan positivamente tras elevar al cuadrado.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reconstrucción de figura 4.3 en cuatro paneles coordinados.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Regiones positivas y negativas de la señal aportan positivamente tras elevar al cuadrado.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sugerir que RMS es el promedio de valores absolutos.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Formalizar la operación sobre una ventana.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4.6.5; PDF p. 97; figura 4.3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«El cuadrado transforma signo en contribución positiva»: reconstrucción de figura 4.3 en cuatro paneles coordinados. La lectura central es que regiones positivas y negativas de la señal aportan positivamente tras elevar al cuadrado. Recurso principal: U04-CH-005.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4.6.5; PDF p. 97; figura 4.3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U04-054 · La ventana de observación forma parte del 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la definición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`x_rms` depende de qué intervalo se promedia.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y ventana sobre eje temporal.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`x_rms` depende de qué intervalo se promedia.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Vincular con señales periódicas y registros finitos sin enseñar integración.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Resolver el caso sinusoidal.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4.6.5; PDF p. 97; INV F-U04-12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«La ventana de observación forma parte del RMS»: ecuación anotada y ventana sobre eje temporal. La lectura central es que `x_rms` depende de qué intervalo se promedia. Recurso principal: U04-DG-012.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4.6.5; PDF p. 97; INV F-U04-12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U04-055 · Para una sinusoide, `xᵣms=xₚico/√2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Presentar una relación útil y 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factor `1/√2` no vale para cualquier forma de 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 sello “solo sinusoide”.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factor `1/√2` no vale para cualquier forma de 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Repetir el límite inmediatamente y en la recapitulación.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Aplicar con números simples.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4.6.5; PDF p. 97; NOT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«Para una sinusoide, `x_rms=x_pico/√2`»: ecuación anotada con sello “solo sinusoide”. La lectura central es que el factor `1/√2` no vale para cualquier forma de onda. Recurso principal: U04-DG-012.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4.6.5; PDF p. 97; NOT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U04-056 · De pico a RMS sin perder unidades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Modelar un cálculo breve.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La operación cambia el valor, no la magnitud ni su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operación cambia el valor, no la magnitud ni su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Usar redondeo explícito y preguntar si la señal debe ser sinusoidal.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Ampliar desde tono puro a señales complejas.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4.6.5; PDF p. 97;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«De pico a RMS sin perder unidades»: Ecuaciones editables con revelado por pasos. La lectura central es que la operación cambia el valor, no la magnitud ni su unidad. Recurso principal: U04-CH-005.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4.6.5; PDF p. 97;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U04-057 · Tono puro y señal compleja pueden compartir 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Separar forma temporal y valor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Igual RMS no implica igual forma de onda ni igual contenido frecuencial.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dos señales normalizadas con igual RMS; sin anticipar espectros detallados.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Igual RMS no implica igual forma de onda ni igual contenido frecuencial.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Preparar U5 sin desarrollar Fourier.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Cerrar con el límite de la relación sinusoidal.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4.7; PDF p. 97; 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«Tono puro y señal compleja pueden compartir RMS»: dos señales normalizadas con igual RMS; sin anticipar espectros detallados. La lectura central es que igual RMS no implica igual forma de onda ni igual contenido frecuencial. Recurso principal: U04-CH-006.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4.7; PDF p. 97; 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U04-058 · RMS resume tamaño eficaz, no forma ni frecuencia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Consolidar usos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Para interpretar RMS también hay que conocer señal, ventana y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checklist señal–ventana–valor–unidad.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Para interpretar RMS también hay que conocer señal, ventana y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 mediante detección de condiciones, no mediante recopia.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Preguntar cómo comparar rangos enormes de presión.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4.6.5–4.7; PDF p. 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«RMS resume tamaño eficaz, no forma ni frecuencia»: checklist señal–ventana–valor–unidad. La lectura central es que para interpretar RMS también hay que conocer señal, ventana y condiciones. Recurso principal: U04-DG-021.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4.6.5–4.7; PDF p. 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U04-059 · Un nivel siempre compara con una referencia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Abrir el bloque logarítmico.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El decibel expresa una razón; no es una magnitud física aislada.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debe acompañar siempre a un valor en decibeles?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decibel expresa una razón; no es una magnitud física aislada.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potencias y logaritmos como soporte.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Construir el concepto antes de la fórmula.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4.7; PDF pp. 97–100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«Un nivel siempre compara con una referencia»; destaca que el decibel expresa una razón; no es una magnitud física aislada.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4.7; PDF pp. 97–100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U04-060 · Para informar un nivel hacen falta tres datos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Establecer una rutina de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Magnitud, referencia y tipo de nivel determinan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tríada de tres nodos convergentes en una lectura completa.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Magnitud, referencia y tipo de nivel determinan el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Usar ejemplos completos e incompletos; no llamar “unidad absoluta” al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Corregir el uso de “60 dB” sin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4.7; PDF p. 97;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«Para informar un nivel hacen falta tres datos»: tríada de tres nodos convergentes en una lectura completa. La lectura central es que magnitud, referencia y tipo de nivel determinan el significado. Recurso principal: U04-DG-013.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4.7; PDF p. 97;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U04-061 · “60 dB” es una información incompleta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Prevenir ambigüedad entre SPL, HL y otras escalas.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primero la afirmación problemática y pedir un contraejemplo o la condición faltante. Corregirla nombrando la magnitud adecuada, sin reemplazarla por otra regla memorizada. Formulación correcta: El mismo número puede corresponder a referencias y significados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etiqueta incompleta que se completa por etapas.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condición o distinción falta en la afirmación «“60 dB” es una información incompleta»?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mismo número puede corresponder a referencias y significados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Anticipar dB HL sin desarrollarlo; remitir a U7/U8.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Formalizar el nivel de presión sonora.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4.7.1, 4.12; PDF pp. 97–100, 106; BR errores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«“60 dB” es una información incompleta»: etiqueta incompleta que se completa por etapas. La lectura central es que el mismo número puede corresponder a referencias y significados distintos. Recurso principal: U04-DG-013.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4.7.1, 4.12; PDF pp. 97–100, 106; BR errores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U04-062 · Lₚ` compara presión RMS con una referencia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el nivel de presión sonora.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`L_p=20 log10(p_rms/p_ref)` solo cobra sentido con `p_ref` declarado.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 callouts y caja de referencia/medio.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`L_p=20 log10(p_rms/p_ref)` solo cobra sentido con `p_ref` declarado.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Diferenciar Pa de dB; usar `20 µPa` solo para aire según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Resolver un punto de anclaje numérico.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4.7.1; PDF pp. 97–98; NOT; INV F-U04-15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«`L_p` compara presión RMS con una referencia»: ecuación anotada con callouts y caja de referencia/medio. La lectura central es que `L_p=20 log10(p_rms/p_ref)` solo cobra sentido con `p_ref` declarado. Recurso principal: U04-DG-013.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4.7.1; PDF pp. 97–98; NOT; INV F-U04-15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U04-063 · 0,20 Pa corresponde a 80 dB SPL` en aire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Modelar sustitución e interpretación.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El resultado es una razón logarítmica respecto de `20 µPa`.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resultado es una razón logarítmica respecto de `20 µPa`.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Comprobar que el cociente es adimensional y no escribir “80 dB Pa”.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Ubicar el ejemplo en una escala más amplia.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4.7.1; PDF pp. 97–98;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«`0,20 Pa` corresponde a `80 dB SPL` en aire»: Ecuaciones editables con revelado por pasos. La lectura central es que el resultado es una razón logarítmica respecto de `20 µPa`. Recurso principal: U04-DG-013.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4.7.1; PDF pp. 97–98;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U04-064 · La escala logarítmica comprime un rango enorme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Construir intuición de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Multiplicar presión por diez suma 20 dB; duplicarla suma aproximadamente 6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reconstrucción pedagógica de figura 4.4, sin asociar aún sonoridad subjetiva.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Multiplicar presión por diez suma 20 dB; duplicarla suma aproximadamente 6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etiquetas clínicas no sustentadas; enfatizar relaciones, no umbrales universales.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Mostrar que la referencia depende del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4.7.1; PDF p. 98; figura 4.4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«La escala logarítmica comprime un rango enorme»: reconstrucción pedagógica de figura 4.4, sin asociar aún sonoridad subjetiva. La lectura central es que multiplicar presión por diez suma 20 dB; duplicarla suma aproximadamente 6 dB. Recurso principal: U04-CH-007.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4.7.1; PDF p. 98; figura 4.4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U04-065 · Igual presión y distinto pᵣef producen niveles distintos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Hacer visible la dependencia de referencia.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Los niveles en aire y agua no se comparan sin declarar referencias y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dos ramas desde una misma presión; referencias explícitas.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Los niveles en aire y agua no se comparan sin declarar referencias y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presentar valores de agua como equivalentes perceptuales.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Explicar por qué algunas fórmulas usan 10 y otras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4.7.1; PDF pp. 97–99; BR errores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«Igual presión y distinto `p_ref` producen niveles distintos»: dos ramas desde una misma presión; referencias explícitas. La lectura central es que los niveles en aire y agua no se comparan sin declarar referencias y condiciones. Recurso principal: U04-DG-013.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4.7.1; PDF pp. 97–99; BR errores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U04-066 · El factor 20 proviene de una relación cuadrática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Derivar conceptualmente `10 log` a `20 log`.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Si potencia o intensidad es proporcional al cuadrado de presión, el exponente pasa delante del logaritmo.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derivación anotada por pasos, con `log(a²)=2log(a)` destacado.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Si potencia o intensidad es proporcional al cuadrado de presión, el exponente pasa delante del logaritmo.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memorizar 10/20 sin identificar la magnitud que entra en la razón.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Registrar niveles de intensidad y potencia como extensión.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4.7.1–4.7.3; PDF pp. 97–100; INV F-U04-15–17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«El factor 20 proviene de una relación cuadrática»: derivación anotada por pasos, con `log(a²)=2log(a)` destacado. La lectura central es que si potencia o intensidad es proporcional al cuadrado de presión, el exponente pasa delante del logaritmo. Recurso principal: U04-DG-013.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4.7.1–4.7.3; PDF pp. 97–100; INV F-U04-15–17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U04-067 · Presión, intensidad y potencia tienen niveles distintos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Cubrir `L_I` y `L_W` sin sobrecargar la ruta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Intensidad y potencia usan `10 log` y referencias propias.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tabla comparativa de tres niveles; ecuaciones editables.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Intensidad y potencia usan `10 log` y referencias propias.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inferir equivalencia numérica fuera de las condiciones de onda progresiva.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Aplicar la rutina de lectura a práctica clínica.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4.7.2–4.7.3; PDF pp. 99–100; NOT; INV F-U04-16–17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«Presión, intensidad y potencia tienen niveles distintos»: tabla comparativa de tres niveles; ecuaciones editables. La lectura central es que intensidad y potencia usan `10 log` y referencias propias. Recurso principal: U04-DG-013.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4.7.2–4.7.3; PDF pp. 99–100; NOT; INV F-U04-16–17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U04-068 · SPL, HL y sonoridad no son sinónimos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Integrar nivel físico, referencia y percepción.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`dB SPL` describe presión relativa; `dB HL` usa referencias audiométricas; sonoridad es perceptual.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tres columnas con relaciones permitidas y límites.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`dB SPL` describe presión relativa; `dB HL` usa referencias audiométricas; sonoridad es perceptual.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 de físico/perceptual en un contexto nuevo; no desarrollar U7/U8.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Preguntar cómo combinar dos fuentes expresadas en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4.7, 4.12; PDF pp. 97–100, 106; 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«SPL, HL y sonoridad no son sinónimos»: tres columnas con relaciones permitidas y límites. La lectura central es que `dB SPL` describe presión relativa; `dB HL` usa referencias audiométricas; sonoridad es perceptual. Recurso principal: U04-DG-013.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4.7, 4.12; PDF pp. 97–100, 106; 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U04-069 · Para sumar sonidos hay que saber su relación temporal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Abrir coherencia, correlación y suma de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No existe una única regla de suma válida para todos los casos.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cambia según la relación temporal entre las señales?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 existe una única regla de suma válida para todos los casos.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superposición y fase de U3.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Comenzar por la magnitud que realmente se suma.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4.8; PDF pp. 100–102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«Para sumar sonidos hay que saber su relación temporal»; destaca que no existe una única regla de suma válida para todos los casos.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4.8; PDF pp. 100–102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U04-070 · Primero se suman presiones instantáneas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Reafirmar superposición antes de operar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—Dos señales y resultado; algoritmo señal–RMS–nivel— y vincular cada afirmación con una magnitud, unidad, referencia o condición. Idea central: `p_total(t)=p_1(t)+p_2(t)`; los dB se calculan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suma temporal de dos señales sencillas; para el algoritmo.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`p_total(t)=p_1(t)+p_2(t)`; los dB se calculan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sumar directamente números en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Definir qué significa coherencia en esta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4.8; PDF p. 100; U3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«Primero se suman presiones instantáneas»: suma temporal de dos señales sencillas; para el algoritmo. La lectura central es que `p_total(t)=p_1(t)+p_2(t)`; los dB se calculan después. Recurso principal: U04-CH-008.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4.8; PDF p. 100; U3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U04-071 · Coherencia exige una relación de fase estable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Operacionalizar el término.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Dos componentes coherentes mantienen frecuencia común y diferencia de fase estable durante la observación.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dos pares de señales y marcador de fase estable/inestable.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Dos componentes coherentes mantienen frecuencia común y diferencia de fase estable durante la observación.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Adoptar “no correlacionadas en la ventana” para el caso operativo del programa.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Explorar casos de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4.8; PDF p. 100; OD-U04-04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«Coherencia exige una relación de fase estable»: dos pares de señales y marcador de fase estable/inestable. La lectura central es que dos componentes coherentes mantienen frecuencia común y diferencia de fase estable durante la observación. Recurso principal: U04-DG-014.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4.8; PDF p. 100; OD-U04-04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U04-072 · La fase cambia el resultado de fuentes coherentes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Construir intuición antes de la fórmula.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Con igual amplitud, fase 0 refuerza, fase π cancela y valores intermedios producen resultados intermedios.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paneles para `φ=0`, `π/2` y `π`; audio opcional controlado.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Con igual amplitud, fase 0 refuerza, fase π cancela y valores intermedios producen resultados intermedios.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Distinguir cancelación local ideal de “destrucción de energía”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`U04-MED-002` está propuesto: no reproducir hasta aprobarlo; usar la alternativa estática indicada. `U04-MED-003` está propuesto: no reproducir hasta aprobarlo; usar la alternativa estática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Formalizar la amplitud resultante.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4.8.1; PDF pp. 100–101; figura 4.5; U3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«La fase cambia el resultado de fuentes coherentes»: paneles para `φ=0`, `π/2` y `π`; audio opcional controlado. La lectura central es que con igual amplitud, fase 0 refuerza, fase π cancela y valores intermedios producen resultados intermedios. Recurso principal: U04-CH-008.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4.8.1; PDF pp. 100–101; figura 4.5; U3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U04-073 · La suma coherente conserva el término de fase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la expresión RMS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término `2p_1p_2 cosφ` explica refuerzo y cancelación.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central con tres ramas de `cosφ`.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término `2p_1p_2 cosφ` explica refuerzo y cancelación.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Mantener demostración algebraica en respaldo; trabajar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`U04-MED-002` está propuesto: no reproducir hasta aprobarlo; usar la alternativa estática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Resolver dos fuentes iguales en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4.8.1; PDF pp. 100–101; INV F-U04-19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«La suma coherente conserva el término de fase»: ecuación central con tres ramas de `cosφ`. La lectura central es que el término `2p_1p_2 cosφ` explica refuerzo y cancelación. Recurso principal: U04-DG-014.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4.8.1; PDF pp. 100–101; INV F-U04-19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U04-074 · Dos presiones iguales en fase suman aproximadamente `+6,02 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Modelar el caso coherente.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Duplicar amplitud de presión implica `20 log10(2)`.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editables y mini gráfico de amplitud duplicada.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Duplicar amplitud de presión implica `20 log10(2)`.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Nombrar “en fase y coherentes” en el resultado, no solo en los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`U04-MED-003` está propuesto: no reproducir hasta aprobarlo; usar la alternativa estática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Contrastar con oposición de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4.8.1; PDF p. 101;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«Dos presiones iguales en fase suman aproximadamente `+6,02 dB`»: Ecuaciones editables y mini gráfico de amplitud duplicada. La lectura central es que duplicar amplitud de presión implica `20 log10(2)`. Recurso principal: U04-CH-008.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4.8.1; PDF p. 101;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U04-075 · ¿Dos fuentes iguales siempre aumentan el nivel?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Trabajar el caso de oposición.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Dar unos segundos de trabajo individual antes de escuchar respuestas. Organizar lo que aparezca alrededor del propósito de la slide: Trabajar el caso de oposición. No resolver por adelantado; usar como criterio de cierre que fuentes coherentes iguales y en oposición pueden cancelar la presión en un punto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dos senos opuestos y suma; para límites.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¿Dos fuentes iguales siempre elevan el nivel?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Si son coherentes y llegan en oposición de fase pueden cancelar la presión en el punto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generalizar cancelación perfecta a todo el espacio y todas las frecuencias.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`U04-MED-002` está propuesto: no reproducir hasta aprobarlo; usar la alternativa estática indicada. `U04-MED-003` está propuesto: no reproducir hasta aprobarlo; usar la alternativa estática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Pasar a fuentes cuya fase relativa no permanece fija.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4.8.1; PDF p. 101; BR errores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«¿Dos fuentes iguales siempre aumentan el nivel?»: dos senos opuestos y suma; para límites. La lectura central es que fuentes coherentes iguales y en oposición pueden cancelar la presión en un punto ideal. Recurso principal: U04-CH-008.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4.8.1; PDF p. 101; BR errores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U04-076 · En señales no correlacionadas, el término cruzado promedia a cero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Explicar la segunda ruta.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Durante la ventana, no hay una relación de fase estable que produzca refuerzo sistemático.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ventana temporal con fase relativa variable; correlación parcial a respaldo.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Durante la ventana, no hay una relación de fase estable que produzca refuerzo sistemático.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confundir “no correlacionadas” con “sin relación causal” o “silenciosas”.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`U04-MED-004` está propuesto: no reproducir hasta aprobarlo; usar la alternativa estática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Expresar la suma en magnitudes cuadráticas.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4.8.2; PDF p. 101; OD-U04-04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«En señales no correlacionadas, el término cruzado promedia a cero»: ventana temporal con fase relativa variable; correlación parcial a respaldo. La lectura central es que durante la ventana, no hay una relación de fase estable que produzca refuerzo sistemático. Recurso principal: U04-DG-014.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4.8.2; PDF p. 101; OD-U04-04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U04-077 · Para fuentes no correlacionadas se suman cuadrados 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Formalizar la suma lineal previa al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`p_total,rms²=Σp_i,rms²`; luego se convierte a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más flujo dB→lineal→suma→dB.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`p_total,rms²=Σp_i,rms²`; luego se convierte a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Insistir en que no se suman presiones RMS con signo ni niveles aritméticamente.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Escribir la forma directa para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4.8.2; PDF p. 101; INV F-U04-20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«Para fuentes no correlacionadas se suman cuadrados RMS»: ecuación anotada más flujo dB→lineal→suma→dB. La lectura central es que `p_total,rms²=Σp_i,rms²`; luego se convierte a dB. Recurso principal: U04-DG-014.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4.8.2; PDF p. 101; INV F-U04-20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U04-078 · La suma de niveles vuelve primero a escala lineal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`L_T=10log10(Σ10^(L_i/10))`.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Cada nivel se deslogaritma, se suma y recién entonces se aplica logaritmo.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 tres zonas y rótulos de transformación.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Cada nivel se deslogaritma, se suma y recién entonces se aplica logaritmo.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introducir atajos sin explicar su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Resolver el caso de niveles iguales.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4.8.2; PDF pp. 101–102; INV F-U04-21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«La suma de niveles vuelve primero a escala lineal»: ecuación anotada con tres zonas y rótulos de transformación. La lectura central es que cada nivel se deslogaritma, se suma y recién entonces se aplica logaritmo. Recurso principal: U04-DG-014.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4.8.2; PDF pp. 101–102; INV F-U04-21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U04-079 · Dos fuentes no correlacionadas de 70 dB dan `73,01 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Modelar una suma de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Duplicar una magnitud cuadrática suma aproximadamente `3,01 dB`.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editables con revelado; sin calculadora visual obligatoria.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Duplicar una magnitud cuadrática suma aproximadamente `3,01 dB`.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Contrastar explícitamente con U04-074.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`U04-MED-004` está propuesto: no reproducir hasta aprobarlo; usar la alternativa estática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Hacer visible la regla decisional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4.8.2; PDF p. 102;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«Dos fuentes no correlacionadas de `70 dB` dan `73,01 dB`»: Ecuaciones editables con revelado; sin calculadora visual obligatoria. La lectura central es que duplicar una magnitud cuadrática suma aproximadamente `3,01 dB`. Recurso principal: U04-DG-014.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4.8.2; PDF p. 102;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U04-080 · +6 dB y +3 dB` responden a relaciones distintas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Consolidar coherencia, fase y suma.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Antes de sumar hay que decidir si la fase relativa es estable y qué magnitud se combina.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árbol máximo 6 nodos con rutas coherente/no correlacionada.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Antes de sumar hay que decidir si la fase relativa es estable y qué magnitud se combina.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 por decisión de casos; eliminar repeticiones algebraicas.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Preguntar cómo cambia el campo al repartirse en el espacio.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4.8; PDF pp. 100–102; 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«`+6 dB` y `+3 dB` responden a relaciones distintas»: árbol máximo 6 nodos con rutas coherente/no correlacionada. La lectura central es que antes de sumar hay que decidir si la fase relativa es estable y qué magnitud se combina. Recurso principal: U04-DG-014.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4.8; PDF pp. 100–102; 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U04-081 · La geometría determina cómo se reparte la potencia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Abrir frentes, ondas ideales y campos.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El área disponible para el flujo cambia con la geometría.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¿Cómo cambia la distribución de energía según el frente de onda y el entorno?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área disponible para el flujo cambia con la geometría.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frentes de onda y fase de U3.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Definir frente de onda como lugar geométrico.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4.9; PDF pp. 102–106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«La geometría determina cómo se reparte la potencia»; destaca que el área disponible para el flujo cambia con la geometría.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4.9; PDF pp. 102–106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U04-082 · Un frente de onda reúne puntos de igual fase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Vincular geometría y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Los dibujos de frente no muestran trayectorias de partículas.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superficies/curvas con normales y etiqueta de fase; sin partículas decorativas.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Los dibujos de frente no muestran trayectorias de partículas.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Diferenciar frente, rayo y forma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Presentar modelos geométricos por comparación.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4.9; PDF pp. 102–103; U3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«Un frente de onda reúne puntos de igual fase»: superficies/curvas con normales y etiqueta de fase; sin partículas decorativas. La lectura central es que los dibujos de frente no muestran trayectorias de partículas. Recurso principal: U04-DG-015.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4.9; PDF pp. 102–103; U3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U04-083 · La onda plana es un modelo local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Explicitar condiciones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—Esquema, supuestos y ejemplos de región lejana/local; límites— y vincular cada afirmación con una magnitud, unidad, referencia o condición. Idea central: Frentes paralelos y área aproximadamente constante simplifican las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frentes paralelos dentro de una zona de validez.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Frentes paralelos y área aproximadamente constante simplifican las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afirmar intensidad constante si existen pérdidas o apertura finita.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Comparar con una fuente lineal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4.9; PDF pp. 102–103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onda plana es un modelo local útil»: frentes paralelos dentro de una zona de validez. La lectura central es que frentes paralelos y área aproximadamente constante simplifican las relaciones. Recurso principal: U04-DG-015.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4.9; PDF pp. 102–103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U04-084 · La onda cilíndrica reparte potencia sobre un área proporcional a `r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Cubrir explícitamente el caso cilíndrico.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—Cilindro coaxial, superficie lateral y condiciones; caída de nivel `−3,01 dB` por duplicar distancia como consecuencia ideal— y vincular cada afirmación con una magnitud, unidad, referencia o condición. Idea central: Para una fuente lineal ideal larga, la intensidad decrece como `1/r`.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cilindros concéntricos y superficie lateral; para `1/r`.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Para una fuente lineal ideal larga, la intensidad decrece como `1/r`.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Aclarar que una onda en un tubo circular no es por eso cilíndrica.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Pasar a la fuente puntual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4.9; PDF pp. 103–104; OD-U04-20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«La onda cilíndrica reparte potencia sobre un área proporcional a `r`»: cilindros concéntricos y superficie lateral; para `1/r`. La lectura central es que para una fuente lineal ideal larga, la intensidad decrece como `1/r`. Recurso principal: U04-CH-010.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4.9; PDF pp. 103–104; OD-U04-20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U04-085 · La onda esférica reparte potencia sobre `4πr²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Construir el modelo que habilita la ley de distancia.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—Esferas concéntricas, superficie y potencia conservada— y vincular cada afirmación con una magnitud, unidad, referencia o condición. Idea central: Al duplicar `r`, el área se cuadruplica y la intensidad se reduce a un cuarto.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reconstrucción de figura 4.6 con áreas `r` y `2r`.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Al duplicar `r`, el área se cuadruplica y la intensidad se reduce a un cuarto.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introducir todavía la ecuación de nivel; sostener intuición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Comparar las tres leyes en los mismos ejes.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4.9; PDF pp. 103–104; figura 4.6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onda esférica reparte potencia sobre `4πr²`»: reconstrucción de figura 4.6 con áreas `r` y `2r`. La lectura central es que al duplicar `r`, el área se cuadruplica y la intensidad se reduce a un cuarto. Recurso principal: U04-DG-015.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4.9; PDF pp. 103–104; figura 4.6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U04-086 · Plano, cilindro y esfera producen caídas distintas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Comparar cuantitativamente modelos.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Sin pérdidas, la intensidad ideal escala como `r⁰`, `r⁻¹` o `r⁻²`.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`I/I_0` frente a `r/r_0`, con escalas y supuestos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Sin pérdidas, la intensidad ideal escala como `r⁰`, `r⁻¹` o `r⁻²`.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sugerir que toda fuente real sigue un único modelo a cualquier distancia.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Corregir una clasificación por apariencia.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4.9; PDF pp. 102–104; INV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«Plano, cilindro y esfera producen caídas distintas»: `I/I_0` frente a `r/r_0`, con escalas y supuestos explícitos. La lectura central es que sin pérdidas, la intensidad ideal escala como `r⁰`, `r⁻¹` o `r⁻²`. Recurso principal: U04-CH-010.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4.9; PDF pp. 102–104; INV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U04-087 · Un tubo de sección circular no implica una onda cilíndrica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Separar contenedor y frente de 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primero la afirmación problemática y pedir un contraejemplo o la condición faltante. Corregirla nombrando la magnitud adecuada, sin reemplazarla por otra regla memorizada. Formulación correcta: La geometría se clasifica por los frentes y la expansión del campo, no por la forma externa del conducto.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tubo con frentes aproximadamente planos vs fuente lineal con frentes cilíndricos.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condición o distinción falta en la afirmación «Un tubo de sección circular no implica una onda cilíndrica»?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geometría se clasifica por los frentes y la expansión del campo, no por la forma externa del conducto.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Pedir evidencia geométrica: cómo crece el área de flujo.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Introducir descripciones de campo en recintos.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BR errores; PO; TEX 4.9;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«Un tubo de sección circular no implica una onda cilíndrica»: tubo con frentes aproximadamente planos vs fuente lineal con frentes cilíndricos. La lectura central es que la geometría se clasifica por los frentes y la expansión del campo, no por la forma externa del conducto. Recurso principal: U04-DG-015.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 errores; PO; TEX 4.9;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U04-088 · Campo libre, reverberante y difuso no describen lo mismo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Cubrir regímenes de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Libre enfatiza ausencia de reflexiones relevantes; reverberante, persistencia de reflexiones; difuso, idealización estadística espacial/direccional.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tres recintos simplificados con trayectorias y densidad controlada.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Libre enfatiza ausencia de reflexiones relevantes; reverberante, persistencia de reflexiones; difuso, idealización estadística espacial/direccional.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equiparar reverberante con perfectamente difuso.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Recapitular geometría, reparto y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4.9.1; PDF pp. 105–106;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«Campo libre, reverberante y difuso no describen lo mismo»: tres recintos simplificados con trayectorias y densidad controlada. La lectura central es que libre enfatiza ausencia de reflexiones relevantes; reverberante, persistencia de reflexiones; difuso, idealización estadística espacial/direccional. Recurso principal: U04-DG-015.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4.9.1; PDF pp. 105–106; GLO</a:t>
            </a:r>
          </a:p>
          <a:p xmlns:a="http://schemas.openxmlformats.org/drawingml/2006/main">
            <a:r>
              <a:t>- https://www.nist.gov/image/acoustic-anechoic-chamber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U04-089 · Antes de aplicar una ley, identifica geometría y campo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Consolidar selección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La ley de distancia depende de cómo crece el área y de si las reflexiones son despreciables.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árbol de decisión con tres salidas geométricas y alerta de recinto.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ley de distancia depende de cómo crece el área y de si las reflexiones son despreciables.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 por diagnóstico de escenarios.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Derivar ahora la ley esférica de distancia.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4.9; PDF pp. 102–106; 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«Antes de aplicar una ley, identifica geometría y campo»: árbol de decisión con tres salidas geométricas y alerta de recinto. La lectura central es que la ley de distancia depende de cómo crece el área y de si las reflexiones son despreciables. Recurso principal: U04-DG-015.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4.9; PDF pp. 102–106; 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U04-090 · ¿Cuánto cambia el nivel al alejarnos y al cambiar de dirección?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Abrir ley de distancia y directividad.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Distancia y dirección son variables distintas del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¿Cómo cambian nivel y radiación con distancia y dirección?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Distancia y dirección son variables distintas del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Recuperar onda esférica y logaritmos.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Empezar por el reparto sobre una esfera.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4.10–4.11; PDF pp. 104–107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«¿Cuánto cambia el nivel al alejarnos y al cambiar de dirección?»; destaca que distancia y dirección son variables distintas del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4.10–4.11; PDF pp. 104–107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U04-091 · La misma potencia atraviesa esferas cada vez mayores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Reforzar la intuición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—Esferas `r_1/r_2`, misma potencia y áreas comparadas— y vincular cada afirmación con una magnitud, unidad, referencia o condición. Idea central: En campo libre ideal, aumentar `r` aumenta el área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dos esferas o cortes 2D con flechas de flujo y etiquetas fuera del dibujo.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En campo libre ideal, aumentar `r` aumenta el área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Distinguir conservación de potencia de intensidad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Escribir la relación intensidad–distancia.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4.10; PDF p. 104; figura 4.6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misma potencia atraviesa esferas cada vez mayores»: dos esferas o cortes 2D con flechas de flujo y etiquetas fuera del dibujo. La lectura central es que en campo libre ideal, aumentar `r` aumenta el área disponible. Recurso principal: U04-DG-016.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4.10; PDF p. 104; figura 4.6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U04-092 · En propagación esférica ideal, `I=Wₐc/(4πr²)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Relacionar potencia, área e intensidad.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La ley inversa del cuadrado surge del crecimiento del área esférica.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conectada a superficie esférica.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ley inversa del cuadrado surge del crecimiento del área esférica.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Repetir campo libre, fuente puntual y potencia 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Comparar dos distancias sin conocer la potencia.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4.10; PDF p. 104; NOT; INV F-U04-23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«En propagación esférica ideal, `I=W_ac/(4πr²)`»: ecuación anotada conectada a superficie esférica. La lectura central es que la ley inversa del cuadrado surge del crecimiento del área esférica. Recurso principal: U04-DG-016.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4.10; PDF p. 104; NOT; INV F-U04-23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U04-093 · La razón elimina la potencia desconocida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Derivar `I_2/I_1=(r_1/r_2)^2`.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Comparar posiciones permite trabajar con cambios relativos.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derivación anotada con cancelaciones y dos posiciones.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Comparar posiciones permite trabajar con cambios relativos.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Mantener álgebra extendida en respaldo si el ritmo lo exige.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Convertir la razón en diferencia de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4.10; PDF pp. 104–105; INV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«La razón elimina la potencia desconocida»: derivación anotada con cancelaciones y dos posiciones. La lectura central es que comparar posiciones permite trabajar con cambios relativos. Recurso principal: U04-DG-016.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4.10; PDF pp. 104–105; INV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U04-094 · La diferencia de nivel depende del cociente de distancias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`L_{p2}=L_{p1}+20log10(r_1/r_2)`.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Alejarse reduce nivel cuando `r_2&gt;r_1`, bajo las hipótesis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 recta de distancias y prueba de signo.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Alejarse reduce nivel cuando `r_2&gt;r_1`, bajo las hipótesis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Distinguir nivel en dos puntos de potencia 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Extraer la regla por duplicación.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4.10; PDF pp. 104–105; NOT; INV F-U04-25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«La diferencia de nivel depende del cociente de distancias»: ecuación anotada con recta de distancias y prueba de signo. La lectura central es que alejarse reduce nivel cuando `r_2&gt;r_1`, bajo las hipótesis del modelo. Recurso principal: U04-DG-016.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4.10; PDF pp. 104–105; NOT; INV F-U04-25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U04-095 · Duplicar distancia reduce aproximadamente `6,02 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Fijar una regla útil con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La regla `−6 dB` es esférica, de campo libre y en la región válida.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`ΔL_p` versus `r/r_0` con puntos anotados.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regla `−6 dB` es esférica, de campo libre y en la región válida.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Contrastar mentalmente con `−3 dB` cilíndrico, sin mezclar fórmulas.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`U04-MED-005` está propuesto: no reproducir hasta aprobarlo; usar la alternativa estática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Hacer explícitas las condiciones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4.10; PDF pp. 104–105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«Duplicar distancia reduce aproximadamente `6,02 dB`»: `ΔL_p` versus `r/r_0` con puntos anotados. La lectura central es que la regla `−6 dB` es esférica, de campo libre y en la región válida. Recurso principal: U04-CH-011.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4.10; PDF pp. 104–105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U04-096 · La regla de −6 dB no vale en cualquier recinto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Delimitar 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primero la afirmación problemática y pedir un contraejemplo o la condición faltante. Corregirla nombrando la magnitud adecuada, sin reemplazarla por otra regla memorizada. Formulación correcta: Reflexiones, campo cercano, directividad, absorción y geometría pueden alterar la caída.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semáforo de validez con campo libre/recinto/campo cercano.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condición o distinción falta en la afirmación «La regla de `−6 dB` no vale en cualquier recinto»?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Reflexiones, campo cercano, directividad, absorción y geometría pueden alterar la caída.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Evitar convertir la lista en explicación completa de U9.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Resolver un ejemplo dentro del dominio 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4.9.1–4.10; PDF pp. 104–106; BR errores; 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«La regla de `−6 dB` no vale en cualquier recinto»: semáforo de validez con campo libre/recinto/campo cercano. La lectura central es que reflexiones, campo cercano, directividad, absorción y geometría pueden alterar la caída. Recurso principal: U04-DG-016.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4.9.1–4.10; PDF pp. 104–106; BR errores; 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U04-097 · De 80 dB a 1 m a ≈68 dB a 4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Modelar aplicación de distancia.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Cuadruplicar distancia equivale a dos duplicaciones y cerca de `−12,04 dB`.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editables más línea de distancias.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Cuadruplicar distancia equivale a dos duplicaciones y cerca de `−12,04 dB`.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Comparar ambos métodos y declarar redondeo.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`U04-MED-005` está propuesto: no reproducir hasta aprobarlo; usar la alternativa estática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Cambiar de variación radial a angular.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4.10; PDF pp. 104–105;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«De `80 dB` a 1 m a `≈68 dB` a 4 m»: Ecuaciones editables más línea de distancias. La lectura central es que cuadruplicar distancia equivale a dos duplicaciones y cerca de `−12,04 dB`. Recurso principal: U04-CH-011.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4.10; PDF pp. 104–105;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U04-098 · Una fuente omnidireccional ideal reparte por igual en todas las direcciones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Fijar la referencia angular.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omnidireccionalidad es un modelo de comparación, no una propiedad absoluta de toda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patrón polar ideal con fuente central y ejes.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omnidireccionalidad es un modelo de comparación, no una propiedad absoluta de toda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Aclarar que una gráfica polar no es una trayectoria espacial.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Introducir fuentes reales y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4.11; PDF pp. 106–107;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«Una fuente omnidireccional ideal reparte por igual en todas las direcciones»: patrón polar ideal con fuente central y ejes. La lectura central es que la omnidireccionalidad es un modelo de comparación, no una propiedad absoluta de toda fuente. Recurso principal: U04-DG-017.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4.11; PDF pp. 106–107; GLO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U04-099 · Una fuente real puede concentrar energía en ciertas direcciones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Construir el concepto de directividad.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—Dos patrones cualitativos y lectura de eje/ángulo/lóbulo; voz o altavoz como aplicación— y vincular cada afirmación con una magnitud, unidad, referencia o condición. Idea central: El nivel depende del ángulo, la frecuencia, el montaje y el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patrones polares editables simples; gráfico cuantitativo real reservado a U04-102.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nivel depende del ángulo, la frecuencia, el montaje y el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interpretar área dibujada como potencia total sin definición.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Cuantificar concentración mediante `Q`.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4.11; PDF pp. 106–107; figura 4.7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«Una fuente real puede concentrar energía en ciertas direcciones»: patrones polares editables simples; gráfico cuantitativo real reservado a U04-102. La lectura central es que el nivel depende del ángulo, la frecuencia, el montaje y el entorno. Recurso principal: U04-DG-017.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4.11; PDF pp. 106–107; figura 4.7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U04-100 · El factor Q compara concentración con una fuente omnidireccional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Interpretar el factor de directividad.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`Q` expresa cuántas veces aumenta la intensidad en una dirección respecto del reparto omnidireccional equivalente.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con dos fuentes comparadas a igual potencia/distancia.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`Q` expresa cuántas veces aumenta la intensidad en una dirección respecto del reparto omnidireccional equivalente.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Adoptar `Q` y no inventar un tercer “índice Q”; registrar dependencia de 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Expresar la misma comparación en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4.11; PDF pp. 106–107; OD-U04-03; NOT; INV F-U04-26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«El factor `Q` compara concentración con una fuente omnidireccional»: ecuación anotada con dos fuentes comparadas a igual potencia/distancia. La lectura central es que `Q` expresa cuántas veces aumenta la intensidad en una dirección respecto del reparto omnidireccional equivalente. Recurso principal: U04-DG-017.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4.11; PDF pp. 106–107; OD-U04-03; NOT; INV F-U04-26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U04-101 · El índice de directividad es `DI=10log10(Q)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Relacionar factor lineal e índice logarítmico.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`Q=4` corresponde a `DI≈6,02 dB`.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ecuación anotada y escala `Q↔DI`.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`Q=4` corresponde a `DI≈6,02 dB`.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Distinguir `DI` de nivel absoluto y declarar dirección/frecuencia.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Ver un patrón real como aplicación, no como adorno.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4.11; PDF pp. 106–107; NOT; INV F-U04-27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«El índice de directividad es `DI=10log10(Q)`»: ecuación anotada y escala `Q↔DI`. La lectura central es que `Q=4` corresponde a `DI≈6,02 dB`. Recurso principal: U04-DG-017.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4.11; PDF pp. 106–107; NOT; INV F-U04-27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U04-102 · Un patrón polar solo sirve si conocemos frecuencia y condiciones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Aplicar lectura 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Presentar la situación profesional sin prometer una inferencia clínica mayor que la evidencia disponible. Separar fenómeno, sensor, procesamiento y decisión. Vínculo que debe quedar: La directividad cambia con frecuencia; un único contorno no describe toda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Identificar qué parte del recurso aporta evidencia y qué parte solo orienta. Usar U04-DG-017 como esquema conceptual mientras U04-CH-012 permanezca pendiente. Al aprobar el dataset abierto, reemplazar o complementar con patrones polares a dos o tres frecuencias, con ejes y condiciones declaradas.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directividad cambia con frecuencia; un único contorno no describe toda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Registrar fuente, frecuencia, normalización y condiciones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Integrar magnitudes, medición y límites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4.11; PDF pp. 106–107; figura 4.7; BR aplicaciones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conceptual alternativo sobre «Un patrón polar solo sirve si conocemos frecuencia y condiciones»: Usar U04-DG-017 como esquema conceptual mientras U04-CH-012 permanezca pendiente. Al aprobar el dataset abierto, reemplazar o complementar con patrones polares a dos o tres frecuencias, con ejes y condiciones declaradas. La lectura central es que la directividad cambia con frecuencia; un único contorno no describe toda la fuente. Recurso principal: U04-DG-017.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4.11; PDF pp. 106–107; figura 4.7; BR aplicaciones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U04-103 · Medir sonido exige elegir variable, referencia y modelo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Abrir síntesis integradora.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Leer la pregunta guía y recuperar una respuesta del bloque anterior. Instalar el nuevo problema con lenguaje cotidiano; cerrar con el criterio que se construirá: Una lectura correcta conecta fenómeno, magnitud, procesamiento y condiciones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permite interpretar una medición acústica en Fonoaudiología?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Una lectura correcta conecta fenómeno, magnitud, procesamiento y condiciones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Retomar el mapa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Aplicar la cadena a un instrumento cercano.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4.12–4.17; PDF pp. 105–117; BR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«Medir sonido exige elegir variable, referencia y modelo»; destaca que una lectura correcta conecta fenómeno, magnitud, procesamiento y condiciones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4.12–4.17; PDF pp. 105–117; BR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U04-104 · ¿Qué informa realmente un sonómetro o micrófono calibrado?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Integrar cadena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Presentar la situación profesional sin prometer una inferencia clínica mayor que la evidencia disponible. Separar fenómeno, sensor, procesamiento y decisión. Vínculo que debe quedar: El instrumento estima una magnitud en un punto y bajo ajustes declarados; no informa por sí solo percepción ni potencia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proceso de 6 nodos con cajas de condiciones; sin desarrollar ponderaciones.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instrumento estima una magnitud en un punto y bajo ajustes declarados; no informa por sí solo percepción ni potencia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Diferenciar transductor, procesamiento y reporte; ponderaciones quedan para U10.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Proponer un caso que obligue a elegir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4.12; PDF p. 106; CM; GLO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«¿Qué informa realmente un sonómetro o micrófono calibrado?»: proceso de 6 nodos con cajas de condiciones; sin desarrollar ponderaciones. La lectura central es que el instrumento estima una magnitud en un punto y bajo ajustes declarados; no informa por sí solo percepción ni potencia total. Recurso principal: U04-DG-018.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4.12; PDF p. 106; CM; GLO</a:t>
            </a:r>
          </a:p>
          <a:p xmlns:a="http://schemas.openxmlformats.org/drawingml/2006/main">
            <a:r>
              <a:t>- https://commons.wikimedia.org/wiki/File:Sound_level_meter_Bruel_Kjaer.jpg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U04-105 · Caso integrador: dos fuentes, dos distancias y un recinto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Transferir decisiones sin cálculo excesivo.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Dar unos segundos de trabajo individual antes de escuchar respuestas. Organizar lo que aparezca alrededor del propósito de la slide: Transferir decisiones sin cálculo excesivo. No resolver por adelantado; usar como criterio de cierre que antes de calcular hay que identificar coherencia, geometría, campo, referencia y variable.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plano simple del caso con etiquetas; no resolver en la misma slide.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dato debe conocerse antes de elegir una fórmula de suma?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relación temporal: fase estable/coherencia o ausencia de correlación durante la ventana.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Evaluar razonamiento y supuestos, no velocidad algebraica.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Convertir fallos del caso en lista de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4.8–4.12; PDF pp. 100–107; BR ejercicios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«Caso integrador: dos fuentes, dos distancias y un recinto»: plano simple del caso con etiquetas; no resolver en la misma slide. La lectura central es que antes de calcular hay que identificar coherencia, geometría, campo, referencia y variable. Recurso principal: U04-DG-018.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4.8–4.12; PDF pp. 100–107; BR ejercicios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U04-106 · Siete atajos que producen respuestas incorrectas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Sintetizar errores conceptuales.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primero la afirmación problemática y pedir un contraejemplo o la condición faltante. Corregirla nombrando la magnitud adecuada, sin reemplazarla por otra regla memorizada. Formulación correcta: Confundir magnitudes, referencias o dominios de validez cambia el significado del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lista priorizada en dos columnas con corrección mínima.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condición o distinción falta en la afirmación «Siete atajos que producen respuestas incorrectas»?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Confundir magnitudes, referencias o dominios de validez cambia el significado del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Pedir que cada estudiante corrija dos en lenguaje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Pasar de errores a una red conceptual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BR errores; TEX 4.5–4.13; PDF pp. 92–107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«Siete atajos que producen respuestas incorrectas»: lista priorizada en dos columnas con corrección mínima. La lectura central es que confundir magnitudes, referencias o dominios de validez cambia el significado del resultado. Recurso principal: U04-DG-018.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 errores; TEX 4.5–4.13; PDF pp. 92–107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U04-107 · Del sonido como fenómeno a una medición interpretable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Reconstruir la unidad como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recuperación activa: ocultar inicialmente las respuestas y pedir que completen el mapa o la matriz. Volver solo a los nodos que generen duda. La síntesis debe poder expresarse así: Fuente y medio producen un campo; magnitudes y descriptores permiten medirlo; niveles, geometría y directividad condicionan la interpretación.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mapa conceptual final derivado de U04-006, con revelado por bloques.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criterio permite distinguir los casos mostrados?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Fuente y medio producen un campo; magnitudes y descriptores permiten medirlo; niveles, geometría y directividad condicionan la interpretación.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Repetición pedagógica por integración jerárquica; no reenumerar todas las fórmulas.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Verificar objetivos mediante decisiones observables.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PO; TEX 4.3–4.13; PDF pp. 90–107; CM; CDM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«Del sonido como fenómeno a una medición interpretable»: mapa conceptual final derivado de U04-006, con revelado por bloques. La lectura central es que fuente y medio producen un campo; magnitudes y descriptores permiten medirlo; niveles, geometría y directividad condicionan la interpretación. Recurso principal: U04-DG-002.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PO; TEX 4.3–4.13; PDF pp. 90–107; CM; CDM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U04-108 · ¿Qué podés explicar ahora que al inicio no podías?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Promover recuperación y autoevaluación.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Dar unos segundos de trabajo individual antes de escuchar respuestas. Organizar lo que aparezca alrededor del propósito de la slide: Promover recuperación y autoevaluación. No resolver por adelantado; usar como criterio de cierre que la comprensión se evidencia al distinguir, calcular bajo condiciones y justificar un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Elegí uno de los seis prompts y justificá la respuesta con magnitud, unidad o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respuesta debe nombrar la variable y al menos una condición de validez; no alcanza con citar una regla numérica.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Comparar respuestas iniciales/finales sin calificar intuiciones de apertura.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Cerrar con el puente al análisis frecuencial.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BR objetivos; PO; U04-002–006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«¿Qué podés explicar ahora que al inicio no podías?»; destaca que la comprensión se evidencia al distinguir, calcular bajo condiciones y justificar un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 objetivos; PO; U04-002–006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U04-109 · Un mismo RMS puede ocultar señales muy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Tender puente explícito a U5.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Comparar las dos señales sin entrar todavía en Fourier. Preguntar qué información falta pese a conocer el mismo RMS y dejar la pregunta abierta para U5. Cierre: Magnitudes globales describen tamaño; el contenido frecuencial explicará de qué componentes está formada la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Nombrar primero ejes, variables, unidades y escala. Después identificar una tendencia o ancla y recién entonces formular la conclusión. dos señales de igual RMS y distinta forma; espectros solo como silueta anticipatoria.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Magnitudes globales describen tamaño; el contenido frecuencial explicará de qué componentes está formada la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enseñar Fourier; dejar una necesidad auténtica para U5.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Fin de la ruta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CM U4→U5; CDM; TEX 4.7; PDF p. 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Gráfico sobre «Un mismo RMS puede ocultar señales muy diferentes»: dos señales de igual RMS y distinta forma; espectros solo como silueta anticipatoria. La lectura central es que magnitudes globales describen tamaño; el contenido frecuencial explicará de qué componentes está formada la señal. Recurso principal: U04-CH-006.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 U4→U5; CDM; TEX 4.7; PDF p. 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U04-110 · Recordatorio matemático: razones, potencias y logaritmos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Ofrecer apoyo bajo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Las operaciones usadas pueden interpretarse sin un curso formal de logaritmos.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editables y escala simple.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Las operaciones usadas pueden interpretarse sin un curso formal de logaritmos.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Usar solo si el diagnóstico muestra dificultad.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Volver a la slide que motivó la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BR prerrequisitos; U1; NOT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«Recordatorio matemático: razones, potencias y logaritmos»: Ecuaciones editables y escala simple. La lectura central es que las operaciones usadas pueden interpretarse sin un curso formal de logaritmos. Recurso principal: U04-DG-022.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 prerrequisitos; U1; NOT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U04-111 · Promedio y RMS en datos discretos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Traducir integrales a muestras.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Un registro digital aproxima las operaciones mediante sumas finitas.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anotadas con tabla de muestras.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 registro digital aproxima las operaciones mediante sumas finitas.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introducir frecuencia de muestreo en profundidad.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U04-047 o U04-054.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4.6; PDF pp. 96–97;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«Promedio y RMS en datos discretos»: ecuaciones anotadas con tabla de muestras. La lectura central es que un registro digital aproxima las operaciones mediante sumas finitas. Recurso principal: U04-DG-012.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4.6; PDF pp. 96–97;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U04-112 · Definiciones integrales de media, RMS e intensidad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Reunir formalismo extendido.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Las tres operaciones comparten ventana pero promedian expresiones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tres ecuaciones alineadas y ventana común.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Las tres operaciones comparten ventana pero promedian expresiones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Destacar significado, no técnica de integración.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al bloque correspondiente.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4.5.5, 4.6.4–4.6.5; PDF pp. 94, 96–97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«Definiciones integrales de media, RMS e intensidad»: tres ecuaciones alineadas y ventana común. La lectura central es que las tres operaciones comparten ventana pero promedian expresiones distintas. Recurso principal: U04-DG-012.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4.5.5, 4.6.4–4.6.5; PDF pp. 94, 96–97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U04-113 · Reflexión: de Rₚ a fracción de intensidad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Profundizar coeficientes sin cargar la ruta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Para incidencia normal ideal, la relación energética requiere cuadrar magnitud y considerar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interfaz y ecuaciones conectadas.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Para incidencia normal ideal, la relación energética requiere cuadrar magnitud y considerar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Verificar convención y no confundir amplitud con energía.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Volver a la recapitulación B03.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4.5.4; PDF p. 93; INV F-U04-04–05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«Reflexión: de `R_p` a fracción de intensidad»: interfaz y ecuaciones conectadas. La lectura central es que para incidencia normal ideal, la relación energética requiere cuadrar magnitud y considerar condiciones. Recurso principal: U04-CH-013.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4.5.4; PDF p. 93; INV F-U04-04–05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U04-114 · Referencias para LI y `LW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Conservar detalle técnico rastreable.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Cada nivel exige una referencia de la misma magnitud.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Cada nivel exige una referencia de la misma magnitud.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Confirmar valores durante slide-writing contra la fuente primaria.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B07.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4.7.2–4.8.3; PDF pp. 99–100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«Referencias para `L_I` y `L_W`»; destaca que cada nivel exige una referencia de la misma magnitud.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4.7.2–4.8.3; PDF pp. 99–100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U04-115 · Entre coherente y no correlacionado existe correlación parcial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Evitar una falsa dicotomía para quien pregunte.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Un coeficiente de correlación puede conservar parte del término cruzado.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continuo `γ=-1…1` y ecuación anotada.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 coeficiente de correlación puede conservar parte del término cruzado.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Presentar como ampliación didáctica, no como requisito del programa.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al árbol de suma.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ED; TEX 4.8 como base; OD-U04-04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«Entre coherente y no correlacionado existe correlación parcial»: continuo `γ=-1…1` y ecuación anotada. La lectura central es que un coeficiente de correlación puede conservar parte del término cruzado. Recurso principal: U04-DG-014.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ED; TEX 4.8 como base; OD-U04-04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U04-116 · Reverberante y difuso: condiciones y límites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Ampliar terminología de campos.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Un campo reverberante real puede aproximarse a difuso solo bajo ciertas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recinto y distribuciones angulares; sin datos inventados.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 campo reverberante real puede aproximarse a difuso solo bajo ciertas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Registrar ampliaciones externas si se incorporan en 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B09.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4.9.1; PDF pp. 105–106;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Diagrama sobre «Reverberante y difuso: condiciones y límites»: recinto y distribuciones angulares; sin datos inventados. La lectura central es que un campo reverberante real puede aproximarse a difuso solo bajo ciertas condiciones. Recurso principal: U04-DG-015.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4.9.1; PDF pp. 105–106;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U04-117 · Onda cilíndrica: cambio por duplicar distancia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Resolver el caso obligatorio menos intuitivo.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Si `I∝1/r`, duplicar distancia produce `−3,01 dB` en intensidad/nivel bajo el modelo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curva `1/r`; ecuaciones editables.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¿Qué magnitud entrega esta relación, en qué unidad y bajo qué condición principal?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Si `I∝1/r`, duplicar distancia produce `−3,01 dB` en intensidad/nivel bajo el modelo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trasladar la regla a fuentes lineales finitas fuera de su región.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comparación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4.9; PDF pp. 103–104; INV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«Onda cilíndrica: cambio por duplicar distancia»: curva `1/r`; ecuaciones editables. La lectura central es que si `I∝1/r`, duplicar distancia produce `−3,01 dB` en intensidad/nivel bajo el modelo ideal. Recurso principal: U04-CH-010.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4.9; PDF pp. 103–104; INV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U04-118 · Derivación algebraica completa de la ley de distancia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Conservar pasos para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La diferencia de nivel surge al combinar área esférica, razón de intensidades y logaritmos.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derivación en cuatro etapas, 28 pt mínimo.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diferencia de nivel surge al combinar área esférica, razón de intensidades y logaritmos.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Usar como apoyo docente, no como prerequisito para aplicar la ley.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U04-094.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4.10; PDF pp. 104–105; INV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Ecuación anotada sobre «Derivación algebraica completa de la ley de distancia»: derivación en cuatro etapas, 28 pt mínimo. La lectura central es que la diferencia de nivel surge al combinar área esférica, razón de intensidades y logaritmos. Recurso principal: U04-DG-016.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4.10; PDF pp. 104–105; INV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U04-119 · Respuestas del diagnóstico inicial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Hacer recuperable la retroalimentación.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Cada respuesta correcta debe incluir la condición que la vuelve válida.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Cada respuesta correcta debe incluir la condición que la vuelve válida.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Mostrar después de la discusión, nunca durante el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la ruta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BR; U04-003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«Respuestas del diagnóstico inicial»; destaca que cada respuesta correcta debe incluir la condición que la vuelve válida.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BR; U04-003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U04-120 · Solución del ejercicio de 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Proporcionar feedback paso a paso.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La forma de onda determina si puede usarse el factor sinusoidal.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Ecuaciones editables más mini señales.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forma de onda determina si puede usarse el factor sinusoidal.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Hacer explícita la decisión anterior al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U04-058.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4.6.5; PDF p. 97; U04-056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«Solución del ejercicio de RMS»: Ecuaciones editables más mini señales. La lectura central es que la forma de onda determina si puede usarse el factor sinusoidal. Recurso principal: U04-DG-022.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4.6.5; PDF p. 97; U04-056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U04-121 · Suma de niveles desiguales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Extender el ejemplo de dos niveles iguales.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La contribución de una fuente mucho menor puede ser pequeña pero no se suma aritméticamente.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incremento total frente a diferencia de niveles.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contribución de una fuente mucho menor puede ser pequeña pero no se suma aritméticamente.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convertir la tabla de atajos en regla sin fundamento.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B08.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4.8.2; PDF pp. 101–102; 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«Suma de niveles desiguales»: incremento total frente a diferencia de niveles. La lectura central es que la contribución de una fuente mucho menor puede ser pequeña pero no se suma aritméticamente. Recurso principal: U04-CH-014.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4.8.2; PDF pp. 101–102; 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U04-122 · Suma coherente con fase `π/2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Mostrar un caso intermedio.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La fase intermedia conserva el término cruzado sin producir máximo ni cancelación.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señales en cuadratura y suma; ecuación editable.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fase intermedia conserva el término cruzado sin producir máximo ni cancelación.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Mantener una sola frecuencia y amplitudes declaradas.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U04-072.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4.8.1; PDF pp. 100–101; U04-073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«Suma coherente con fase `π/2`»: señales en cuadratura y suma; ecuación editable. La lectura central es que la fase intermedia conserva el término cruzado sin producir máximo ni cancelación. Recurso principal: U04-CH-008.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4.8.1; PDF pp. 100–101; U04-073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U04-123 · Distancia y directividad en un mismo cálculo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Integrar dos factores con supuestos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El cambio radial y la ganancia direccional pueden combinarse en nivel si comparten referencia y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fuente direccional, dos puntos y ecuaciones por etapas.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cambio radial y la ganancia direccional pueden combinarse en nivel si comparten referencia y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No añadir absorción ni reflexión a un ejercicio de foco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 B10.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TEX 4.10–4.11; PDF pp. 104–107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«Distancia y directividad en un mismo cálculo»: fuente direccional, dos puntos y ecuaciones por etapas. La lectura central es que el cambio radial y la ganancia direccional pueden combinarse en nivel si comparten referencia y modelo. Recurso principal: U04-DG-020.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4.10–4.11; PDF pp. 104–107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U04-124 · Solución razonada del caso integrador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Retroalimentar diagnóstico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Usar esta slide solo si la ruta central deja una duda concreta. Reconstruir el paso solicitado, mantener símbolos y unidades, y regresar a la slide de origen. Resultado conceptual: La calidad de la solución depende de declarar qué puede y qué no puede calcularse.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Recorrer el recurso de izquierda a derecha o de causa a consecuencia. Señalar primero la entidad inicial, luego las relaciones y al final la condición o conclusión. mismo plano del caso con capas de solución. No leer cada caja: usar el diagrama como guía y explicar la relación entre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calidad de la solución depende de declarar qué puede y qué no puede calcularse.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Valorar justificaciones y detectar datos insuficientes.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Retorno al cierre.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U04-105; TEX 4.9–4.13; PDF pp. 100–107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Esquema mixto sobre «Solución razonada del caso integrador»: mismo plano del caso con capas de solución. La lectura central es que la calidad de la solución depende de declarar qué puede y qué no puede calcularse. Recurso principal: U04-DG-018.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U04-105; TEX 4.9–4.13; PDF pp. 100–107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U04-125 · Notación, glosario y fuentes de la unidad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**Duración aproximada:**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**Propósito:** Facilitar consulta y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Desarrollar el alcance aprobado —Tabla de símbolos/unidades, decisiones `W_ac`, `Q`, `DI` y fuentes principales— y vincular cada afirmación con una magnitud, unidad, referencia o condición. Idea central: Símbolos y referencias deben mantenerse coherentes entre unidades.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para el visual o diagrama:** Mantener la atención en el título y revelar el contenido en el orden escrito; no agregar un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al grupo:** ¿Cuál es la idea física central de esta slide?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Símbolos y referencias deben mantenerse coherentes entre unidades.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**Énfasis / error frecuente:** Señalar decisiones provisionales pendientes de validación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**Transición:** Fin del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 de apoyo:** NOT; GLO; SA; OD; PO; TEX;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[Texto alternativo] Slide tipográfica titulada «Notación, glosario y fuentes de la unidad»; destaca que símbolos y referencias deben mantenerse coherentes entre unidades.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NOT; GLO; SA; OD; PO; TEX; 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c776bf10a41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47f7b21084a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630cf2eb243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946efc2f84a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09c4617a445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3107868ca49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93bce14164a5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7e9dd221b4a2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3114acfe344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0ad53f8b14a3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d7b588308494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977223e01475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ec1155f584e8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8cadaf28b42e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67fa839804f1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b6dfe71b34d5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aceba3516484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03b91309f454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2c8d72a1f41a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bab6e8e464ad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ec4e9c57c43c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0e1aac5f54e6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1390d8fa3428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6952ef68243f0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581b1b4e2e447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b99c902a114e2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3e6e910af04519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035b784da954a3c" /><Relationship Type="http://schemas.openxmlformats.org/officeDocument/2006/relationships/theme" Target="/ppt/slideMasters/theme/theme2.xml" Id="Rf3bff1b91960456f" /><Relationship Type="http://schemas.openxmlformats.org/officeDocument/2006/relationships/slideLayout" Target="/ppt/slideLayouts/slideLayout1.xml" Id="Ra1a31a4af33d49dc" /><Relationship Type="http://schemas.openxmlformats.org/officeDocument/2006/relationships/slideLayout" Target="/ppt/slideLayouts/slideLayout2.xml" Id="Rc58d32ced69e43f1" /><Relationship Type="http://schemas.openxmlformats.org/officeDocument/2006/relationships/slideLayout" Target="/ppt/slideLayouts/slideLayout3.xml" Id="Rb57dbf65966744c6" /><Relationship Type="http://schemas.openxmlformats.org/officeDocument/2006/relationships/slideLayout" Target="/ppt/slideLayouts/slideLayout4.xml" Id="Rd0b66190ec464971" /><Relationship Type="http://schemas.openxmlformats.org/officeDocument/2006/relationships/slideLayout" Target="/ppt/slideLayouts/slideLayout5.xml" Id="Rddf16ba3cab44149" /><Relationship Type="http://schemas.openxmlformats.org/officeDocument/2006/relationships/slideLayout" Target="/ppt/slideLayouts/slideLayout6.xml" Id="Raf6a5605fb7a491b" /><Relationship Type="http://schemas.openxmlformats.org/officeDocument/2006/relationships/slideLayout" Target="/ppt/slideLayouts/slideLayout7.xml" Id="R9860a0f70e884ba2" /><Relationship Type="http://schemas.openxmlformats.org/officeDocument/2006/relationships/slideLayout" Target="/ppt/slideLayouts/slideLayout8.xml" Id="R2d86754aca434f6b" /><Relationship Type="http://schemas.openxmlformats.org/officeDocument/2006/relationships/slideLayout" Target="/ppt/slideLayouts/slideLayout9.xml" Id="Rd05784e374844775" /><Relationship Type="http://schemas.openxmlformats.org/officeDocument/2006/relationships/slideLayout" Target="/ppt/slideLayouts/slideLayout10.xml" Id="R3019f79481684dab" /><Relationship Type="http://schemas.openxmlformats.org/officeDocument/2006/relationships/slideLayout" Target="/ppt/slideLayouts/slideLayout11.xml" Id="R1a8007dde88f461b" /><Relationship Type="http://schemas.openxmlformats.org/officeDocument/2006/relationships/slideLayout" Target="/ppt/slideLayouts/slideLayout12.xml" Id="R83c177309cc8445a" /><Relationship Type="http://schemas.openxmlformats.org/officeDocument/2006/relationships/slideLayout" Target="/ppt/slideLayouts/slideLayout13.xml" Id="Rbded7881aecf4201" /><Relationship Type="http://schemas.openxmlformats.org/officeDocument/2006/relationships/slideLayout" Target="/ppt/slideLayouts/slideLayout14.xml" Id="Rc37b36bce4ed479c" /><Relationship Type="http://schemas.openxmlformats.org/officeDocument/2006/relationships/slideLayout" Target="/ppt/slideLayouts/slideLayout15.xml" Id="R774207e1c68a4e02" /><Relationship Type="http://schemas.openxmlformats.org/officeDocument/2006/relationships/slideLayout" Target="/ppt/slideLayouts/slideLayout16.xml" Id="R7a7d7647f64042c3" /><Relationship Type="http://schemas.openxmlformats.org/officeDocument/2006/relationships/slideLayout" Target="/ppt/slideLayouts/slideLayout17.xml" Id="Re5a9af2c4ac546ac" /><Relationship Type="http://schemas.openxmlformats.org/officeDocument/2006/relationships/slideLayout" Target="/ppt/slideLayouts/slideLayout18.xml" Id="Rc1e94ca610284012" /><Relationship Type="http://schemas.openxmlformats.org/officeDocument/2006/relationships/slideLayout" Target="/ppt/slideLayouts/slideLayout19.xml" Id="R6660db1f33994726" /><Relationship Type="http://schemas.openxmlformats.org/officeDocument/2006/relationships/slideLayout" Target="/ppt/slideLayouts/slideLayout20.xml" Id="R06b685f086024081" /><Relationship Type="http://schemas.openxmlformats.org/officeDocument/2006/relationships/slideLayout" Target="/ppt/slideLayouts/slideLayout21.xml" Id="Ra72e4da098d44f10" /><Relationship Type="http://schemas.openxmlformats.org/officeDocument/2006/relationships/slideLayout" Target="/ppt/slideLayouts/slideLayout22.xml" Id="R962d4c5ebf274209" /><Relationship Type="http://schemas.openxmlformats.org/officeDocument/2006/relationships/slideLayout" Target="/ppt/slideLayouts/slideLayout23.xml" Id="Rba4f23e595804319" /><Relationship Type="http://schemas.openxmlformats.org/officeDocument/2006/relationships/slideLayout" Target="/ppt/slideLayouts/slideLayout24.xml" Id="Re5d5281ea22a4d2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68782736c0b340f9" /><Relationship Type="http://schemas.openxmlformats.org/officeDocument/2006/relationships/theme" Target="/ppt/slideMasters/theme/theme3.xml" Id="R3b695493feb64e1b" /><Relationship Type="http://schemas.openxmlformats.org/officeDocument/2006/relationships/slideLayout" Target="/ppt/slideLayouts/slideLayout25.xml" Id="Rf8c64acbba384fbd" /><Relationship Type="http://schemas.openxmlformats.org/officeDocument/2006/relationships/slideLayout" Target="/ppt/slideLayouts/slideLayout26.xml" Id="Red9bdacf8f5f4c78" /><Relationship Type="http://schemas.openxmlformats.org/officeDocument/2006/relationships/slideLayout" Target="/ppt/slideLayouts/slideLayout27.xml" Id="R1866ca2178194d86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5b784da95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a31a4af33d49dc"/>
    <p:sldLayoutId xmlns:r="http://schemas.openxmlformats.org/officeDocument/2006/relationships" id="2147483650" r:id="Rc58d32ced69e43f1"/>
    <p:sldLayoutId xmlns:r="http://schemas.openxmlformats.org/officeDocument/2006/relationships" id="2147483651" r:id="Rb57dbf65966744c6"/>
    <p:sldLayoutId xmlns:r="http://schemas.openxmlformats.org/officeDocument/2006/relationships" id="2147483652" r:id="Rd0b66190ec464971"/>
    <p:sldLayoutId xmlns:r="http://schemas.openxmlformats.org/officeDocument/2006/relationships" id="2147483653" r:id="Rddf16ba3cab44149"/>
    <p:sldLayoutId xmlns:r="http://schemas.openxmlformats.org/officeDocument/2006/relationships" id="2147483654" r:id="Raf6a5605fb7a491b"/>
    <p:sldLayoutId xmlns:r="http://schemas.openxmlformats.org/officeDocument/2006/relationships" id="2147483655" r:id="R9860a0f70e884ba2"/>
    <p:sldLayoutId xmlns:r="http://schemas.openxmlformats.org/officeDocument/2006/relationships" id="2147483656" r:id="R2d86754aca434f6b"/>
    <p:sldLayoutId xmlns:r="http://schemas.openxmlformats.org/officeDocument/2006/relationships" id="2147483657" r:id="Rd05784e374844775"/>
    <p:sldLayoutId xmlns:r="http://schemas.openxmlformats.org/officeDocument/2006/relationships" id="2147483658" r:id="R3019f79481684dab"/>
    <p:sldLayoutId xmlns:r="http://schemas.openxmlformats.org/officeDocument/2006/relationships" id="2147483659" r:id="R1a8007dde88f461b"/>
    <p:sldLayoutId xmlns:r="http://schemas.openxmlformats.org/officeDocument/2006/relationships" id="2147483660" r:id="R83c177309cc8445a"/>
    <p:sldLayoutId xmlns:r="http://schemas.openxmlformats.org/officeDocument/2006/relationships" id="2147483661" r:id="Rbded7881aecf4201"/>
    <p:sldLayoutId xmlns:r="http://schemas.openxmlformats.org/officeDocument/2006/relationships" id="2147483662" r:id="Rc37b36bce4ed479c"/>
    <p:sldLayoutId xmlns:r="http://schemas.openxmlformats.org/officeDocument/2006/relationships" id="2147483663" r:id="R774207e1c68a4e02"/>
    <p:sldLayoutId xmlns:r="http://schemas.openxmlformats.org/officeDocument/2006/relationships" id="2147483664" r:id="R7a7d7647f64042c3"/>
    <p:sldLayoutId xmlns:r="http://schemas.openxmlformats.org/officeDocument/2006/relationships" id="2147483665" r:id="Re5a9af2c4ac546ac"/>
    <p:sldLayoutId xmlns:r="http://schemas.openxmlformats.org/officeDocument/2006/relationships" id="2147483666" r:id="Rc1e94ca610284012"/>
    <p:sldLayoutId xmlns:r="http://schemas.openxmlformats.org/officeDocument/2006/relationships" id="2147483667" r:id="R6660db1f33994726"/>
    <p:sldLayoutId xmlns:r="http://schemas.openxmlformats.org/officeDocument/2006/relationships" id="2147483668" r:id="R06b685f086024081"/>
    <p:sldLayoutId xmlns:r="http://schemas.openxmlformats.org/officeDocument/2006/relationships" id="2147483669" r:id="Ra72e4da098d44f10"/>
    <p:sldLayoutId xmlns:r="http://schemas.openxmlformats.org/officeDocument/2006/relationships" id="2147483670" r:id="R962d4c5ebf274209"/>
    <p:sldLayoutId xmlns:r="http://schemas.openxmlformats.org/officeDocument/2006/relationships" id="2147483671" r:id="Rba4f23e595804319"/>
    <p:sldLayoutId xmlns:r="http://schemas.openxmlformats.org/officeDocument/2006/relationships" id="2147483672" r:id="Re5d5281ea22a4d2d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82736c0b340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f8c64acbba384fbd"/>
    <p:sldLayoutId xmlns:r="http://schemas.openxmlformats.org/officeDocument/2006/relationships" id="2147483675" r:id="Red9bdacf8f5f4c78"/>
    <p:sldLayoutId xmlns:r="http://schemas.openxmlformats.org/officeDocument/2006/relationships" id="2147483676" r:id="R1866ca2178194d8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d7c3f4090d234306" /><Relationship Type="http://schemas.openxmlformats.org/officeDocument/2006/relationships/notesSlide" Target="/ppt/notesSlides/notesSlide1.xml" Id="R2fda9d7961b04f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498764d712473d" /><Relationship Type="http://schemas.openxmlformats.org/officeDocument/2006/relationships/image" Target="/ppt/media/image2.png" Id="Rc01611282e21496f" /><Relationship Type="http://schemas.openxmlformats.org/officeDocument/2006/relationships/image" Target="/ppt/media/image.svg" Id="Rf76aff179ae649ca" /><Relationship Type="http://schemas.openxmlformats.org/officeDocument/2006/relationships/notesSlide" Target="/ppt/notesSlides/notesSlide2.xml" Id="Ra609868d380a46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1301af3474b43c4" /><Relationship Type="http://schemas.openxmlformats.org/officeDocument/2006/relationships/notesSlide" Target="/ppt/notesSlides/notesSlide3.xml" Id="R8dd9e837b7e94d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2efda7483cc2439f" /><Relationship Type="http://schemas.openxmlformats.org/officeDocument/2006/relationships/image" Target="/ppt/media/image3.png" Id="R0fbe5d41731244a7" /><Relationship Type="http://schemas.openxmlformats.org/officeDocument/2006/relationships/image" Target="/ppt/media/image2.svg" Id="R73053e5051f949b0" /><Relationship Type="http://schemas.openxmlformats.org/officeDocument/2006/relationships/notesSlide" Target="/ppt/notesSlides/notesSlide4.xml" Id="R863b2dfd78c84f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34a3cdef44467" /><Relationship Type="http://schemas.openxmlformats.org/officeDocument/2006/relationships/notesSlide" Target="/ppt/notesSlides/notesSlide5.xml" Id="R344a4f8ddaf949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f7e2aa34eb74878" /><Relationship Type="http://schemas.openxmlformats.org/officeDocument/2006/relationships/image" Target="/ppt/media/image4.png" Id="R85fdf7e724f640da" /><Relationship Type="http://schemas.openxmlformats.org/officeDocument/2006/relationships/image" Target="/ppt/media/image3.svg" Id="R218bc57a0135428f" /><Relationship Type="http://schemas.openxmlformats.org/officeDocument/2006/relationships/notesSlide" Target="/ppt/notesSlides/notesSlide6.xml" Id="R0828bd35fc5d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de781d5aa6f4ff0" /><Relationship Type="http://schemas.openxmlformats.org/officeDocument/2006/relationships/notesSlide" Target="/ppt/notesSlides/notesSlide7.xml" Id="Ref59e0f714de48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8163357f6964eeb" /><Relationship Type="http://schemas.openxmlformats.org/officeDocument/2006/relationships/image" Target="/ppt/media/image5.png" Id="Rcc1d1c37412c4b1b" /><Relationship Type="http://schemas.openxmlformats.org/officeDocument/2006/relationships/image" Target="/ppt/media/image4.svg" Id="R236f259b963d437b" /><Relationship Type="http://schemas.openxmlformats.org/officeDocument/2006/relationships/notesSlide" Target="/ppt/notesSlides/notesSlide8.xml" Id="R1bc04c69731049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7153799b9584073" /><Relationship Type="http://schemas.openxmlformats.org/officeDocument/2006/relationships/image" Target="/ppt/media/image6.png" Id="Ra36eebaf368343dd" /><Relationship Type="http://schemas.openxmlformats.org/officeDocument/2006/relationships/image" Target="/ppt/media/image5.svg" Id="R8c989e591a014bd3" /><Relationship Type="http://schemas.openxmlformats.org/officeDocument/2006/relationships/notesSlide" Target="/ppt/notesSlides/notesSlide9.xml" Id="Rbe882e7f523848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ff7e015b7a14d9b" /><Relationship Type="http://schemas.openxmlformats.org/officeDocument/2006/relationships/image" Target="/ppt/media/image7.png" Id="Rf6e018d3a9094501" /><Relationship Type="http://schemas.openxmlformats.org/officeDocument/2006/relationships/image" Target="/ppt/media/image6.svg" Id="R1e3cddf8548d4d12" /><Relationship Type="http://schemas.openxmlformats.org/officeDocument/2006/relationships/notesSlide" Target="/ppt/notesSlides/notesSlide10.xml" Id="R556191639a8047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603c8faa2854f53" /><Relationship Type="http://schemas.openxmlformats.org/officeDocument/2006/relationships/image" Target="/ppt/media/image8.png" Id="R68e5798c009847bd" /><Relationship Type="http://schemas.openxmlformats.org/officeDocument/2006/relationships/image" Target="/ppt/media/image7.svg" Id="Rf5f680567df04831" /><Relationship Type="http://schemas.openxmlformats.org/officeDocument/2006/relationships/notesSlide" Target="/ppt/notesSlides/notesSlide11.xml" Id="R8d5a3286d7c74f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0465e105c44458" /><Relationship Type="http://schemas.openxmlformats.org/officeDocument/2006/relationships/image" Target="/ppt/media/image9.png" Id="Rc3946db33f024a0d" /><Relationship Type="http://schemas.openxmlformats.org/officeDocument/2006/relationships/image" Target="/ppt/media/image8.svg" Id="R2417ed1e5c4f4fd4" /><Relationship Type="http://schemas.openxmlformats.org/officeDocument/2006/relationships/notesSlide" Target="/ppt/notesSlides/notesSlide12.xml" Id="R8d561651492340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a1ba765ec404a1c" /><Relationship Type="http://schemas.openxmlformats.org/officeDocument/2006/relationships/image" Target="/ppt/media/image10.png" Id="R3857fd77aaf740fa" /><Relationship Type="http://schemas.openxmlformats.org/officeDocument/2006/relationships/image" Target="/ppt/media/image9.svg" Id="R81aaa160d82e418e" /><Relationship Type="http://schemas.openxmlformats.org/officeDocument/2006/relationships/notesSlide" Target="/ppt/notesSlides/notesSlide13.xml" Id="R804436b744a444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d6fd5a01cdd4dbe" /><Relationship Type="http://schemas.openxmlformats.org/officeDocument/2006/relationships/image" Target="/ppt/media/image11.png" Id="R3b4e1c53005246e7" /><Relationship Type="http://schemas.openxmlformats.org/officeDocument/2006/relationships/image" Target="/ppt/media/image10.svg" Id="R1237013f24264b46" /><Relationship Type="http://schemas.openxmlformats.org/officeDocument/2006/relationships/notesSlide" Target="/ppt/notesSlides/notesSlide14.xml" Id="R32ecceece2a04f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27ddf2f4c3ce4f59" /><Relationship Type="http://schemas.openxmlformats.org/officeDocument/2006/relationships/notesSlide" Target="/ppt/notesSlides/notesSlide15.xml" Id="Rc9283de441224f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8ff9456d3f45f7" /><Relationship Type="http://schemas.openxmlformats.org/officeDocument/2006/relationships/image" Target="/ppt/media/image12.png" Id="Re34af3e00e084653" /><Relationship Type="http://schemas.openxmlformats.org/officeDocument/2006/relationships/image" Target="/ppt/media/image11.svg" Id="Re04f79eecb66416a" /><Relationship Type="http://schemas.openxmlformats.org/officeDocument/2006/relationships/notesSlide" Target="/ppt/notesSlides/notesSlide16.xml" Id="R182fca21b65242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ccb2174454646da" /><Relationship Type="http://schemas.openxmlformats.org/officeDocument/2006/relationships/image" Target="/ppt/media/image13.png" Id="R90249844720843f2" /><Relationship Type="http://schemas.openxmlformats.org/officeDocument/2006/relationships/image" Target="/ppt/media/image12.svg" Id="R33252bafa65f44d8" /><Relationship Type="http://schemas.openxmlformats.org/officeDocument/2006/relationships/notesSlide" Target="/ppt/notesSlides/notesSlide17.xml" Id="Red575df6aba54f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6f5b60e7bec44c1" /><Relationship Type="http://schemas.openxmlformats.org/officeDocument/2006/relationships/image" Target="/ppt/media/image14.png" Id="Rc3bc561085ea4d22" /><Relationship Type="http://schemas.openxmlformats.org/officeDocument/2006/relationships/image" Target="/ppt/media/image13.svg" Id="Ref6eccfe2ef84bb9" /><Relationship Type="http://schemas.openxmlformats.org/officeDocument/2006/relationships/notesSlide" Target="/ppt/notesSlides/notesSlide18.xml" Id="R69bbfe9514d248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96f5b0a380e4be7" /><Relationship Type="http://schemas.openxmlformats.org/officeDocument/2006/relationships/image" Target="/ppt/media/image15.png" Id="R46044e0d0fd84791" /><Relationship Type="http://schemas.openxmlformats.org/officeDocument/2006/relationships/image" Target="/ppt/media/image14.svg" Id="R69e1dbf8eee34158" /><Relationship Type="http://schemas.openxmlformats.org/officeDocument/2006/relationships/notesSlide" Target="/ppt/notesSlides/notesSlide19.xml" Id="R2d7636e45adf47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89774f099364a74" /><Relationship Type="http://schemas.openxmlformats.org/officeDocument/2006/relationships/image" Target="/ppt/media/image16.png" Id="R21682e87bc354eea" /><Relationship Type="http://schemas.openxmlformats.org/officeDocument/2006/relationships/image" Target="/ppt/media/image15.svg" Id="R396adecc236f4ade" /><Relationship Type="http://schemas.openxmlformats.org/officeDocument/2006/relationships/notesSlide" Target="/ppt/notesSlides/notesSlide20.xml" Id="R3845d72893ff47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1da0b32cff44005" /><Relationship Type="http://schemas.openxmlformats.org/officeDocument/2006/relationships/image" Target="/ppt/media/image17.png" Id="R9c4abfee8361405b" /><Relationship Type="http://schemas.openxmlformats.org/officeDocument/2006/relationships/image" Target="/ppt/media/image16.svg" Id="R0630b8f12b2b49aa" /><Relationship Type="http://schemas.openxmlformats.org/officeDocument/2006/relationships/notesSlide" Target="/ppt/notesSlides/notesSlide21.xml" Id="Rabfd26a54ca842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b1a2ff52c6a4468" /><Relationship Type="http://schemas.openxmlformats.org/officeDocument/2006/relationships/image" Target="/ppt/media/image18.png" Id="Rf551536bd54a4ba2" /><Relationship Type="http://schemas.openxmlformats.org/officeDocument/2006/relationships/image" Target="/ppt/media/image17.svg" Id="Rcffdf5bc4fdd4a68" /><Relationship Type="http://schemas.openxmlformats.org/officeDocument/2006/relationships/notesSlide" Target="/ppt/notesSlides/notesSlide22.xml" Id="R70b3db3ed54940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15a8fee63e44d35" /><Relationship Type="http://schemas.openxmlformats.org/officeDocument/2006/relationships/notesSlide" Target="/ppt/notesSlides/notesSlide23.xml" Id="Reb452f7b4c634d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1678eb232134f2a" /><Relationship Type="http://schemas.openxmlformats.org/officeDocument/2006/relationships/image" Target="/ppt/media/image19.png" Id="R6dc15faf22564e11" /><Relationship Type="http://schemas.openxmlformats.org/officeDocument/2006/relationships/image" Target="/ppt/media/image18.svg" Id="R4c13daa97e18484f" /><Relationship Type="http://schemas.openxmlformats.org/officeDocument/2006/relationships/notesSlide" Target="/ppt/notesSlides/notesSlide24.xml" Id="R5d86d54415e44d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89b191f16aff4004" /><Relationship Type="http://schemas.openxmlformats.org/officeDocument/2006/relationships/image" Target="/ppt/media/image20.png" Id="R0be466d095d04b7a" /><Relationship Type="http://schemas.openxmlformats.org/officeDocument/2006/relationships/image" Target="/ppt/media/image19.svg" Id="R0023b624f7194ea1" /><Relationship Type="http://schemas.openxmlformats.org/officeDocument/2006/relationships/notesSlide" Target="/ppt/notesSlides/notesSlide25.xml" Id="Rf2874a68e01c40b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e3cb754b7ea4853" /><Relationship Type="http://schemas.openxmlformats.org/officeDocument/2006/relationships/image" Target="/ppt/media/image21.png" Id="R947f7fa695f74ed9" /><Relationship Type="http://schemas.openxmlformats.org/officeDocument/2006/relationships/image" Target="/ppt/media/image20.svg" Id="R9cef3a9f200d46fd" /><Relationship Type="http://schemas.openxmlformats.org/officeDocument/2006/relationships/notesSlide" Target="/ppt/notesSlides/notesSlide26.xml" Id="R0c1a2ef994904c9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e79813f60bf4509" /><Relationship Type="http://schemas.openxmlformats.org/officeDocument/2006/relationships/image" Target="/ppt/media/image22.png" Id="Rb42c2effc14545b7" /><Relationship Type="http://schemas.openxmlformats.org/officeDocument/2006/relationships/image" Target="/ppt/media/image21.svg" Id="Rc175b76541f545d3" /><Relationship Type="http://schemas.openxmlformats.org/officeDocument/2006/relationships/notesSlide" Target="/ppt/notesSlides/notesSlide27.xml" Id="Rcc75e724267b4d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0424f819b4e472a" /><Relationship Type="http://schemas.openxmlformats.org/officeDocument/2006/relationships/image" Target="/ppt/media/image23.png" Id="R4430e577c46944ac" /><Relationship Type="http://schemas.openxmlformats.org/officeDocument/2006/relationships/image" Target="/ppt/media/image22.svg" Id="R2f23cd031fed4f61" /><Relationship Type="http://schemas.openxmlformats.org/officeDocument/2006/relationships/notesSlide" Target="/ppt/notesSlides/notesSlide28.xml" Id="R45bff7e517994c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b953d9d499f4128" /><Relationship Type="http://schemas.openxmlformats.org/officeDocument/2006/relationships/image" Target="/ppt/media/image24.png" Id="R335158122369489d" /><Relationship Type="http://schemas.openxmlformats.org/officeDocument/2006/relationships/image" Target="/ppt/media/image23.svg" Id="Rb119360ef39144cc" /><Relationship Type="http://schemas.openxmlformats.org/officeDocument/2006/relationships/notesSlide" Target="/ppt/notesSlides/notesSlide29.xml" Id="R9275717f56a845a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9d668b956984d2c" /><Relationship Type="http://schemas.openxmlformats.org/officeDocument/2006/relationships/image" Target="/ppt/media/image25.png" Id="Rc62ceec906624f7b" /><Relationship Type="http://schemas.openxmlformats.org/officeDocument/2006/relationships/image" Target="/ppt/media/image24.svg" Id="Re4e31925054743dd" /><Relationship Type="http://schemas.openxmlformats.org/officeDocument/2006/relationships/notesSlide" Target="/ppt/notesSlides/notesSlide30.xml" Id="Rf8941ea4c4a54b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45061a4b004381" /><Relationship Type="http://schemas.openxmlformats.org/officeDocument/2006/relationships/image" Target="/ppt/media/image26.png" Id="R95ab7307daca424c" /><Relationship Type="http://schemas.openxmlformats.org/officeDocument/2006/relationships/image" Target="/ppt/media/image25.svg" Id="R1c36991b8fa74d07" /><Relationship Type="http://schemas.openxmlformats.org/officeDocument/2006/relationships/notesSlide" Target="/ppt/notesSlides/notesSlide31.xml" Id="R4cffb0541a2c45c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00378e3ea3a4e95" /><Relationship Type="http://schemas.openxmlformats.org/officeDocument/2006/relationships/image" Target="/ppt/media/image27.png" Id="Rc4250ce1d4224847" /><Relationship Type="http://schemas.openxmlformats.org/officeDocument/2006/relationships/image" Target="/ppt/media/image26.svg" Id="Ref1805092cf34e39" /><Relationship Type="http://schemas.openxmlformats.org/officeDocument/2006/relationships/notesSlide" Target="/ppt/notesSlides/notesSlide32.xml" Id="R2ed77a5f32e3429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6f589709c1a4b7b" /><Relationship Type="http://schemas.openxmlformats.org/officeDocument/2006/relationships/image" Target="/ppt/media/image28.png" Id="R0954b78af7364155" /><Relationship Type="http://schemas.openxmlformats.org/officeDocument/2006/relationships/image" Target="/ppt/media/image27.svg" Id="Rc384adf4895a4f5f" /><Relationship Type="http://schemas.openxmlformats.org/officeDocument/2006/relationships/notesSlide" Target="/ppt/notesSlides/notesSlide33.xml" Id="R58f3c0b22ee24b5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e06ac09f71e4454c" /><Relationship Type="http://schemas.openxmlformats.org/officeDocument/2006/relationships/notesSlide" Target="/ppt/notesSlides/notesSlide34.xml" Id="R19a3614480d8445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3d389b0221b4359" /><Relationship Type="http://schemas.openxmlformats.org/officeDocument/2006/relationships/image" Target="/ppt/media/image29.png" Id="R6542ba76cfe944aa" /><Relationship Type="http://schemas.openxmlformats.org/officeDocument/2006/relationships/image" Target="/ppt/media/image28.svg" Id="R21bb005c59a8401e" /><Relationship Type="http://schemas.openxmlformats.org/officeDocument/2006/relationships/notesSlide" Target="/ppt/notesSlides/notesSlide35.xml" Id="R9e7e43a55bc94d9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b01f8339db4b78" /><Relationship Type="http://schemas.openxmlformats.org/officeDocument/2006/relationships/image" Target="/ppt/media/image30.png" Id="Rad807c33d9a14bd2" /><Relationship Type="http://schemas.openxmlformats.org/officeDocument/2006/relationships/image" Target="/ppt/media/image29.svg" Id="Rd9945ee5dcb144b3" /><Relationship Type="http://schemas.openxmlformats.org/officeDocument/2006/relationships/notesSlide" Target="/ppt/notesSlides/notesSlide36.xml" Id="R1a0f794a372f477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c293fb3542a4451" /><Relationship Type="http://schemas.openxmlformats.org/officeDocument/2006/relationships/image" Target="/ppt/media/image31.png" Id="Rea046ece698240ac" /><Relationship Type="http://schemas.openxmlformats.org/officeDocument/2006/relationships/image" Target="/ppt/media/image30.svg" Id="R73a3980506e24ba8" /><Relationship Type="http://schemas.openxmlformats.org/officeDocument/2006/relationships/notesSlide" Target="/ppt/notesSlides/notesSlide37.xml" Id="R3710ec9ed5814fd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0a6aa9036d34714" /><Relationship Type="http://schemas.openxmlformats.org/officeDocument/2006/relationships/image" Target="/ppt/media/image32.png" Id="Raa82780992934b96" /><Relationship Type="http://schemas.openxmlformats.org/officeDocument/2006/relationships/image" Target="/ppt/media/image31.svg" Id="R43fc2edefd6a45f3" /><Relationship Type="http://schemas.openxmlformats.org/officeDocument/2006/relationships/notesSlide" Target="/ppt/notesSlides/notesSlide38.xml" Id="R9afba2d5947e478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4431ebb382642e6" /><Relationship Type="http://schemas.openxmlformats.org/officeDocument/2006/relationships/image" Target="/ppt/media/image33.png" Id="R86b63309176b4598" /><Relationship Type="http://schemas.openxmlformats.org/officeDocument/2006/relationships/image" Target="/ppt/media/image32.svg" Id="Rf162422f491d44a7" /><Relationship Type="http://schemas.openxmlformats.org/officeDocument/2006/relationships/notesSlide" Target="/ppt/notesSlides/notesSlide39.xml" Id="Rffb7ceccc6d544e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a4516228be8847d7" /><Relationship Type="http://schemas.openxmlformats.org/officeDocument/2006/relationships/image" Target="/ppt/media/image34.png" Id="Raf129bb9259747ab" /><Relationship Type="http://schemas.openxmlformats.org/officeDocument/2006/relationships/image" Target="/ppt/media/image33.svg" Id="R810643f3faa540e9" /><Relationship Type="http://schemas.openxmlformats.org/officeDocument/2006/relationships/notesSlide" Target="/ppt/notesSlides/notesSlide40.xml" Id="R9127f705834d49f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8d8304400904464" /><Relationship Type="http://schemas.openxmlformats.org/officeDocument/2006/relationships/image" Target="/ppt/media/image35.png" Id="R4b707ce6a6c74f49" /><Relationship Type="http://schemas.openxmlformats.org/officeDocument/2006/relationships/image" Target="/ppt/media/image34.svg" Id="Re20bba04a6544467" /><Relationship Type="http://schemas.openxmlformats.org/officeDocument/2006/relationships/notesSlide" Target="/ppt/notesSlides/notesSlide41.xml" Id="R1a55f11def674c3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7264c926964f46" /><Relationship Type="http://schemas.openxmlformats.org/officeDocument/2006/relationships/image" Target="/ppt/media/image.jpeg" Id="R11bf0f2f9a914003" /><Relationship Type="http://schemas.openxmlformats.org/officeDocument/2006/relationships/hyperlink" Target="https://commons.wikimedia.org/wiki/File:Sound_level_meter_Bruel_Kjaer.jpg" TargetMode="External" Id="Rd8a4de5a88d841f9" /><Relationship Type="http://schemas.openxmlformats.org/officeDocument/2006/relationships/notesSlide" Target="/ppt/notesSlides/notesSlide42.xml" Id="R9611f891a32a421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0c3d40a89324d77" /><Relationship Type="http://schemas.openxmlformats.org/officeDocument/2006/relationships/notesSlide" Target="/ppt/notesSlides/notesSlide43.xml" Id="R4c5c1629c16e4c8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da3eef396424260" /><Relationship Type="http://schemas.openxmlformats.org/officeDocument/2006/relationships/chart" Target="/ppt/slides/charts/chart1.xml" Id="R06f9233638df4c68" /><Relationship Type="http://schemas.openxmlformats.org/officeDocument/2006/relationships/chart" Target="/ppt/slides/charts/chart2.xml" Id="R814d8de8d2df4e3c" /><Relationship Type="http://schemas.openxmlformats.org/officeDocument/2006/relationships/chart" Target="/ppt/slides/charts/chart3.xml" Id="Rec39ada263c14210" /><Relationship Type="http://schemas.openxmlformats.org/officeDocument/2006/relationships/image" Target="/ppt/media/image36.png" Id="Rb1a1092283fb457c" /><Relationship Type="http://schemas.openxmlformats.org/officeDocument/2006/relationships/image" Target="/ppt/media/image35.svg" Id="Ra545d6c72b31429d" /><Relationship Type="http://schemas.openxmlformats.org/officeDocument/2006/relationships/notesSlide" Target="/ppt/notesSlides/notesSlide44.xml" Id="Re35255a1045d49b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e7a1fbe67e54855" /><Relationship Type="http://schemas.openxmlformats.org/officeDocument/2006/relationships/image" Target="/ppt/media/image37.png" Id="R0816130471864781" /><Relationship Type="http://schemas.openxmlformats.org/officeDocument/2006/relationships/image" Target="/ppt/media/image36.svg" Id="R8128efb0e0ee443d" /><Relationship Type="http://schemas.openxmlformats.org/officeDocument/2006/relationships/notesSlide" Target="/ppt/notesSlides/notesSlide45.xml" Id="R29f19396a2c947e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72963ce716c474f" /><Relationship Type="http://schemas.openxmlformats.org/officeDocument/2006/relationships/image" Target="/ppt/media/image38.png" Id="R3e97e866e20445c7" /><Relationship Type="http://schemas.openxmlformats.org/officeDocument/2006/relationships/image" Target="/ppt/media/image37.svg" Id="Rbaf652fd58b342df" /><Relationship Type="http://schemas.openxmlformats.org/officeDocument/2006/relationships/notesSlide" Target="/ppt/notesSlides/notesSlide46.xml" Id="R65a31b8a61054b4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50e5a67b1fe4771" /><Relationship Type="http://schemas.openxmlformats.org/officeDocument/2006/relationships/image" Target="/ppt/media/image39.png" Id="R8fff8a61efac4a33" /><Relationship Type="http://schemas.openxmlformats.org/officeDocument/2006/relationships/image" Target="/ppt/media/image38.svg" Id="Rf42b10aaf61a4692" /><Relationship Type="http://schemas.openxmlformats.org/officeDocument/2006/relationships/notesSlide" Target="/ppt/notesSlides/notesSlide47.xml" Id="Re1870551acf4476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19318e5a2414826" /><Relationship Type="http://schemas.openxmlformats.org/officeDocument/2006/relationships/image" Target="/ppt/media/image40.png" Id="R882dc02726b540b9" /><Relationship Type="http://schemas.openxmlformats.org/officeDocument/2006/relationships/image" Target="/ppt/media/image39.svg" Id="R55db76518e8e477d" /><Relationship Type="http://schemas.openxmlformats.org/officeDocument/2006/relationships/notesSlide" Target="/ppt/notesSlides/notesSlide48.xml" Id="R4301d4c840d5438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bb6252d098f4c66" /><Relationship Type="http://schemas.openxmlformats.org/officeDocument/2006/relationships/image" Target="/ppt/media/image41.png" Id="R8f3915f2a23d4011" /><Relationship Type="http://schemas.openxmlformats.org/officeDocument/2006/relationships/image" Target="/ppt/media/image40.svg" Id="Re0a9459b664843b6" /><Relationship Type="http://schemas.openxmlformats.org/officeDocument/2006/relationships/notesSlide" Target="/ppt/notesSlides/notesSlide49.xml" Id="Rb883b6a162df418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7ef9fa10d95422f" /><Relationship Type="http://schemas.openxmlformats.org/officeDocument/2006/relationships/image" Target="/ppt/media/image42.png" Id="R75ecbc8264dd4c34" /><Relationship Type="http://schemas.openxmlformats.org/officeDocument/2006/relationships/image" Target="/ppt/media/image41.svg" Id="R3ef0c8424c9042d3" /><Relationship Type="http://schemas.openxmlformats.org/officeDocument/2006/relationships/notesSlide" Target="/ppt/notesSlides/notesSlide50.xml" Id="R383c676148ec401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8150943f2184a28" /><Relationship Type="http://schemas.openxmlformats.org/officeDocument/2006/relationships/notesSlide" Target="/ppt/notesSlides/notesSlide51.xml" Id="Re4d18687a07c4a7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cc89ca1e8db446c" /><Relationship Type="http://schemas.openxmlformats.org/officeDocument/2006/relationships/image" Target="/ppt/media/image43.png" Id="Rcc997c0b10104e4f" /><Relationship Type="http://schemas.openxmlformats.org/officeDocument/2006/relationships/image" Target="/ppt/media/image42.svg" Id="R8011f64ec6994cb6" /><Relationship Type="http://schemas.openxmlformats.org/officeDocument/2006/relationships/notesSlide" Target="/ppt/notesSlides/notesSlide52.xml" Id="R83d6130cd04d410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0225ae497a485d" /><Relationship Type="http://schemas.openxmlformats.org/officeDocument/2006/relationships/image" Target="/ppt/media/image44.png" Id="R5d352c9bd81e4ad4" /><Relationship Type="http://schemas.openxmlformats.org/officeDocument/2006/relationships/image" Target="/ppt/media/image43.svg" Id="R90d7c984019f4317" /><Relationship Type="http://schemas.openxmlformats.org/officeDocument/2006/relationships/notesSlide" Target="/ppt/notesSlides/notesSlide53.xml" Id="Rb7d7dce6733d403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983b05424204af4" /><Relationship Type="http://schemas.openxmlformats.org/officeDocument/2006/relationships/image" Target="/ppt/media/image45.png" Id="Re9a71117a2cd4750" /><Relationship Type="http://schemas.openxmlformats.org/officeDocument/2006/relationships/image" Target="/ppt/media/image44.svg" Id="R5e9e1eaa735746bf" /><Relationship Type="http://schemas.openxmlformats.org/officeDocument/2006/relationships/notesSlide" Target="/ppt/notesSlides/notesSlide54.xml" Id="R130f587e41b64e9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55d6df2726c422e" /><Relationship Type="http://schemas.openxmlformats.org/officeDocument/2006/relationships/image" Target="/ppt/media/image46.png" Id="R2e374ae2ec374c40" /><Relationship Type="http://schemas.openxmlformats.org/officeDocument/2006/relationships/image" Target="/ppt/media/image45.svg" Id="Rc2cd6fd76b6c471f" /><Relationship Type="http://schemas.openxmlformats.org/officeDocument/2006/relationships/notesSlide" Target="/ppt/notesSlides/notesSlide55.xml" Id="Ra0b4e73ef981409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887a5138492460e" /><Relationship Type="http://schemas.openxmlformats.org/officeDocument/2006/relationships/image" Target="/ppt/media/image47.png" Id="Raea2296870394f07" /><Relationship Type="http://schemas.openxmlformats.org/officeDocument/2006/relationships/image" Target="/ppt/media/image46.svg" Id="R4cbed1c9cdc84c13" /><Relationship Type="http://schemas.openxmlformats.org/officeDocument/2006/relationships/notesSlide" Target="/ppt/notesSlides/notesSlide56.xml" Id="Rf697782e33f6471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c868956bd58497d" /><Relationship Type="http://schemas.openxmlformats.org/officeDocument/2006/relationships/image" Target="/ppt/media/image48.png" Id="R9a1ba9cee8804a2c" /><Relationship Type="http://schemas.openxmlformats.org/officeDocument/2006/relationships/image" Target="/ppt/media/image47.svg" Id="Rb8a408a0c54643e5" /><Relationship Type="http://schemas.openxmlformats.org/officeDocument/2006/relationships/notesSlide" Target="/ppt/notesSlides/notesSlide57.xml" Id="Rc06f6da7e7714d3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dce7f10f3ba4d91" /><Relationship Type="http://schemas.openxmlformats.org/officeDocument/2006/relationships/image" Target="/ppt/media/image49.png" Id="R72021c6bc9724cd3" /><Relationship Type="http://schemas.openxmlformats.org/officeDocument/2006/relationships/image" Target="/ppt/media/image48.svg" Id="R0f70b3c5de9b4c02" /><Relationship Type="http://schemas.openxmlformats.org/officeDocument/2006/relationships/notesSlide" Target="/ppt/notesSlides/notesSlide58.xml" Id="R4d5960d43d44408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225233458a54d96" /><Relationship Type="http://schemas.openxmlformats.org/officeDocument/2006/relationships/notesSlide" Target="/ppt/notesSlides/notesSlide59.xml" Id="Rc109ccc81f8043c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506ae1cdf354bc0" /><Relationship Type="http://schemas.openxmlformats.org/officeDocument/2006/relationships/image" Target="/ppt/media/image50.png" Id="Rf38bf89874ca4c9c" /><Relationship Type="http://schemas.openxmlformats.org/officeDocument/2006/relationships/image" Target="/ppt/media/image49.svg" Id="Raa6554840bae4f01" /><Relationship Type="http://schemas.openxmlformats.org/officeDocument/2006/relationships/notesSlide" Target="/ppt/notesSlides/notesSlide60.xml" Id="Rbb599259be374fe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cd9933b94144916" /><Relationship Type="http://schemas.openxmlformats.org/officeDocument/2006/relationships/image" Target="/ppt/media/image51.png" Id="R55f73c61bfc34199" /><Relationship Type="http://schemas.openxmlformats.org/officeDocument/2006/relationships/image" Target="/ppt/media/image50.svg" Id="Rf4757959715942a7" /><Relationship Type="http://schemas.openxmlformats.org/officeDocument/2006/relationships/notesSlide" Target="/ppt/notesSlides/notesSlide61.xml" Id="R8de74e3c03094b8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244f1d8287243a2" /><Relationship Type="http://schemas.openxmlformats.org/officeDocument/2006/relationships/image" Target="/ppt/media/image52.png" Id="Ra6695aa1635249c2" /><Relationship Type="http://schemas.openxmlformats.org/officeDocument/2006/relationships/image" Target="/ppt/media/image51.svg" Id="R29595d4a33a44be5" /><Relationship Type="http://schemas.openxmlformats.org/officeDocument/2006/relationships/notesSlide" Target="/ppt/notesSlides/notesSlide62.xml" Id="R20247e0270d1418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6be753bae7c4964" /><Relationship Type="http://schemas.openxmlformats.org/officeDocument/2006/relationships/image" Target="/ppt/media/image53.png" Id="R57fe10725183423d" /><Relationship Type="http://schemas.openxmlformats.org/officeDocument/2006/relationships/image" Target="/ppt/media/image52.svg" Id="R504020090d1f4c80" /><Relationship Type="http://schemas.openxmlformats.org/officeDocument/2006/relationships/notesSlide" Target="/ppt/notesSlides/notesSlide63.xml" Id="R0b75f34987ea461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afb8da332045b1" /><Relationship Type="http://schemas.openxmlformats.org/officeDocument/2006/relationships/image" Target="/ppt/media/image54.png" Id="R7becf617b14046aa" /><Relationship Type="http://schemas.openxmlformats.org/officeDocument/2006/relationships/image" Target="/ppt/media/image53.svg" Id="Rd1a03e43710e403f" /><Relationship Type="http://schemas.openxmlformats.org/officeDocument/2006/relationships/notesSlide" Target="/ppt/notesSlides/notesSlide64.xml" Id="R32a4a35561cf49f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a69a01bd3e34980" /><Relationship Type="http://schemas.openxmlformats.org/officeDocument/2006/relationships/image" Target="/ppt/media/image55.png" Id="R1a2ccf2c18d24f86" /><Relationship Type="http://schemas.openxmlformats.org/officeDocument/2006/relationships/image" Target="/ppt/media/image54.svg" Id="Rcbf61c67df6b468e" /><Relationship Type="http://schemas.openxmlformats.org/officeDocument/2006/relationships/notesSlide" Target="/ppt/notesSlides/notesSlide65.xml" Id="R32a4f42561a242d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831ae93a28c4d99" /><Relationship Type="http://schemas.openxmlformats.org/officeDocument/2006/relationships/image" Target="/ppt/media/image56.png" Id="R377eefd365c7482c" /><Relationship Type="http://schemas.openxmlformats.org/officeDocument/2006/relationships/image" Target="/ppt/media/image55.svg" Id="R02565bd194684bb8" /><Relationship Type="http://schemas.openxmlformats.org/officeDocument/2006/relationships/notesSlide" Target="/ppt/notesSlides/notesSlide66.xml" Id="R8c3a4fe52e6a47b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6aa991ff8401d" /><Relationship Type="http://schemas.openxmlformats.org/officeDocument/2006/relationships/image" Target="/ppt/media/image57.png" Id="R34947363cdac42e4" /><Relationship Type="http://schemas.openxmlformats.org/officeDocument/2006/relationships/image" Target="/ppt/media/image56.svg" Id="Rffd43b561ec44bd7" /><Relationship Type="http://schemas.openxmlformats.org/officeDocument/2006/relationships/notesSlide" Target="/ppt/notesSlides/notesSlide67.xml" Id="R277b001e39bd478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3fe78c0a1540ff" /><Relationship Type="http://schemas.openxmlformats.org/officeDocument/2006/relationships/image" Target="/ppt/media/image58.png" Id="R450c0336d6d74b98" /><Relationship Type="http://schemas.openxmlformats.org/officeDocument/2006/relationships/image" Target="/ppt/media/image57.svg" Id="Re3d244fe44e342c1" /><Relationship Type="http://schemas.openxmlformats.org/officeDocument/2006/relationships/notesSlide" Target="/ppt/notesSlides/notesSlide68.xml" Id="R39d5c357ce1847a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317f39ba57a4680" /><Relationship Type="http://schemas.openxmlformats.org/officeDocument/2006/relationships/notesSlide" Target="/ppt/notesSlides/notesSlide69.xml" Id="Ra1fe91d40ebe46d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0ae1e11533444f9" /><Relationship Type="http://schemas.openxmlformats.org/officeDocument/2006/relationships/chart" Target="/ppt/slides/charts/chart4.xml" Id="R8f8988133c6245c9" /><Relationship Type="http://schemas.openxmlformats.org/officeDocument/2006/relationships/chart" Target="/ppt/slides/charts/chart5.xml" Id="R428d666703e24c6d" /><Relationship Type="http://schemas.openxmlformats.org/officeDocument/2006/relationships/chart" Target="/ppt/slides/charts/chart6.xml" Id="R3a9caf93d3a74d93" /><Relationship Type="http://schemas.openxmlformats.org/officeDocument/2006/relationships/image" Target="/ppt/media/image59.png" Id="Ree1b6f55b0854a28" /><Relationship Type="http://schemas.openxmlformats.org/officeDocument/2006/relationships/image" Target="/ppt/media/image58.svg" Id="Rb2896b3269924a43" /><Relationship Type="http://schemas.openxmlformats.org/officeDocument/2006/relationships/notesSlide" Target="/ppt/notesSlides/notesSlide70.xml" Id="R0364889cacdb465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1bce8545e7042ea" /><Relationship Type="http://schemas.openxmlformats.org/officeDocument/2006/relationships/image" Target="/ppt/media/image60.png" Id="R176c2f5c4f034518" /><Relationship Type="http://schemas.openxmlformats.org/officeDocument/2006/relationships/image" Target="/ppt/media/image59.svg" Id="R3a5717e5c7a640ef" /><Relationship Type="http://schemas.openxmlformats.org/officeDocument/2006/relationships/notesSlide" Target="/ppt/notesSlides/notesSlide71.xml" Id="Rf33447e4449a44e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e23999bd3f4bc5" /><Relationship Type="http://schemas.openxmlformats.org/officeDocument/2006/relationships/image" Target="/ppt/media/image61.png" Id="Rf95f42b6500140e4" /><Relationship Type="http://schemas.openxmlformats.org/officeDocument/2006/relationships/image" Target="/ppt/media/image60.svg" Id="R24988dbed169430e" /><Relationship Type="http://schemas.openxmlformats.org/officeDocument/2006/relationships/notesSlide" Target="/ppt/notesSlides/notesSlide72.xml" Id="R65831bb36488426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b42d92808cb467b" /><Relationship Type="http://schemas.openxmlformats.org/officeDocument/2006/relationships/image" Target="/ppt/media/image62.png" Id="Raff0085d28184a95" /><Relationship Type="http://schemas.openxmlformats.org/officeDocument/2006/relationships/image" Target="/ppt/media/image61.svg" Id="R847177e295ef4fce" /><Relationship Type="http://schemas.openxmlformats.org/officeDocument/2006/relationships/notesSlide" Target="/ppt/notesSlides/notesSlide73.xml" Id="Ra5ac1db88cbf4ae5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34e4cadbe0442dc" /><Relationship Type="http://schemas.openxmlformats.org/officeDocument/2006/relationships/image" Target="/ppt/media/image63.png" Id="Rf291e87ec9af4e11" /><Relationship Type="http://schemas.openxmlformats.org/officeDocument/2006/relationships/image" Target="/ppt/media/image62.svg" Id="R53ae3512bbdd4dbc" /><Relationship Type="http://schemas.openxmlformats.org/officeDocument/2006/relationships/notesSlide" Target="/ppt/notesSlides/notesSlide74.xml" Id="R724196e1f4644a9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3500339192943ce" /><Relationship Type="http://schemas.openxmlformats.org/officeDocument/2006/relationships/image" Target="/ppt/media/image64.png" Id="Rf73807a0eb2d4bce" /><Relationship Type="http://schemas.openxmlformats.org/officeDocument/2006/relationships/image" Target="/ppt/media/image63.svg" Id="Rf1dd8eec683c416c" /><Relationship Type="http://schemas.openxmlformats.org/officeDocument/2006/relationships/notesSlide" Target="/ppt/notesSlides/notesSlide75.xml" Id="R1f5cecfec82749b6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12eca0852e14867" /><Relationship Type="http://schemas.openxmlformats.org/officeDocument/2006/relationships/image" Target="/ppt/media/image65.png" Id="R9473ce499ee74c78" /><Relationship Type="http://schemas.openxmlformats.org/officeDocument/2006/relationships/image" Target="/ppt/media/image64.svg" Id="R159aa66c6c684f98" /><Relationship Type="http://schemas.openxmlformats.org/officeDocument/2006/relationships/notesSlide" Target="/ppt/notesSlides/notesSlide76.xml" Id="R928ab48e4b6845f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c1a1d0e5a0b482e" /><Relationship Type="http://schemas.openxmlformats.org/officeDocument/2006/relationships/image" Target="/ppt/media/image66.png" Id="Rcd19c61a3e7f4094" /><Relationship Type="http://schemas.openxmlformats.org/officeDocument/2006/relationships/image" Target="/ppt/media/image65.svg" Id="R72b7aefaa23a4012" /><Relationship Type="http://schemas.openxmlformats.org/officeDocument/2006/relationships/notesSlide" Target="/ppt/notesSlides/notesSlide77.xml" Id="Rd97a073f033a4447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add68c3b3804fb1" /><Relationship Type="http://schemas.openxmlformats.org/officeDocument/2006/relationships/image" Target="/ppt/media/image67.png" Id="Rfd654e95e5a542e4" /><Relationship Type="http://schemas.openxmlformats.org/officeDocument/2006/relationships/image" Target="/ppt/media/image66.svg" Id="Rd4d525f29e114169" /><Relationship Type="http://schemas.openxmlformats.org/officeDocument/2006/relationships/notesSlide" Target="/ppt/notesSlides/notesSlide78.xml" Id="Rdde7ac18198b493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918517b99714c09" /><Relationship Type="http://schemas.openxmlformats.org/officeDocument/2006/relationships/image" Target="/ppt/media/image68.png" Id="R3a60ec3d5e504442" /><Relationship Type="http://schemas.openxmlformats.org/officeDocument/2006/relationships/image" Target="/ppt/media/image67.svg" Id="Re9731913cf764763" /><Relationship Type="http://schemas.openxmlformats.org/officeDocument/2006/relationships/notesSlide" Target="/ppt/notesSlides/notesSlide79.xml" Id="R38c739d18b8c45e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229a5ccff864cf1" /><Relationship Type="http://schemas.openxmlformats.org/officeDocument/2006/relationships/image" Target="/ppt/media/image69.png" Id="R5042502edfaf491d" /><Relationship Type="http://schemas.openxmlformats.org/officeDocument/2006/relationships/image" Target="/ppt/media/image68.svg" Id="R084abbcce9234749" /><Relationship Type="http://schemas.openxmlformats.org/officeDocument/2006/relationships/notesSlide" Target="/ppt/notesSlides/notesSlide80.xml" Id="R029f976553c74783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255f2c5f55e94a8c" /><Relationship Type="http://schemas.openxmlformats.org/officeDocument/2006/relationships/notesSlide" Target="/ppt/notesSlides/notesSlide81.xml" Id="R1a17787108924c54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e484aa7d42b4682" /><Relationship Type="http://schemas.openxmlformats.org/officeDocument/2006/relationships/image" Target="/ppt/media/image70.png" Id="Rf48590818c204c7d" /><Relationship Type="http://schemas.openxmlformats.org/officeDocument/2006/relationships/image" Target="/ppt/media/image69.svg" Id="R55db38bc4fbf45ee" /><Relationship Type="http://schemas.openxmlformats.org/officeDocument/2006/relationships/notesSlide" Target="/ppt/notesSlides/notesSlide82.xml" Id="Ra8aef9f454554be3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0eac266bec5f4c57" /><Relationship Type="http://schemas.openxmlformats.org/officeDocument/2006/relationships/image" Target="/ppt/media/image71.png" Id="Reee16a5b37884de6" /><Relationship Type="http://schemas.openxmlformats.org/officeDocument/2006/relationships/image" Target="/ppt/media/image70.svg" Id="R5971cf7a3632417b" /><Relationship Type="http://schemas.openxmlformats.org/officeDocument/2006/relationships/notesSlide" Target="/ppt/notesSlides/notesSlide83.xml" Id="R4b54a00b7168487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70691c1f3774960" /><Relationship Type="http://schemas.openxmlformats.org/officeDocument/2006/relationships/chart" Target="/ppt/slides/charts/chart7.xml" Id="Re6289be9adce46c9" /><Relationship Type="http://schemas.openxmlformats.org/officeDocument/2006/relationships/chart" Target="/ppt/slides/charts/chart8.xml" Id="Ra4a7f97fa0c44655" /><Relationship Type="http://schemas.openxmlformats.org/officeDocument/2006/relationships/chart" Target="/ppt/slides/charts/chart9.xml" Id="R0b22fd40b0324714" /><Relationship Type="http://schemas.openxmlformats.org/officeDocument/2006/relationships/image" Target="/ppt/media/image72.png" Id="R5a8a35e5d7714060" /><Relationship Type="http://schemas.openxmlformats.org/officeDocument/2006/relationships/image" Target="/ppt/media/image71.svg" Id="R536ef116921f4000" /><Relationship Type="http://schemas.openxmlformats.org/officeDocument/2006/relationships/notesSlide" Target="/ppt/notesSlides/notesSlide84.xml" Id="R03207b37555543a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c7f755060224d03" /><Relationship Type="http://schemas.openxmlformats.org/officeDocument/2006/relationships/chart" Target="/ppt/slides/charts/chart10.xml" Id="Ree475547fdf04fdb" /><Relationship Type="http://schemas.openxmlformats.org/officeDocument/2006/relationships/chart" Target="/ppt/slides/charts/chart11.xml" Id="R46c47016578c468a" /><Relationship Type="http://schemas.openxmlformats.org/officeDocument/2006/relationships/chart" Target="/ppt/slides/charts/chart12.xml" Id="Rdeaed33cc44148e3" /><Relationship Type="http://schemas.openxmlformats.org/officeDocument/2006/relationships/image" Target="/ppt/media/image73.png" Id="R1b77789985644e42" /><Relationship Type="http://schemas.openxmlformats.org/officeDocument/2006/relationships/image" Target="/ppt/media/image72.svg" Id="R4bd9c82ec2f6488f" /><Relationship Type="http://schemas.openxmlformats.org/officeDocument/2006/relationships/notesSlide" Target="/ppt/notesSlides/notesSlide85.xml" Id="Re4fcf04a74a949c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26692de80e646e5" /><Relationship Type="http://schemas.openxmlformats.org/officeDocument/2006/relationships/chart" Target="/ppt/slides/charts/chart13.xml" Id="R0bd408d81c99465a" /><Relationship Type="http://schemas.openxmlformats.org/officeDocument/2006/relationships/chart" Target="/ppt/slides/charts/chart14.xml" Id="R4334cb58e8c34768" /><Relationship Type="http://schemas.openxmlformats.org/officeDocument/2006/relationships/chart" Target="/ppt/slides/charts/chart15.xml" Id="R4830b4cebcea4233" /><Relationship Type="http://schemas.openxmlformats.org/officeDocument/2006/relationships/image" Target="/ppt/media/image74.png" Id="R7eb0571fdf0f4d36" /><Relationship Type="http://schemas.openxmlformats.org/officeDocument/2006/relationships/image" Target="/ppt/media/image73.svg" Id="Ra1cf841c13294f6f" /><Relationship Type="http://schemas.openxmlformats.org/officeDocument/2006/relationships/notesSlide" Target="/ppt/notesSlides/notesSlide86.xml" Id="R0004d48ea9744043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c085510aedc4020" /><Relationship Type="http://schemas.openxmlformats.org/officeDocument/2006/relationships/image" Target="/ppt/media/image75.png" Id="Rfff026d8e5ec45bb" /><Relationship Type="http://schemas.openxmlformats.org/officeDocument/2006/relationships/image" Target="/ppt/media/image74.svg" Id="R794823e16485401f" /><Relationship Type="http://schemas.openxmlformats.org/officeDocument/2006/relationships/notesSlide" Target="/ppt/notesSlides/notesSlide87.xml" Id="Rce6e22bc9c2e4e2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db3429d6cad4f52" /><Relationship Type="http://schemas.openxmlformats.org/officeDocument/2006/relationships/image" Target="/ppt/media/image76.png" Id="R86909e8fde1c4e0b" /><Relationship Type="http://schemas.openxmlformats.org/officeDocument/2006/relationships/hyperlink" Target="https://www.nist.gov/image/acoustic-anechoic-chamber" TargetMode="External" Id="R6d3781fefcf64810" /><Relationship Type="http://schemas.openxmlformats.org/officeDocument/2006/relationships/notesSlide" Target="/ppt/notesSlides/notesSlide88.xml" Id="R2584fd3cdad544d3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325f05f773f432c" /><Relationship Type="http://schemas.openxmlformats.org/officeDocument/2006/relationships/image" Target="/ppt/media/image77.png" Id="R64cc33a738574744" /><Relationship Type="http://schemas.openxmlformats.org/officeDocument/2006/relationships/image" Target="/ppt/media/image75.svg" Id="R40acff7812444a3c" /><Relationship Type="http://schemas.openxmlformats.org/officeDocument/2006/relationships/notesSlide" Target="/ppt/notesSlides/notesSlide89.xml" Id="R40713b77cd3f4edf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3bfc913e7a14551" /><Relationship Type="http://schemas.openxmlformats.org/officeDocument/2006/relationships/notesSlide" Target="/ppt/notesSlides/notesSlide90.xml" Id="R23729e1c9ec146aa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4df17cc1fd425b" /><Relationship Type="http://schemas.openxmlformats.org/officeDocument/2006/relationships/image" Target="/ppt/media/image78.png" Id="R045d76adc54f41c4" /><Relationship Type="http://schemas.openxmlformats.org/officeDocument/2006/relationships/image" Target="/ppt/media/image76.svg" Id="R71ae871237f74598" /><Relationship Type="http://schemas.openxmlformats.org/officeDocument/2006/relationships/notesSlide" Target="/ppt/notesSlides/notesSlide91.xml" Id="R531e6e174b5b44bb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bc74a01a24a48fb" /><Relationship Type="http://schemas.openxmlformats.org/officeDocument/2006/relationships/image" Target="/ppt/media/image79.png" Id="Rfdedb01b76814bf5" /><Relationship Type="http://schemas.openxmlformats.org/officeDocument/2006/relationships/image" Target="/ppt/media/image77.svg" Id="R065a42056c9f4c0c" /><Relationship Type="http://schemas.openxmlformats.org/officeDocument/2006/relationships/notesSlide" Target="/ppt/notesSlides/notesSlide92.xml" Id="R35e47ea2f2ef491e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0a5ea0be0114d4f" /><Relationship Type="http://schemas.openxmlformats.org/officeDocument/2006/relationships/image" Target="/ppt/media/image80.png" Id="Rca6ec9dc4e9f4add" /><Relationship Type="http://schemas.openxmlformats.org/officeDocument/2006/relationships/image" Target="/ppt/media/image78.svg" Id="R25bb6f037eb74d08" /><Relationship Type="http://schemas.openxmlformats.org/officeDocument/2006/relationships/notesSlide" Target="/ppt/notesSlides/notesSlide93.xml" Id="R2ceea30d596f4a27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bbf9b00fc5645e4" /><Relationship Type="http://schemas.openxmlformats.org/officeDocument/2006/relationships/image" Target="/ppt/media/image81.png" Id="R3fb36fcab4d04f0a" /><Relationship Type="http://schemas.openxmlformats.org/officeDocument/2006/relationships/image" Target="/ppt/media/image79.svg" Id="Rfdc678ecfe434b24" /><Relationship Type="http://schemas.openxmlformats.org/officeDocument/2006/relationships/notesSlide" Target="/ppt/notesSlides/notesSlide94.xml" Id="R3933f42dbe1f4546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e6c833c0e924633" /><Relationship Type="http://schemas.openxmlformats.org/officeDocument/2006/relationships/chart" Target="/ppt/slides/charts/chart16.xml" Id="R81cb6ab9b2064341" /><Relationship Type="http://schemas.openxmlformats.org/officeDocument/2006/relationships/chart" Target="/ppt/slides/charts/chart17.xml" Id="R4108a73a7a444d16" /><Relationship Type="http://schemas.openxmlformats.org/officeDocument/2006/relationships/chart" Target="/ppt/slides/charts/chart18.xml" Id="R3d25066a8f36474a" /><Relationship Type="http://schemas.openxmlformats.org/officeDocument/2006/relationships/image" Target="/ppt/media/image82.png" Id="Rffe6084aa1284695" /><Relationship Type="http://schemas.openxmlformats.org/officeDocument/2006/relationships/image" Target="/ppt/media/image80.svg" Id="R6957980dd8394c1e" /><Relationship Type="http://schemas.openxmlformats.org/officeDocument/2006/relationships/notesSlide" Target="/ppt/notesSlides/notesSlide95.xml" Id="Ra2322ee900474e70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a6cd81c2faa4db3" /><Relationship Type="http://schemas.openxmlformats.org/officeDocument/2006/relationships/image" Target="/ppt/media/image83.png" Id="R38715b16fb4144de" /><Relationship Type="http://schemas.openxmlformats.org/officeDocument/2006/relationships/image" Target="/ppt/media/image81.svg" Id="Rd3d77c1797a84cb0" /><Relationship Type="http://schemas.openxmlformats.org/officeDocument/2006/relationships/notesSlide" Target="/ppt/notesSlides/notesSlide96.xml" Id="Rcef57fcdb0a6476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44339e920334d84" /><Relationship Type="http://schemas.openxmlformats.org/officeDocument/2006/relationships/image" Target="/ppt/media/image84.png" Id="R70640f70260c4afc" /><Relationship Type="http://schemas.openxmlformats.org/officeDocument/2006/relationships/image" Target="/ppt/media/image82.svg" Id="Rf5a4645961fe472d" /><Relationship Type="http://schemas.openxmlformats.org/officeDocument/2006/relationships/notesSlide" Target="/ppt/notesSlides/notesSlide97.xml" Id="Rb6e86814a4354a0f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c03e27380814220" /><Relationship Type="http://schemas.openxmlformats.org/officeDocument/2006/relationships/image" Target="/ppt/media/image85.png" Id="R72a98f7a92cf473b" /><Relationship Type="http://schemas.openxmlformats.org/officeDocument/2006/relationships/image" Target="/ppt/media/image83.svg" Id="R6aa6413b56bf44ab" /><Relationship Type="http://schemas.openxmlformats.org/officeDocument/2006/relationships/notesSlide" Target="/ppt/notesSlides/notesSlide98.xml" Id="Rdc9c1adefac64f50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6f31b699aab4118" /><Relationship Type="http://schemas.openxmlformats.org/officeDocument/2006/relationships/chart" Target="/ppt/slides/charts/chart19.xml" Id="R48929c6115a344f8" /><Relationship Type="http://schemas.openxmlformats.org/officeDocument/2006/relationships/chart" Target="/ppt/slides/charts/chart20.xml" Id="Rac8216c6d25f4083" /><Relationship Type="http://schemas.openxmlformats.org/officeDocument/2006/relationships/chart" Target="/ppt/slides/charts/chart21.xml" Id="Rbd5f8137953b4400" /><Relationship Type="http://schemas.openxmlformats.org/officeDocument/2006/relationships/image" Target="/ppt/media/image86.png" Id="R1e7c0e5f66d04d11" /><Relationship Type="http://schemas.openxmlformats.org/officeDocument/2006/relationships/image" Target="/ppt/media/image84.svg" Id="Rae06ed5fe5464c0e" /><Relationship Type="http://schemas.openxmlformats.org/officeDocument/2006/relationships/notesSlide" Target="/ppt/notesSlides/notesSlide99.xml" Id="R6482524a9a414066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d8ca66d84f64ee7" /><Relationship Type="http://schemas.openxmlformats.org/officeDocument/2006/relationships/image" Target="/ppt/media/image87.png" Id="R97dd2b8819254005" /><Relationship Type="http://schemas.openxmlformats.org/officeDocument/2006/relationships/image" Target="/ppt/media/image85.svg" Id="Rf9fe481ccc94466b" /><Relationship Type="http://schemas.openxmlformats.org/officeDocument/2006/relationships/notesSlide" Target="/ppt/notesSlides/notesSlide100.xml" Id="Rdbb488cc5bc243dd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05301834eed4c1b" /><Relationship Type="http://schemas.openxmlformats.org/officeDocument/2006/relationships/image" Target="/ppt/media/image88.png" Id="R231cf145acd44d6d" /><Relationship Type="http://schemas.openxmlformats.org/officeDocument/2006/relationships/image" Target="/ppt/media/image86.svg" Id="Rcaf9db73b16146ed" /><Relationship Type="http://schemas.openxmlformats.org/officeDocument/2006/relationships/notesSlide" Target="/ppt/notesSlides/notesSlide101.xml" Id="R478af0566bb84d21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2b706d173f44d1" /><Relationship Type="http://schemas.openxmlformats.org/officeDocument/2006/relationships/image" Target="/ppt/media/image89.png" Id="Rc7131be0aced4c32" /><Relationship Type="http://schemas.openxmlformats.org/officeDocument/2006/relationships/image" Target="/ppt/media/image87.svg" Id="R93a2e1c335c54151" /><Relationship Type="http://schemas.openxmlformats.org/officeDocument/2006/relationships/notesSlide" Target="/ppt/notesSlides/notesSlide102.xml" Id="R9586b025fadc4182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1e8c5a408b04da9" /><Relationship Type="http://schemas.openxmlformats.org/officeDocument/2006/relationships/notesSlide" Target="/ppt/notesSlides/notesSlide103.xml" Id="Rd2df46a65be1452c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18ef3cf4b204e7b" /><Relationship Type="http://schemas.openxmlformats.org/officeDocument/2006/relationships/image" Target="/ppt/media/image2.jpeg" Id="R8f39b955a60e41c1" /><Relationship Type="http://schemas.openxmlformats.org/officeDocument/2006/relationships/hyperlink" Target="https://commons.wikimedia.org/wiki/File:Sound_level_meter_Bruel_Kjaer.jpg" TargetMode="External" Id="R17b2defcf886402c" /><Relationship Type="http://schemas.openxmlformats.org/officeDocument/2006/relationships/notesSlide" Target="/ppt/notesSlides/notesSlide104.xml" Id="Ra120155301504eab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4586c4065834280" /><Relationship Type="http://schemas.openxmlformats.org/officeDocument/2006/relationships/image" Target="/ppt/media/image90.png" Id="R4bcf79c0e844466b" /><Relationship Type="http://schemas.openxmlformats.org/officeDocument/2006/relationships/image" Target="/ppt/media/image88.svg" Id="R71cbd242ec414ee3" /><Relationship Type="http://schemas.openxmlformats.org/officeDocument/2006/relationships/notesSlide" Target="/ppt/notesSlides/notesSlide105.xml" Id="Ra99d80ca97224497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14324fc92644d05" /><Relationship Type="http://schemas.openxmlformats.org/officeDocument/2006/relationships/image" Target="/ppt/media/image91.png" Id="R71cba125bc03466e" /><Relationship Type="http://schemas.openxmlformats.org/officeDocument/2006/relationships/image" Target="/ppt/media/image89.svg" Id="Rb88dd89aa2d74f6e" /><Relationship Type="http://schemas.openxmlformats.org/officeDocument/2006/relationships/notesSlide" Target="/ppt/notesSlides/notesSlide106.xml" Id="Rd4cd73f13ca74e7a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5f08868389493b" /><Relationship Type="http://schemas.openxmlformats.org/officeDocument/2006/relationships/image" Target="/ppt/media/image92.png" Id="Rd1a9645917894943" /><Relationship Type="http://schemas.openxmlformats.org/officeDocument/2006/relationships/image" Target="/ppt/media/image90.svg" Id="Rdf62c1b6fe1a4f9f" /><Relationship Type="http://schemas.openxmlformats.org/officeDocument/2006/relationships/notesSlide" Target="/ppt/notesSlides/notesSlide107.xml" Id="Rc93b1234eaff4f66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01fc04b56314917" /><Relationship Type="http://schemas.openxmlformats.org/officeDocument/2006/relationships/notesSlide" Target="/ppt/notesSlides/notesSlide108.xml" Id="Re7e7f4cc31de4cf3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d1eba9cf469942c9" /><Relationship Type="http://schemas.openxmlformats.org/officeDocument/2006/relationships/image" Target="/ppt/media/image93.png" Id="R2689a6df34454599" /><Relationship Type="http://schemas.openxmlformats.org/officeDocument/2006/relationships/image" Target="/ppt/media/image91.svg" Id="Rda0707544aef48ce" /><Relationship Type="http://schemas.openxmlformats.org/officeDocument/2006/relationships/notesSlide" Target="/ppt/notesSlides/notesSlide109.xml" Id="Rd64d70d23b5548e4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1f580f7e0a42c9" /><Relationship Type="http://schemas.openxmlformats.org/officeDocument/2006/relationships/image" Target="/ppt/media/image94.png" Id="R415a288dc327438f" /><Relationship Type="http://schemas.openxmlformats.org/officeDocument/2006/relationships/image" Target="/ppt/media/image92.svg" Id="R13cd7d342d17452e" /><Relationship Type="http://schemas.openxmlformats.org/officeDocument/2006/relationships/notesSlide" Target="/ppt/notesSlides/notesSlide110.xml" Id="R3ee78e6c4d3549dc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7f6f3eacf044ca" /><Relationship Type="http://schemas.openxmlformats.org/officeDocument/2006/relationships/image" Target="/ppt/media/image95.png" Id="R77bd328f04954488" /><Relationship Type="http://schemas.openxmlformats.org/officeDocument/2006/relationships/image" Target="/ppt/media/image93.svg" Id="R62fa20a94bb34da3" /><Relationship Type="http://schemas.openxmlformats.org/officeDocument/2006/relationships/notesSlide" Target="/ppt/notesSlides/notesSlide111.xml" Id="R7abe517520d9497f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5c14d70a345d0" /><Relationship Type="http://schemas.openxmlformats.org/officeDocument/2006/relationships/image" Target="/ppt/media/image96.png" Id="Rbe1f6444c5064a0c" /><Relationship Type="http://schemas.openxmlformats.org/officeDocument/2006/relationships/image" Target="/ppt/media/image94.svg" Id="Reb1cd3dbe69a4f03" /><Relationship Type="http://schemas.openxmlformats.org/officeDocument/2006/relationships/notesSlide" Target="/ppt/notesSlides/notesSlide112.xml" Id="R72f9babb6d7e4e50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f253747c134458" /><Relationship Type="http://schemas.openxmlformats.org/officeDocument/2006/relationships/image" Target="/ppt/media/image97.png" Id="R04f63ede4c9d42ec" /><Relationship Type="http://schemas.openxmlformats.org/officeDocument/2006/relationships/image" Target="/ppt/media/image95.svg" Id="R33f777910da940e2" /><Relationship Type="http://schemas.openxmlformats.org/officeDocument/2006/relationships/notesSlide" Target="/ppt/notesSlides/notesSlide113.xml" Id="Rbb3b928f83284771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10ad26ca6423a" /><Relationship Type="http://schemas.openxmlformats.org/officeDocument/2006/relationships/image" Target="/ppt/media/image98.png" Id="R8ead8d145d884054" /><Relationship Type="http://schemas.openxmlformats.org/officeDocument/2006/relationships/image" Target="/ppt/media/image96.svg" Id="R8ebebc26d3e645ff" /><Relationship Type="http://schemas.openxmlformats.org/officeDocument/2006/relationships/notesSlide" Target="/ppt/notesSlides/notesSlide114.xml" Id="R1beba34260c54c58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859c5c174642e7" /><Relationship Type="http://schemas.openxmlformats.org/officeDocument/2006/relationships/image" Target="/ppt/media/image99.png" Id="R31deff93ed734ce4" /><Relationship Type="http://schemas.openxmlformats.org/officeDocument/2006/relationships/image" Target="/ppt/media/image97.svg" Id="R033493fed42742bb" /><Relationship Type="http://schemas.openxmlformats.org/officeDocument/2006/relationships/notesSlide" Target="/ppt/notesSlides/notesSlide115.xml" Id="R2012460607d84c23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8359c590c4bba" /><Relationship Type="http://schemas.openxmlformats.org/officeDocument/2006/relationships/image" Target="/ppt/media/image100.png" Id="R9389919cd6eb44b4" /><Relationship Type="http://schemas.openxmlformats.org/officeDocument/2006/relationships/image" Target="/ppt/media/image98.svg" Id="R5b8f404d93f24efe" /><Relationship Type="http://schemas.openxmlformats.org/officeDocument/2006/relationships/notesSlide" Target="/ppt/notesSlides/notesSlide116.xml" Id="R507a229ee7a646b8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915a2cc8c64b03" /><Relationship Type="http://schemas.openxmlformats.org/officeDocument/2006/relationships/image" Target="/ppt/media/image101.png" Id="R91bc0623bf984f1f" /><Relationship Type="http://schemas.openxmlformats.org/officeDocument/2006/relationships/image" Target="/ppt/media/image99.svg" Id="Rb642a61a4b5c4d9f" /><Relationship Type="http://schemas.openxmlformats.org/officeDocument/2006/relationships/notesSlide" Target="/ppt/notesSlides/notesSlide117.xml" Id="Rc43c3a02f48844a2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6a9d9a79f84b12" /><Relationship Type="http://schemas.openxmlformats.org/officeDocument/2006/relationships/image" Target="/ppt/media/image102.png" Id="R93b3231ee74a4e04" /><Relationship Type="http://schemas.openxmlformats.org/officeDocument/2006/relationships/image" Target="/ppt/media/image100.svg" Id="R7a3248997d7141a6" /><Relationship Type="http://schemas.openxmlformats.org/officeDocument/2006/relationships/notesSlide" Target="/ppt/notesSlides/notesSlide118.xml" Id="R1eb38fba4c034f7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af9f8cc194709" /><Relationship Type="http://schemas.openxmlformats.org/officeDocument/2006/relationships/notesSlide" Target="/ppt/notesSlides/notesSlide119.xml" Id="Rc615c25bd9884cb5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59999ae4864f02" /><Relationship Type="http://schemas.openxmlformats.org/officeDocument/2006/relationships/image" Target="/ppt/media/image103.png" Id="R6de785a94666485a" /><Relationship Type="http://schemas.openxmlformats.org/officeDocument/2006/relationships/image" Target="/ppt/media/image101.svg" Id="R28cd674d353a42d7" /><Relationship Type="http://schemas.openxmlformats.org/officeDocument/2006/relationships/notesSlide" Target="/ppt/notesSlides/notesSlide120.xml" Id="R1d7379134bcf4d5d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82a8661d0a4e63" /><Relationship Type="http://schemas.openxmlformats.org/officeDocument/2006/relationships/image" Target="/ppt/media/image104.png" Id="Ra0c6e36f30b34fc0" /><Relationship Type="http://schemas.openxmlformats.org/officeDocument/2006/relationships/image" Target="/ppt/media/image102.svg" Id="R0e9e913928f44ab5" /><Relationship Type="http://schemas.openxmlformats.org/officeDocument/2006/relationships/notesSlide" Target="/ppt/notesSlides/notesSlide121.xml" Id="R7c63ec4516f6426a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37d15d43cb4df7" /><Relationship Type="http://schemas.openxmlformats.org/officeDocument/2006/relationships/image" Target="/ppt/media/image105.png" Id="Raa1b995b6c2e4fc9" /><Relationship Type="http://schemas.openxmlformats.org/officeDocument/2006/relationships/image" Target="/ppt/media/image103.svg" Id="Re48c728062404d83" /><Relationship Type="http://schemas.openxmlformats.org/officeDocument/2006/relationships/notesSlide" Target="/ppt/notesSlides/notesSlide122.xml" Id="Rd80d56163d644bb7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66cdc639514a35" /><Relationship Type="http://schemas.openxmlformats.org/officeDocument/2006/relationships/image" Target="/ppt/media/image106.png" Id="Rde11f2d4f67b4c29" /><Relationship Type="http://schemas.openxmlformats.org/officeDocument/2006/relationships/image" Target="/ppt/media/image104.svg" Id="R3ab5601c85974e0e" /><Relationship Type="http://schemas.openxmlformats.org/officeDocument/2006/relationships/notesSlide" Target="/ppt/notesSlides/notesSlide123.xml" Id="R5c488f4b17684dbe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787e06d1204fe2" /><Relationship Type="http://schemas.openxmlformats.org/officeDocument/2006/relationships/image" Target="/ppt/media/image107.png" Id="Rfd59558e13694abe" /><Relationship Type="http://schemas.openxmlformats.org/officeDocument/2006/relationships/image" Target="/ppt/media/image105.svg" Id="Rc77ffb10e0744243" /><Relationship Type="http://schemas.openxmlformats.org/officeDocument/2006/relationships/notesSlide" Target="/ppt/notesSlides/notesSlide124.xml" Id="Ra3b2ffdc74254c31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5b9b6d485d4170" /><Relationship Type="http://schemas.openxmlformats.org/officeDocument/2006/relationships/notesSlide" Target="/ppt/notesSlides/notesSlide125.xml" Id="Rb9fb3d578d044e66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Señal A</c:v>
          </c:tx>
          <c:spPr>
            <a:ln xmlns:a="http://schemas.openxmlformats.org/drawingml/2006/main"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</c:ser>
        <c:ser>
          <c:idx val="1"/>
          <c:order val="1"/>
          <c:tx>
            <c:v>Señal B</c:v>
          </c:tx>
          <c:spPr>
            <a:ln xmlns:a="http://schemas.openxmlformats.org/drawingml/2006/main"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Señal A</c:v>
          </c:tx>
          <c:spPr>
            <a:ln xmlns:a="http://schemas.openxmlformats.org/drawingml/2006/main"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</c:ser>
        <c:ser>
          <c:idx val="1"/>
          <c:order val="1"/>
          <c:tx>
            <c:v>Señal B</c:v>
          </c:tx>
          <c:spPr>
            <a:ln xmlns:a="http://schemas.openxmlformats.org/drawingml/2006/main"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7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Señal A</c:v>
          </c:tx>
          <c:spPr>
            <a:ln xmlns:a="http://schemas.openxmlformats.org/drawingml/2006/main"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</c:ser>
        <c:ser>
          <c:idx val="1"/>
          <c:order val="1"/>
          <c:tx>
            <c:v>Señal B</c:v>
          </c:tx>
          <c:spPr>
            <a:ln xmlns:a="http://schemas.openxmlformats.org/drawingml/2006/main"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varyColors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10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Señal A</c:v>
          </c:tx>
          <c:spPr>
            <a:ln xmlns:a="http://schemas.openxmlformats.org/drawingml/2006/main"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</c:ser>
        <c:ser>
          <c:idx val="1"/>
          <c:order val="1"/>
          <c:tx>
            <c:v>Señal B</c:v>
          </c:tx>
          <c:spPr>
            <a:ln xmlns:a="http://schemas.openxmlformats.org/drawingml/2006/main"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lineChart>
        <c:grouping val="standard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13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Señal A</c:v>
          </c:tx>
          <c:spPr>
            <a:ln xmlns:a="http://schemas.openxmlformats.org/drawingml/2006/main"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</c:ser>
        <c:ser>
          <c:idx val="1"/>
          <c:order val="1"/>
          <c:tx>
            <c:v>Señal B</c:v>
          </c:tx>
          <c:spPr>
            <a:ln xmlns:a="http://schemas.openxmlformats.org/drawingml/2006/main"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15.xml><?xml version="1.0" encoding="utf-8"?>
<c:chartSpace xmlns:c="http://schemas.openxmlformats.org/drawingml/2006/chart">
  <c:lang val="en-US"/>
  <c:chart>
    <c:plotArea>
      <c:lineChart>
        <c:grouping val="standard"/>
        <c:varyColors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16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Señal A</c:v>
          </c:tx>
          <c:spPr>
            <a:ln xmlns:a="http://schemas.openxmlformats.org/drawingml/2006/main"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</c:ser>
        <c:ser>
          <c:idx val="1"/>
          <c:order val="1"/>
          <c:tx>
            <c:v>Señal B</c:v>
          </c:tx>
          <c:spPr>
            <a:ln xmlns:a="http://schemas.openxmlformats.org/drawingml/2006/main"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18.xml><?xml version="1.0" encoding="utf-8"?>
<c:chartSpace xmlns:c="http://schemas.openxmlformats.org/drawingml/2006/chart">
  <c:lang val="en-US"/>
  <c:chart>
    <c:plotArea>
      <c:lineChart>
        <c:grouping val="standard"/>
        <c:varyColors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19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Señal A</c:v>
          </c:tx>
          <c:spPr>
            <a:ln xmlns:a="http://schemas.openxmlformats.org/drawingml/2006/main"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</c:ser>
        <c:ser>
          <c:idx val="1"/>
          <c:order val="1"/>
          <c:tx>
            <c:v>Señal B</c:v>
          </c:tx>
          <c:spPr>
            <a:ln xmlns:a="http://schemas.openxmlformats.org/drawingml/2006/main"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79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66707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79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1.xml><?xml version="1.0" encoding="utf-8"?>
<c:chartSpace xmlns:c="http://schemas.openxmlformats.org/drawingml/2006/chart">
  <c:lang val="en-US"/>
  <c:chart>
    <c:plotArea>
      <c:lineChart>
        <c:grouping val="standard"/>
        <c:varyColors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AC032B2-A372-446F-9EEE-4B00C428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EDBF04B-497A-41B8-95CA-758DA8DD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8667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1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1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Generalidades sobre el sonido, sus propiedades y magnitudes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4A3CED7-70C0-4F43-BD9E-C8826FF1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magnitud describe realmente un valor de sonido?</a:t>
            </a:r>
          </a:p>
        </p:txBody>
      </p:sp>
      <p:sp>
        <p:nvSpPr>
          <p:cNvPr id="4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0CD72F48-BBBD-4E43-A4AF-F82D8511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falta saber cuando alguien informa solo “80 dB”?</a:t>
            </a:r>
          </a:p>
        </p:txBody>
      </p:sp>
      <p:sp>
        <p:nvSpPr>
          <p:cNvPr id="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33D41CEE-EF48-4BB2-A5CB-F204B200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611282e21496f">
            <a:extLst>
              <a:ext uri="{96DAC541-7B7A-43D3-8B79-37D633B846F1}">
                <asvg:svgBlip xmlns:asvg="http://schemas.microsoft.com/office/drawing/2016/SVG/main" r:embed="Rf76aff179ae649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BE5526E-CA87-4981-8E1F-93738E83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02">
            <a:extLst xmlns:a="http://schemas.openxmlformats.org/drawingml/2006/main">
              <a:ext uri="{FF2B5EF4-FFF2-40B4-BE49-F238E27FC236}">
                <a16:creationId xmlns:a16="http://schemas.microsoft.com/office/drawing/2014/main" id="{5A19C56C-B44C-43CD-B673-D8647299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2">
            <a:extLst xmlns:a="http://schemas.openxmlformats.org/drawingml/2006/main">
              <a:ext uri="{FF2B5EF4-FFF2-40B4-BE49-F238E27FC236}">
                <a16:creationId xmlns:a16="http://schemas.microsoft.com/office/drawing/2014/main" id="{5E6435C7-2525-4859-895E-7CF802A2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mismo sonido, cinco preguntas físicas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6FF5CF7C-9AFC-4C8B-8A2A-A61844D3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8E88FB19-FE9C-4723-A2AE-79E72A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Situación inicial. Esquema conceptual; las distancias, tamaños y formas no representan una escala física salvo indicación expresa.</a:t>
            </a:r>
          </a:p>
        </p:txBody>
      </p:sp>
      <p:sp>
        <p:nvSpPr>
          <p:cNvPr id="7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C194461-0EF1-45EE-9646-52708099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U04-003">
            <a:extLst xmlns:a="http://schemas.openxmlformats.org/drawingml/2006/main">
              <a:ext uri="{FF2B5EF4-FFF2-40B4-BE49-F238E27FC236}">
                <a16:creationId xmlns:a16="http://schemas.microsoft.com/office/drawing/2014/main" id="{4CD9B558-C6D1-460E-B1A2-292F7B09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03">
            <a:extLst xmlns:a="http://schemas.openxmlformats.org/drawingml/2006/main">
              <a:ext uri="{FF2B5EF4-FFF2-40B4-BE49-F238E27FC236}">
                <a16:creationId xmlns:a16="http://schemas.microsoft.com/office/drawing/2014/main" id="{FAD05A2B-0758-4790-AC96-BF3B89E5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Seis afirmaciones para empezar</a:t>
            </a:r>
          </a:p>
        </p:txBody>
      </p:sp>
      <p:sp>
        <p:nvSpPr>
          <p:cNvPr id="3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E2F8F8A6-01CE-4F21-B8B0-5B803971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515600" cy="4191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BE987AA5-337F-4723-80B8-E0D6D722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9715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Decidí verdadero o falso y justificá: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El sonido necesita un oyente para existir.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u=c porque ambas se expresan en mathrmm s⁻¹.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Si la media es cero, la señal es nula.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Un valor en dB es absoluto.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Dos fuentes iguales siempre agregan 3 dB.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Duplicar la distancia siempre resta 6 dB.</a:t>
            </a:r>
          </a:p>
        </p:txBody>
      </p:sp>
      <p:sp>
        <p:nvSpPr>
          <p:cNvPr id="5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682D91A8-50EC-4EAF-AE9E-4943743C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e5d41731244a7">
            <a:extLst>
              <a:ext uri="{96DAC541-7B7A-43D3-8B79-37D633B846F1}">
                <asvg:svgBlip xmlns:asvg="http://schemas.microsoft.com/office/drawing/2016/SVG/main" r:embed="R73053e5051f949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1EA0FA2B-20EC-4990-B442-A33FB9ED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04">
            <a:extLst xmlns:a="http://schemas.openxmlformats.org/drawingml/2006/main">
              <a:ext uri="{FF2B5EF4-FFF2-40B4-BE49-F238E27FC236}">
                <a16:creationId xmlns:a16="http://schemas.microsoft.com/office/drawing/2014/main" id="{D2A2FAA9-2079-49B5-8897-311E62CB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4">
            <a:extLst xmlns:a="http://schemas.openxmlformats.org/drawingml/2006/main">
              <a:ext uri="{FF2B5EF4-FFF2-40B4-BE49-F238E27FC236}">
                <a16:creationId xmlns:a16="http://schemas.microsoft.com/office/drawing/2014/main" id="{379B13F8-2714-442F-817B-9C5D4F7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 que necesitamos recuperar de las tres unidades anteriores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3281F8EA-4BDE-4943-AF01-0DB85C2A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D9BC47C-5FBE-4563-A466-58B40F0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Microvisuales de apoyo. Esquema conceptual; las distancias, tamaños y formas no representan una escala física salvo indicación expresa.</a:t>
            </a:r>
          </a:p>
        </p:txBody>
      </p:sp>
      <p:sp>
        <p:nvSpPr>
          <p:cNvPr id="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FA6515CC-10F6-4520-A640-A2D61418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-U04-005">
            <a:extLst xmlns:a="http://schemas.openxmlformats.org/drawingml/2006/main">
              <a:ext uri="{FF2B5EF4-FFF2-40B4-BE49-F238E27FC236}">
                <a16:creationId xmlns:a16="http://schemas.microsoft.com/office/drawing/2014/main" id="{3B27FD1C-1E08-48E0-A9E7-6B9FD40E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05">
            <a:extLst xmlns:a="http://schemas.openxmlformats.org/drawingml/2006/main">
              <a:ext uri="{FF2B5EF4-FFF2-40B4-BE49-F238E27FC236}">
                <a16:creationId xmlns:a16="http://schemas.microsoft.com/office/drawing/2014/main" id="{9C3B0AB0-879A-470C-BD46-DBF7BCE0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distinguir, calcular e interpretar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36491FA8-137B-4D74-87B4-9E61E2A5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Diferenciar fenómeno físico y sensación sonora.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Explicar elasticidad, inercia y rapidez de propagación.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Relacionar p, u, Z, I, Wₐc y Eₐc.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valores instantáneo, pico, pico a pico, medio y RMS.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niveles con referencia explícita y justificar 10/20.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Sumar señales según fase o correlación.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modelos plano, cilíndrico y esférico con condiciones.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Qdᵢᵣ y DI sin suponer creación de potencia.</a:t>
            </a:r>
          </a:p>
        </p:txBody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A57F23E0-3609-40B4-8E43-64DFF094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df7e724f640da">
            <a:extLst>
              <a:ext uri="{96DAC541-7B7A-43D3-8B79-37D633B846F1}">
                <asvg:svgBlip xmlns:asvg="http://schemas.microsoft.com/office/drawing/2016/SVG/main" r:embed="R218bc57a013542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AEC5B22-5867-4B93-86AC-968A9E6D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06">
            <a:extLst xmlns:a="http://schemas.openxmlformats.org/drawingml/2006/main">
              <a:ext uri="{FF2B5EF4-FFF2-40B4-BE49-F238E27FC236}">
                <a16:creationId xmlns:a16="http://schemas.microsoft.com/office/drawing/2014/main" id="{E24DB844-3EBD-40E6-801D-6ABAB607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6">
            <a:extLst xmlns:a="http://schemas.openxmlformats.org/drawingml/2006/main">
              <a:ext uri="{FF2B5EF4-FFF2-40B4-BE49-F238E27FC236}">
                <a16:creationId xmlns:a16="http://schemas.microsoft.com/office/drawing/2014/main" id="{F1CE830E-70BD-4500-AB24-1AB49F3D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fenómeno al dato y del dato a una interpretación responsable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F17AE599-5185-4142-96D6-8D346C6A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BB98C49-7787-4DA8-A442-15AF43F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Mapa de unidad. Esquema conceptual; las distancias, tamaños y formas no representan una escala física salvo indicación expresa.</a:t>
            </a:r>
          </a:p>
        </p:txBody>
      </p:sp>
      <p:sp>
        <p:nvSpPr>
          <p:cNvPr id="7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EB70EB8D-7355-4E6A-B52B-E56DFD0F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B5243042-D1EB-49B9-9963-61191FA6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A5E9D990-07C3-44F6-8688-B011C8E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Antes de medir: fenómeno, fuente y medio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68A1AD4F-EC94-46E0-8066-5B96152B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existe físicamente antes de medir o escuchar?</a:t>
            </a:r>
          </a:p>
        </p:txBody>
      </p:sp>
      <p:sp>
        <p:nvSpPr>
          <p:cNvPr id="4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25BFE82B-CAFB-462B-94DB-681A8FEF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d1c37412c4b1b">
            <a:extLst>
              <a:ext uri="{96DAC541-7B7A-43D3-8B79-37D633B846F1}">
                <asvg:svgBlip xmlns:asvg="http://schemas.microsoft.com/office/drawing/2016/SVG/main" r:embed="R236f259b963d43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A1AC6868-86EC-4581-B94E-EDD4322F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08">
            <a:extLst xmlns:a="http://schemas.openxmlformats.org/drawingml/2006/main">
              <a:ext uri="{FF2B5EF4-FFF2-40B4-BE49-F238E27FC236}">
                <a16:creationId xmlns:a16="http://schemas.microsoft.com/office/drawing/2014/main" id="{7C079E36-80A6-4EFF-A214-6C2B69FA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8">
            <a:extLst xmlns:a="http://schemas.openxmlformats.org/drawingml/2006/main">
              <a:ext uri="{FF2B5EF4-FFF2-40B4-BE49-F238E27FC236}">
                <a16:creationId xmlns:a16="http://schemas.microsoft.com/office/drawing/2014/main" id="{D2DB1217-040D-451B-9682-640AD3DF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Fenómeno físico y sensación sonora no son sinónimos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2711F6A-1382-45B8-AF73-613380F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2945CA5C-6BFC-416B-88E6-2F44037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Físico, perceptual y cadena. Esquema conceptual; las distancias, tamaños y formas no representan una escala física salvo indicación expresa.</a:t>
            </a:r>
          </a:p>
        </p:txBody>
      </p:sp>
      <p:sp>
        <p:nvSpPr>
          <p:cNvPr id="7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29F80FE7-9418-410A-BE24-F253BC0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eebaf368343dd">
            <a:extLst>
              <a:ext uri="{96DAC541-7B7A-43D3-8B79-37D633B846F1}">
                <asvg:svgBlip xmlns:asvg="http://schemas.microsoft.com/office/drawing/2016/SVG/main" r:embed="R8c989e591a014b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6551CB51-8C57-466E-9E05-C10F494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09">
            <a:extLst xmlns:a="http://schemas.openxmlformats.org/drawingml/2006/main">
              <a:ext uri="{FF2B5EF4-FFF2-40B4-BE49-F238E27FC236}">
                <a16:creationId xmlns:a16="http://schemas.microsoft.com/office/drawing/2014/main" id="{0A0D07AD-C677-4CFA-BE29-BFAB2C7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9">
            <a:extLst xmlns:a="http://schemas.openxmlformats.org/drawingml/2006/main">
              <a:ext uri="{FF2B5EF4-FFF2-40B4-BE49-F238E27FC236}">
                <a16:creationId xmlns:a16="http://schemas.microsoft.com/office/drawing/2014/main" id="{48E1149E-7C57-45B7-B791-2B8A3AF1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campo no necesita un oyente para existir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7B0FD37-1106-4CBF-BB9C-0901AB1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9014B5A7-5D6A-4E3D-BA7D-7BFD3609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Físico, perceptual y cadena. Esquema conceptual; las distancias, tamaños y formas no representan una escala física salvo indicación expresa.</a:t>
            </a:r>
          </a:p>
        </p:txBody>
      </p:sp>
      <p:sp>
        <p:nvSpPr>
          <p:cNvPr id="7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409006F7-85A4-488A-A80A-C87F2F24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18d3a9094501">
            <a:extLst>
              <a:ext uri="{96DAC541-7B7A-43D3-8B79-37D633B846F1}">
                <asvg:svgBlip xmlns:asvg="http://schemas.microsoft.com/office/drawing/2016/SVG/main" r:embed="R1e3cddf8548d4d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698CE99E-1824-4009-9AAE-A76C595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0">
            <a:extLst xmlns:a="http://schemas.openxmlformats.org/drawingml/2006/main">
              <a:ext uri="{FF2B5EF4-FFF2-40B4-BE49-F238E27FC236}">
                <a16:creationId xmlns:a16="http://schemas.microsoft.com/office/drawing/2014/main" id="{2E01AF3E-F8B4-4714-B02A-9A4F2AFB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0">
            <a:extLst xmlns:a="http://schemas.openxmlformats.org/drawingml/2006/main">
              <a:ext uri="{FF2B5EF4-FFF2-40B4-BE49-F238E27FC236}">
                <a16:creationId xmlns:a16="http://schemas.microsoft.com/office/drawing/2014/main" id="{785EB8D6-A630-458B-86FF-06508603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Fuente, medio, campo y receptor cumplen funciones distintas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9CE65F85-1FBC-4ECE-9620-3908752A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59B3C9D6-6A0D-4214-9D7F-4CEAE99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Físico, perceptual y cadena. Esquema conceptual; las distancias, tamaños y formas no representan una escala física salvo indicación expresa.</a:t>
            </a:r>
          </a:p>
        </p:txBody>
      </p:sp>
      <p:sp>
        <p:nvSpPr>
          <p:cNvPr id="7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9485570F-C7A7-4550-85FB-71BE3CA9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5798c009847bd">
            <a:extLst>
              <a:ext uri="{96DAC541-7B7A-43D3-8B79-37D633B846F1}">
                <asvg:svgBlip xmlns:asvg="http://schemas.microsoft.com/office/drawing/2016/SVG/main" r:embed="Rf5f680567df048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C3542457-D2E8-41F9-904B-25C34701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1">
            <a:extLst xmlns:a="http://schemas.openxmlformats.org/drawingml/2006/main">
              <a:ext uri="{FF2B5EF4-FFF2-40B4-BE49-F238E27FC236}">
                <a16:creationId xmlns:a16="http://schemas.microsoft.com/office/drawing/2014/main" id="{54B556BF-F7BD-4719-AF54-11E9D895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1">
            <a:extLst xmlns:a="http://schemas.openxmlformats.org/drawingml/2006/main">
              <a:ext uri="{FF2B5EF4-FFF2-40B4-BE49-F238E27FC236}">
                <a16:creationId xmlns:a16="http://schemas.microsoft.com/office/drawing/2014/main" id="{AFE341B0-8B62-4A54-9A55-441493BD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Distintas fuentes, una misma pregunta: ¿qué perturba el medio?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A27234D-2192-4085-AD7A-943784D1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3F1E92C-FA50-46DE-A0D5-B4149448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Microvisuales de apoyo. Recurso técnico usado para identificar el fenómeno; conservar crédito y condiciones registradas en el manifiesto.</a:t>
            </a:r>
          </a:p>
        </p:txBody>
      </p:sp>
      <p:sp>
        <p:nvSpPr>
          <p:cNvPr id="7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9F58366C-68E2-4125-81A3-75C69F5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46db33f024a0d">
            <a:extLst>
              <a:ext uri="{96DAC541-7B7A-43D3-8B79-37D633B846F1}">
                <asvg:svgBlip xmlns:asvg="http://schemas.microsoft.com/office/drawing/2016/SVG/main" r:embed="R2417ed1e5c4f4f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0D7E98F8-646F-4D1E-A22E-F25D8744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2">
            <a:extLst xmlns:a="http://schemas.openxmlformats.org/drawingml/2006/main">
              <a:ext uri="{FF2B5EF4-FFF2-40B4-BE49-F238E27FC236}">
                <a16:creationId xmlns:a16="http://schemas.microsoft.com/office/drawing/2014/main" id="{2C8C9002-B242-449F-82C4-37A93D94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2">
            <a:extLst xmlns:a="http://schemas.openxmlformats.org/drawingml/2006/main">
              <a:ext uri="{FF2B5EF4-FFF2-40B4-BE49-F238E27FC236}">
                <a16:creationId xmlns:a16="http://schemas.microsoft.com/office/drawing/2014/main" id="{31AEEF3F-2DEF-4587-829D-9BABEDFD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Los pliegues vocales generan; el aire transporta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A350C34E-F65B-4A05-8B3A-F2F3743D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283A99E-268E-42BF-8641-1AF9D07B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Generación vocal y electroacústica. Esquema conceptual; las distancias, tamaños y formas no representan una escala física salvo indicación exp…</a:t>
            </a:r>
          </a:p>
        </p:txBody>
      </p:sp>
      <p:sp>
        <p:nvSpPr>
          <p:cNvPr id="7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67DBA7FB-CF61-46D4-B38A-6CF02EB9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7fd77aaf740fa">
            <a:extLst>
              <a:ext uri="{96DAC541-7B7A-43D3-8B79-37D633B846F1}">
                <asvg:svgBlip xmlns:asvg="http://schemas.microsoft.com/office/drawing/2016/SVG/main" r:embed="R81aaa160d82e41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EA4229B-8A1A-45F1-8932-C2C66FE6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3">
            <a:extLst xmlns:a="http://schemas.openxmlformats.org/drawingml/2006/main">
              <a:ext uri="{FF2B5EF4-FFF2-40B4-BE49-F238E27FC236}">
                <a16:creationId xmlns:a16="http://schemas.microsoft.com/office/drawing/2014/main" id="{0B9DD9F4-D94E-4D95-9285-44BA4888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3">
            <a:extLst xmlns:a="http://schemas.openxmlformats.org/drawingml/2006/main">
              <a:ext uri="{FF2B5EF4-FFF2-40B4-BE49-F238E27FC236}">
                <a16:creationId xmlns:a16="http://schemas.microsoft.com/office/drawing/2014/main" id="{DB60ED9F-41D9-40C3-9345-067C453E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cono del parlante alterna compresiones y rarefacciones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BB55FAA4-8253-4018-895D-A8636B2A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FB0813F-8B2F-4E83-BACD-340CF316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Generación vocal y electroacústica. Recurso técnico usado para identificar el fenómeno; conservar crédito y condiciones registradas en el mani…</a:t>
            </a:r>
          </a:p>
        </p:txBody>
      </p:sp>
      <p:sp>
        <p:nvSpPr>
          <p:cNvPr id="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4479A89C-0B00-4C0C-A214-A985FDB6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EA00B2AD-FCA6-4159-B8EF-79B9F09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1971D775-12E0-4B5E-B70C-75D7D03D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e1c53005246e7">
            <a:extLst>
              <a:ext uri="{96DAC541-7B7A-43D3-8B79-37D633B846F1}">
                <asvg:svgBlip xmlns:asvg="http://schemas.microsoft.com/office/drawing/2016/SVG/main" r:embed="R1237013f24264b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B99D2A5A-881B-4871-BF88-AC898142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4">
            <a:extLst xmlns:a="http://schemas.openxmlformats.org/drawingml/2006/main">
              <a:ext uri="{FF2B5EF4-FFF2-40B4-BE49-F238E27FC236}">
                <a16:creationId xmlns:a16="http://schemas.microsoft.com/office/drawing/2014/main" id="{F69AA421-9E4F-41EA-BD44-BB760F3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4">
            <a:extLst xmlns:a="http://schemas.openxmlformats.org/drawingml/2006/main">
              <a:ext uri="{FF2B5EF4-FFF2-40B4-BE49-F238E27FC236}">
                <a16:creationId xmlns:a16="http://schemas.microsoft.com/office/drawing/2014/main" id="{BC3E90C8-6290-48F2-90CD-7E0FF63F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existir, generar, propagar, detectar y percibir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D287C10E-E0FB-4597-8EF1-E75718B4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023F1EE-572A-436D-8F9A-9162E54B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Mapa de unidad. Esquema conceptual; las distancias, tamaños y formas no representan una escala física salvo indicación expresa.</a:t>
            </a:r>
          </a:p>
        </p:txBody>
      </p:sp>
      <p:sp>
        <p:nvSpPr>
          <p:cNvPr id="7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B2B86D99-8B93-41FF-82A1-6513874C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CB8A12D2-AF52-47C9-9F69-C706E10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3DE536C4-5491-4CC4-813F-7D7A650B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medio responde: elasticidad, inercia y rapidez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E240AEA6-2EBD-48F6-9DCA-8175A0E4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permiten la elasticidad y la inercia que avance una perturbación?</a:t>
            </a:r>
          </a:p>
        </p:txBody>
      </p:sp>
      <p:sp>
        <p:nvSpPr>
          <p:cNvPr id="4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F9345BF1-2C93-4065-A336-9B9284A5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af3e00e084653">
            <a:extLst>
              <a:ext uri="{96DAC541-7B7A-43D3-8B79-37D633B846F1}">
                <asvg:svgBlip xmlns:asvg="http://schemas.microsoft.com/office/drawing/2016/SVG/main" r:embed="Re04f79eecb6641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E112FCB7-60FD-4455-85AC-554F854A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6">
            <a:extLst xmlns:a="http://schemas.openxmlformats.org/drawingml/2006/main">
              <a:ext uri="{FF2B5EF4-FFF2-40B4-BE49-F238E27FC236}">
                <a16:creationId xmlns:a16="http://schemas.microsoft.com/office/drawing/2014/main" id="{CC5F94B0-3018-49C1-B8FC-152CB544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6">
            <a:extLst xmlns:a="http://schemas.openxmlformats.org/drawingml/2006/main">
              <a:ext uri="{FF2B5EF4-FFF2-40B4-BE49-F238E27FC236}">
                <a16:creationId xmlns:a16="http://schemas.microsoft.com/office/drawing/2014/main" id="{35152509-0537-4708-B343-4C9FB99B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fluido, el movimiento local es principalmente longitudinal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50D0F09A-B3DE-4F7E-9D49-55A64DC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2B3C257-FC14-4F76-BA33-1F54E18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longitudinal. Esquema conceptual; las distancias, tamaños y formas no representan una escala física salvo indicación expresa.</a:t>
            </a:r>
          </a:p>
        </p:txBody>
      </p:sp>
      <p:sp>
        <p:nvSpPr>
          <p:cNvPr id="7" name="slide-number-16">
            <a:extLst xmlns:a="http://schemas.openxmlformats.org/drawingml/2006/main">
              <a:ext uri="{FF2B5EF4-FFF2-40B4-BE49-F238E27FC236}">
                <a16:creationId xmlns:a16="http://schemas.microsoft.com/office/drawing/2014/main" id="{7FE2533F-2508-443F-95C8-3516947C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49844720843f2">
            <a:extLst>
              <a:ext uri="{96DAC541-7B7A-43D3-8B79-37D633B846F1}">
                <asvg:svgBlip xmlns:asvg="http://schemas.microsoft.com/office/drawing/2016/SVG/main" r:embed="R33252bafa65f44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A7B7F3D3-1B3A-4095-A2FE-192AF727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7">
            <a:extLst xmlns:a="http://schemas.openxmlformats.org/drawingml/2006/main">
              <a:ext uri="{FF2B5EF4-FFF2-40B4-BE49-F238E27FC236}">
                <a16:creationId xmlns:a16="http://schemas.microsoft.com/office/drawing/2014/main" id="{A51DB019-6B20-4085-88EA-42D9FB1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7">
            <a:extLst xmlns:a="http://schemas.openxmlformats.org/drawingml/2006/main">
              <a:ext uri="{FF2B5EF4-FFF2-40B4-BE49-F238E27FC236}">
                <a16:creationId xmlns:a16="http://schemas.microsoft.com/office/drawing/2014/main" id="{F81A115F-E2C8-411D-89D2-D964E065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elasticidad aporta la acción restauradora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3F86E844-8078-437D-A460-2C0E0E9F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5CEE784E-3784-496C-A13C-38D03FF8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longitudinal. Esquema conceptual; las distancias, tamaños y formas no representan una escala física salvo indicación expresa.</a:t>
            </a:r>
          </a:p>
        </p:txBody>
      </p:sp>
      <p:sp>
        <p:nvSpPr>
          <p:cNvPr id="7" name="slide-number-17">
            <a:extLst xmlns:a="http://schemas.openxmlformats.org/drawingml/2006/main">
              <a:ext uri="{FF2B5EF4-FFF2-40B4-BE49-F238E27FC236}">
                <a16:creationId xmlns:a16="http://schemas.microsoft.com/office/drawing/2014/main" id="{4AB8579D-F304-45D3-AA89-FAE8414D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c561085ea4d22">
            <a:extLst>
              <a:ext uri="{96DAC541-7B7A-43D3-8B79-37D633B846F1}">
                <asvg:svgBlip xmlns:asvg="http://schemas.microsoft.com/office/drawing/2016/SVG/main" r:embed="Ref6eccfe2ef84b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052683A8-CD30-446D-9F5E-6EE4EFE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8">
            <a:extLst xmlns:a="http://schemas.openxmlformats.org/drawingml/2006/main">
              <a:ext uri="{FF2B5EF4-FFF2-40B4-BE49-F238E27FC236}">
                <a16:creationId xmlns:a16="http://schemas.microsoft.com/office/drawing/2014/main" id="{C2869B3D-599A-4267-B8D4-D1FC543A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8">
            <a:extLst xmlns:a="http://schemas.openxmlformats.org/drawingml/2006/main">
              <a:ext uri="{FF2B5EF4-FFF2-40B4-BE49-F238E27FC236}">
                <a16:creationId xmlns:a16="http://schemas.microsoft.com/office/drawing/2014/main" id="{28C0F9E4-BF00-4843-B141-76A076DB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inercia distribuida evita cambios instantáneos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A02C51C3-422F-479D-B2E4-9223A090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60D5A31-C75E-47D7-8BA6-B57F0F62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longitudinal. Esquema conceptual; las distancias, tamaños y formas no representan una escala física salvo indicación expresa.</a:t>
            </a:r>
          </a:p>
        </p:txBody>
      </p:sp>
      <p:sp>
        <p:nvSpPr>
          <p:cNvPr id="7" name="slide-number-18">
            <a:extLst xmlns:a="http://schemas.openxmlformats.org/drawingml/2006/main">
              <a:ext uri="{FF2B5EF4-FFF2-40B4-BE49-F238E27FC236}">
                <a16:creationId xmlns:a16="http://schemas.microsoft.com/office/drawing/2014/main" id="{4AB1CD08-4D8D-4346-B9D7-16DF9A01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44e0d0fd84791">
            <a:extLst>
              <a:ext uri="{96DAC541-7B7A-43D3-8B79-37D633B846F1}">
                <asvg:svgBlip xmlns:asvg="http://schemas.microsoft.com/office/drawing/2016/SVG/main" r:embed="R69e1dbf8eee341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802F04DF-9FE0-46D5-8A63-F8EB656E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19">
            <a:extLst xmlns:a="http://schemas.openxmlformats.org/drawingml/2006/main">
              <a:ext uri="{FF2B5EF4-FFF2-40B4-BE49-F238E27FC236}">
                <a16:creationId xmlns:a16="http://schemas.microsoft.com/office/drawing/2014/main" id="{4971819E-E42D-42A6-BC56-A6C699DD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9">
            <a:extLst xmlns:a="http://schemas.openxmlformats.org/drawingml/2006/main">
              <a:ext uri="{FF2B5EF4-FFF2-40B4-BE49-F238E27FC236}">
                <a16:creationId xmlns:a16="http://schemas.microsoft.com/office/drawing/2014/main" id="{AC600248-4DE5-4DD1-8643-97844228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Restauración e inercia transmiten la perturbación a la región vecina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5331752F-9506-4536-8B79-51BCE3C9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4E99EFA1-5798-479A-B421-93BE0625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longitudinal. Esquema conceptual; las distancias, tamaños y formas no representan una escala física salvo indicación expresa.</a:t>
            </a:r>
          </a:p>
        </p:txBody>
      </p:sp>
      <p:sp>
        <p:nvSpPr>
          <p:cNvPr id="7" name="slide-number-19">
            <a:extLst xmlns:a="http://schemas.openxmlformats.org/drawingml/2006/main">
              <a:ext uri="{FF2B5EF4-FFF2-40B4-BE49-F238E27FC236}">
                <a16:creationId xmlns:a16="http://schemas.microsoft.com/office/drawing/2014/main" id="{D1D8AD48-F0E8-4EA0-8088-8C65ED1A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82e87bc354eea">
            <a:extLst>
              <a:ext uri="{96DAC541-7B7A-43D3-8B79-37D633B846F1}">
                <asvg:svgBlip xmlns:asvg="http://schemas.microsoft.com/office/drawing/2016/SVG/main" r:embed="R396adecc236f4a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5220A0C5-B1D2-48AA-AF98-F4DFD747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0">
            <a:extLst xmlns:a="http://schemas.openxmlformats.org/drawingml/2006/main">
              <a:ext uri="{FF2B5EF4-FFF2-40B4-BE49-F238E27FC236}">
                <a16:creationId xmlns:a16="http://schemas.microsoft.com/office/drawing/2014/main" id="{8FDD4ADA-8AA5-4C9D-AE43-D1BA3B61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0">
            <a:extLst xmlns:a="http://schemas.openxmlformats.org/drawingml/2006/main">
              <a:ext uri="{FF2B5EF4-FFF2-40B4-BE49-F238E27FC236}">
                <a16:creationId xmlns:a16="http://schemas.microsoft.com/office/drawing/2014/main" id="{E1A76553-EF5C-41AC-B8E9-24BC09D0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rapidez depende de rigidez volumétrica y densidad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A85FB337-7F9F-4773-BF97-97471C14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718211C-53B9-4ED3-8257-87DCEDC5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y cambio de medio. Esquema conceptual; las distancias, tamaños y formas no representan una escala física salvo indicación expresa.</a:t>
            </a:r>
          </a:p>
        </p:txBody>
      </p:sp>
      <p:sp>
        <p:nvSpPr>
          <p:cNvPr id="7" name="slide-number-20">
            <a:extLst xmlns:a="http://schemas.openxmlformats.org/drawingml/2006/main">
              <a:ext uri="{FF2B5EF4-FFF2-40B4-BE49-F238E27FC236}">
                <a16:creationId xmlns:a16="http://schemas.microsoft.com/office/drawing/2014/main" id="{101653FD-9F95-4D60-9416-AEEA80F5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abfee8361405b">
            <a:extLst>
              <a:ext uri="{96DAC541-7B7A-43D3-8B79-37D633B846F1}">
                <asvg:svgBlip xmlns:asvg="http://schemas.microsoft.com/office/drawing/2016/SVG/main" r:embed="R0630b8f12b2b49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6725C327-4F7E-46E0-B25A-95CE01C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1">
            <a:extLst xmlns:a="http://schemas.openxmlformats.org/drawingml/2006/main">
              <a:ext uri="{FF2B5EF4-FFF2-40B4-BE49-F238E27FC236}">
                <a16:creationId xmlns:a16="http://schemas.microsoft.com/office/drawing/2014/main" id="{CB3207C0-D1CB-4094-A5B6-12044F9E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1">
            <a:extLst xmlns:a="http://schemas.openxmlformats.org/drawingml/2006/main">
              <a:ext uri="{FF2B5EF4-FFF2-40B4-BE49-F238E27FC236}">
                <a16:creationId xmlns:a16="http://schemas.microsoft.com/office/drawing/2014/main" id="{8E177EC8-FB51-4947-8CB6-40A8CF97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densidad sola no determina la rapidez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C35B9786-2025-426F-8358-33BB1EDE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C1C9CD0-B975-4832-97A5-74009DD0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y cambio de medio. Esquema conceptual; las distancias, tamaños y formas no representan una escala física salvo indicación expresa.</a:t>
            </a:r>
          </a:p>
        </p:txBody>
      </p:sp>
      <p:sp>
        <p:nvSpPr>
          <p:cNvPr id="7" name="slide-number-21">
            <a:extLst xmlns:a="http://schemas.openxmlformats.org/drawingml/2006/main">
              <a:ext uri="{FF2B5EF4-FFF2-40B4-BE49-F238E27FC236}">
                <a16:creationId xmlns:a16="http://schemas.microsoft.com/office/drawing/2014/main" id="{34E2C56F-4F34-4B50-B3CB-41985D51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1536bd54a4ba2">
            <a:extLst>
              <a:ext uri="{96DAC541-7B7A-43D3-8B79-37D633B846F1}">
                <asvg:svgBlip xmlns:asvg="http://schemas.microsoft.com/office/drawing/2016/SVG/main" r:embed="Rcffdf5bc4fdd4a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BA384BBB-10F6-4C5B-AA77-F65795EF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2">
            <a:extLst xmlns:a="http://schemas.openxmlformats.org/drawingml/2006/main">
              <a:ext uri="{FF2B5EF4-FFF2-40B4-BE49-F238E27FC236}">
                <a16:creationId xmlns:a16="http://schemas.microsoft.com/office/drawing/2014/main" id="{D056C040-5701-4CB5-A477-42E0C933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2">
            <a:extLst xmlns:a="http://schemas.openxmlformats.org/drawingml/2006/main">
              <a:ext uri="{FF2B5EF4-FFF2-40B4-BE49-F238E27FC236}">
                <a16:creationId xmlns:a16="http://schemas.microsoft.com/office/drawing/2014/main" id="{A6013E75-238D-4D8C-9F96-2B75179D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Al cambiar el medio: f se conserva; c y λ pueden cambiar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EBCFFF0-2331-48DC-A342-C172DBC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DF9BC22-EC77-41EF-86F3-FE34E25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y cambio de medio. Esquema conceptual; las distancias, tamaños y formas no representan una escala física salvo indicación expresa.</a:t>
            </a:r>
          </a:p>
        </p:txBody>
      </p:sp>
      <p:sp>
        <p:nvSpPr>
          <p:cNvPr id="7" name="slide-number-22">
            <a:extLst xmlns:a="http://schemas.openxmlformats.org/drawingml/2006/main">
              <a:ext uri="{FF2B5EF4-FFF2-40B4-BE49-F238E27FC236}">
                <a16:creationId xmlns:a16="http://schemas.microsoft.com/office/drawing/2014/main" id="{8D3C6D04-8FE8-4363-BAD4-D1EFAB5F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DC78CC3E-E696-4489-A739-FC5B43D9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6EF8D7F6-C714-4FCD-81EA-836903F2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avance de la onda a las magnitudes del campo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555963D0-3CD3-4EEE-8E09-D353D379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magnitudes cambian en el campo y qué ocurre en una interfaz?</a:t>
            </a:r>
          </a:p>
        </p:txBody>
      </p:sp>
      <p:sp>
        <p:nvSpPr>
          <p:cNvPr id="4" name="slide-number-23">
            <a:extLst xmlns:a="http://schemas.openxmlformats.org/drawingml/2006/main">
              <a:ext uri="{FF2B5EF4-FFF2-40B4-BE49-F238E27FC236}">
                <a16:creationId xmlns:a16="http://schemas.microsoft.com/office/drawing/2014/main" id="{A492FD24-0A8A-487C-921F-E86D052F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15faf22564e11">
            <a:extLst>
              <a:ext uri="{96DAC541-7B7A-43D3-8B79-37D633B846F1}">
                <asvg:svgBlip xmlns:asvg="http://schemas.microsoft.com/office/drawing/2016/SVG/main" r:embed="R4c13daa97e1848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731532B3-B3AA-45BC-936E-C21D8A95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4">
            <a:extLst xmlns:a="http://schemas.openxmlformats.org/drawingml/2006/main">
              <a:ext uri="{FF2B5EF4-FFF2-40B4-BE49-F238E27FC236}">
                <a16:creationId xmlns:a16="http://schemas.microsoft.com/office/drawing/2014/main" id="{3F16E78D-DECD-4941-9057-16F9A903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4">
            <a:extLst xmlns:a="http://schemas.openxmlformats.org/drawingml/2006/main">
              <a:ext uri="{FF2B5EF4-FFF2-40B4-BE49-F238E27FC236}">
                <a16:creationId xmlns:a16="http://schemas.microsoft.com/office/drawing/2014/main" id="{BD3624BB-CFD0-45D3-A3B3-2CAD35A8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campo acústico cambia con posición y tiempo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3391E05-1CA6-41AD-8C7E-71AAD6D9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F0552F7-400C-48BA-80DC-85BF32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Campo, presión y movimiento. Esquema conceptual; las distancias, tamaños y formas no representan una escala física salvo indicación expresa.</a:t>
            </a:r>
          </a:p>
        </p:txBody>
      </p:sp>
      <p:sp>
        <p:nvSpPr>
          <p:cNvPr id="7" name="slide-number-24">
            <a:extLst xmlns:a="http://schemas.openxmlformats.org/drawingml/2006/main">
              <a:ext uri="{FF2B5EF4-FFF2-40B4-BE49-F238E27FC236}">
                <a16:creationId xmlns:a16="http://schemas.microsoft.com/office/drawing/2014/main" id="{E646090F-8137-4973-BB7D-81969AF9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466d095d04b7a">
            <a:extLst>
              <a:ext uri="{96DAC541-7B7A-43D3-8B79-37D633B846F1}">
                <asvg:svgBlip xmlns:asvg="http://schemas.microsoft.com/office/drawing/2016/SVG/main" r:embed="R0023b624f7194e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0BFA5A62-9C3D-43CF-ABB8-EC439C93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5">
            <a:extLst xmlns:a="http://schemas.openxmlformats.org/drawingml/2006/main">
              <a:ext uri="{FF2B5EF4-FFF2-40B4-BE49-F238E27FC236}">
                <a16:creationId xmlns:a16="http://schemas.microsoft.com/office/drawing/2014/main" id="{AE92EAF3-9768-4423-83F7-4C4D538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5">
            <a:extLst xmlns:a="http://schemas.openxmlformats.org/drawingml/2006/main">
              <a:ext uri="{FF2B5EF4-FFF2-40B4-BE49-F238E27FC236}">
                <a16:creationId xmlns:a16="http://schemas.microsoft.com/office/drawing/2014/main" id="{4E855048-F494-4540-AD06-6BB82560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acústica es una variación alrededor de la presión estática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F8841D20-8474-4C74-B40E-9232B8DB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30A55D3-6EDA-40D9-B727-76C562AF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total y acústica. Figura cuantitativa reproducible; ecuaciones o datos y escala se indican en el recurso. · valores ilustrativos · esc…</a:t>
            </a:r>
          </a:p>
        </p:txBody>
      </p:sp>
      <p:sp>
        <p:nvSpPr>
          <p:cNvPr id="7" name="slide-number-25">
            <a:extLst xmlns:a="http://schemas.openxmlformats.org/drawingml/2006/main">
              <a:ext uri="{FF2B5EF4-FFF2-40B4-BE49-F238E27FC236}">
                <a16:creationId xmlns:a16="http://schemas.microsoft.com/office/drawing/2014/main" id="{EB45D76A-17E2-4CF7-A06D-EFC1A0E8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f7fa695f74ed9">
            <a:extLst>
              <a:ext uri="{96DAC541-7B7A-43D3-8B79-37D633B846F1}">
                <asvg:svgBlip xmlns:asvg="http://schemas.microsoft.com/office/drawing/2016/SVG/main" r:embed="R9cef3a9f200d46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AD33544-0253-4606-A81E-5FE30644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6">
            <a:extLst xmlns:a="http://schemas.openxmlformats.org/drawingml/2006/main">
              <a:ext uri="{FF2B5EF4-FFF2-40B4-BE49-F238E27FC236}">
                <a16:creationId xmlns:a16="http://schemas.microsoft.com/office/drawing/2014/main" id="{7E2D0FBE-066E-40D7-A953-0353B012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6">
            <a:extLst xmlns:a="http://schemas.openxmlformats.org/drawingml/2006/main">
              <a:ext uri="{FF2B5EF4-FFF2-40B4-BE49-F238E27FC236}">
                <a16:creationId xmlns:a16="http://schemas.microsoft.com/office/drawing/2014/main" id="{6B05447E-45F4-4550-A7A7-54AEDAE3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p(t)&lt;0` no significa presión total negativa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45585B2-0CA6-4B11-9557-A5D20373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95085BE-BB73-4E7D-B290-8BC0A6CA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Campo, presión y movimiento. Esquema conceptual; las distancias, tamaños y formas no representan una escala física salvo indicación expresa.</a:t>
            </a:r>
          </a:p>
        </p:txBody>
      </p:sp>
      <p:sp>
        <p:nvSpPr>
          <p:cNvPr id="7" name="slide-number-26">
            <a:extLst xmlns:a="http://schemas.openxmlformats.org/drawingml/2006/main">
              <a:ext uri="{FF2B5EF4-FFF2-40B4-BE49-F238E27FC236}">
                <a16:creationId xmlns:a16="http://schemas.microsoft.com/office/drawing/2014/main" id="{641E789B-555B-4ECA-93B2-D7A58284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c2effc14545b7">
            <a:extLst>
              <a:ext uri="{96DAC541-7B7A-43D3-8B79-37D633B846F1}">
                <asvg:svgBlip xmlns:asvg="http://schemas.microsoft.com/office/drawing/2016/SVG/main" r:embed="Rc175b76541f545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AACE5FBA-1567-4BA5-93E8-BEDEB90E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7">
            <a:extLst xmlns:a="http://schemas.openxmlformats.org/drawingml/2006/main">
              <a:ext uri="{FF2B5EF4-FFF2-40B4-BE49-F238E27FC236}">
                <a16:creationId xmlns:a16="http://schemas.microsoft.com/office/drawing/2014/main" id="{63AE6E44-64C3-4294-A4D7-4F1F4C39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7">
            <a:extLst xmlns:a="http://schemas.openxmlformats.org/drawingml/2006/main">
              <a:ext uri="{FF2B5EF4-FFF2-40B4-BE49-F238E27FC236}">
                <a16:creationId xmlns:a16="http://schemas.microsoft.com/office/drawing/2014/main" id="{6E78933F-25B5-4394-9D3B-C2342D9B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velocidad de partícula describe movimiento local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56466FA-5A06-4E82-A9B5-1603DE1B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2C3257C3-8447-4FE3-8580-FEF6CBD6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Campo, presión y movimiento. Esquema conceptual; las distancias, tamaños y formas no representan una escala física salvo indicación expresa.</a:t>
            </a:r>
          </a:p>
        </p:txBody>
      </p:sp>
      <p:sp>
        <p:nvSpPr>
          <p:cNvPr id="7" name="slide-number-27">
            <a:extLst xmlns:a="http://schemas.openxmlformats.org/drawingml/2006/main">
              <a:ext uri="{FF2B5EF4-FFF2-40B4-BE49-F238E27FC236}">
                <a16:creationId xmlns:a16="http://schemas.microsoft.com/office/drawing/2014/main" id="{A62CE25E-16ED-4EBE-B1B5-94F0521B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0e577c46944ac">
            <a:extLst>
              <a:ext uri="{96DAC541-7B7A-43D3-8B79-37D633B846F1}">
                <asvg:svgBlip xmlns:asvg="http://schemas.microsoft.com/office/drawing/2016/SVG/main" r:embed="R2f23cd031fed4f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5EC30059-684A-4B0B-8CEE-2BF279C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8">
            <a:extLst xmlns:a="http://schemas.openxmlformats.org/drawingml/2006/main">
              <a:ext uri="{FF2B5EF4-FFF2-40B4-BE49-F238E27FC236}">
                <a16:creationId xmlns:a16="http://schemas.microsoft.com/office/drawing/2014/main" id="{E68E5671-F6DD-4640-9039-46899CF3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8">
            <a:extLst xmlns:a="http://schemas.openxmlformats.org/drawingml/2006/main">
              <a:ext uri="{FF2B5EF4-FFF2-40B4-BE49-F238E27FC236}">
                <a16:creationId xmlns:a16="http://schemas.microsoft.com/office/drawing/2014/main" id="{31AB60DF-3FCE-4A69-B7DD-312596D6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 y c` comparten unidad, pero no pregunta física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66B98B66-0C35-4FD7-99CE-813845B7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33E67792-D8FA-4741-9948-C5615DF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Campo, presión y movimiento. Esquema conceptual; las distancias, tamaños y formas no representan una escala física salvo indicación expresa.</a:t>
            </a:r>
          </a:p>
        </p:txBody>
      </p:sp>
      <p:sp>
        <p:nvSpPr>
          <p:cNvPr id="7" name="slide-number-28">
            <a:extLst xmlns:a="http://schemas.openxmlformats.org/drawingml/2006/main">
              <a:ext uri="{FF2B5EF4-FFF2-40B4-BE49-F238E27FC236}">
                <a16:creationId xmlns:a16="http://schemas.microsoft.com/office/drawing/2014/main" id="{E3D3AD04-B508-44D1-8E89-E41261D7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158122369489d">
            <a:extLst>
              <a:ext uri="{96DAC541-7B7A-43D3-8B79-37D633B846F1}">
                <asvg:svgBlip xmlns:asvg="http://schemas.microsoft.com/office/drawing/2016/SVG/main" r:embed="Rb119360ef39144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22559F5-2CF2-46AB-9961-AA34C481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29">
            <a:extLst xmlns:a="http://schemas.openxmlformats.org/drawingml/2006/main">
              <a:ext uri="{FF2B5EF4-FFF2-40B4-BE49-F238E27FC236}">
                <a16:creationId xmlns:a16="http://schemas.microsoft.com/office/drawing/2014/main" id="{3E35ACD4-EA47-444B-9A24-10D792F0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9">
            <a:extLst xmlns:a="http://schemas.openxmlformats.org/drawingml/2006/main">
              <a:ext uri="{FF2B5EF4-FFF2-40B4-BE49-F238E27FC236}">
                <a16:creationId xmlns:a16="http://schemas.microsoft.com/office/drawing/2014/main" id="{AF004368-D844-4E86-BBAC-054017A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impedancia relaciona presión y velocidad de partícula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9F1CA456-5438-4CF2-A5AA-073C05B2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1F0E93B-57FC-40C5-A604-131B5FD7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29">
            <a:extLst xmlns:a="http://schemas.openxmlformats.org/drawingml/2006/main">
              <a:ext uri="{FF2B5EF4-FFF2-40B4-BE49-F238E27FC236}">
                <a16:creationId xmlns:a16="http://schemas.microsoft.com/office/drawing/2014/main" id="{B5B717C5-E0B1-491D-9116-CD1EAE2E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ceec906624f7b">
            <a:extLst>
              <a:ext uri="{96DAC541-7B7A-43D3-8B79-37D633B846F1}">
                <asvg:svgBlip xmlns:asvg="http://schemas.microsoft.com/office/drawing/2016/SVG/main" r:embed="Re4e31925054743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DD0F02C6-EA0D-433E-9C2C-B38CA03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0">
            <a:extLst xmlns:a="http://schemas.openxmlformats.org/drawingml/2006/main">
              <a:ext uri="{FF2B5EF4-FFF2-40B4-BE49-F238E27FC236}">
                <a16:creationId xmlns:a16="http://schemas.microsoft.com/office/drawing/2014/main" id="{F1153E0F-A88C-4912-9FDA-51E7DADC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0">
            <a:extLst xmlns:a="http://schemas.openxmlformats.org/drawingml/2006/main">
              <a:ext uri="{FF2B5EF4-FFF2-40B4-BE49-F238E27FC236}">
                <a16:creationId xmlns:a16="http://schemas.microsoft.com/office/drawing/2014/main" id="{AB5F0744-2CD5-4E3A-A94E-739A4945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una onda plana progresiva ideal, `p/u=ρc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69F1F90E-602A-4565-9394-15294BC9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9A58DC53-8F81-44AC-8729-771383B4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30">
            <a:extLst xmlns:a="http://schemas.openxmlformats.org/drawingml/2006/main">
              <a:ext uri="{FF2B5EF4-FFF2-40B4-BE49-F238E27FC236}">
                <a16:creationId xmlns:a16="http://schemas.microsoft.com/office/drawing/2014/main" id="{66F4F1FE-3705-4231-BD8C-330DB50D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b7307daca424c">
            <a:extLst>
              <a:ext uri="{96DAC541-7B7A-43D3-8B79-37D633B846F1}">
                <asvg:svgBlip xmlns:asvg="http://schemas.microsoft.com/office/drawing/2016/SVG/main" r:embed="R1c36991b8fa74d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B13E15AC-6601-4CA5-8ED5-A87D859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1">
            <a:extLst xmlns:a="http://schemas.openxmlformats.org/drawingml/2006/main">
              <a:ext uri="{FF2B5EF4-FFF2-40B4-BE49-F238E27FC236}">
                <a16:creationId xmlns:a16="http://schemas.microsoft.com/office/drawing/2014/main" id="{0EE4ECB6-1D05-4F2A-99FF-8FD138A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1">
            <a:extLst xmlns:a="http://schemas.openxmlformats.org/drawingml/2006/main">
              <a:ext uri="{FF2B5EF4-FFF2-40B4-BE49-F238E27FC236}">
                <a16:creationId xmlns:a16="http://schemas.microsoft.com/office/drawing/2014/main" id="{46203ED4-0174-49E4-BE1D-5ECBE786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interfaz separa onda incidente, reflejada y transmitida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D940305F-3132-44CC-B077-AEAE1F55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2A184DF-C708-4A71-BADE-6BA903A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31">
            <a:extLst xmlns:a="http://schemas.openxmlformats.org/drawingml/2006/main">
              <a:ext uri="{FF2B5EF4-FFF2-40B4-BE49-F238E27FC236}">
                <a16:creationId xmlns:a16="http://schemas.microsoft.com/office/drawing/2014/main" id="{533E763B-6965-431C-B8B1-C9CEC96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50ce1d4224847">
            <a:extLst>
              <a:ext uri="{96DAC541-7B7A-43D3-8B79-37D633B846F1}">
                <asvg:svgBlip xmlns:asvg="http://schemas.microsoft.com/office/drawing/2016/SVG/main" r:embed="Ref1805092cf34e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86A5343A-8593-4714-A0C6-B0DA40A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2">
            <a:extLst xmlns:a="http://schemas.openxmlformats.org/drawingml/2006/main">
              <a:ext uri="{FF2B5EF4-FFF2-40B4-BE49-F238E27FC236}">
                <a16:creationId xmlns:a16="http://schemas.microsoft.com/office/drawing/2014/main" id="{B447B4D4-E3AD-4686-B37F-CE36A4BE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2">
            <a:extLst xmlns:a="http://schemas.openxmlformats.org/drawingml/2006/main">
              <a:ext uri="{FF2B5EF4-FFF2-40B4-BE49-F238E27FC236}">
                <a16:creationId xmlns:a16="http://schemas.microsoft.com/office/drawing/2014/main" id="{0FEC94C5-BC5D-4C21-82D3-1181624A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Rₚ` cuantifica la amplitud de presión reflejada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D71EA70E-C650-4396-BFB7-29237593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49075A8-36C6-4D3B-8353-37C87A8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32">
            <a:extLst xmlns:a="http://schemas.openxmlformats.org/drawingml/2006/main">
              <a:ext uri="{FF2B5EF4-FFF2-40B4-BE49-F238E27FC236}">
                <a16:creationId xmlns:a16="http://schemas.microsoft.com/office/drawing/2014/main" id="{8F3161C4-FE3C-48CF-986E-C2B12153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4b78af7364155">
            <a:extLst>
              <a:ext uri="{96DAC541-7B7A-43D3-8B79-37D633B846F1}">
                <asvg:svgBlip xmlns:asvg="http://schemas.microsoft.com/office/drawing/2016/SVG/main" r:embed="Rc384adf4895a4f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AFBC6B6B-F2BE-4A26-BB93-87922DC6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3">
            <a:extLst xmlns:a="http://schemas.openxmlformats.org/drawingml/2006/main">
              <a:ext uri="{FF2B5EF4-FFF2-40B4-BE49-F238E27FC236}">
                <a16:creationId xmlns:a16="http://schemas.microsoft.com/office/drawing/2014/main" id="{A3226DF0-3F9A-4413-972F-AA794207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3">
            <a:extLst xmlns:a="http://schemas.openxmlformats.org/drawingml/2006/main">
              <a:ext uri="{FF2B5EF4-FFF2-40B4-BE49-F238E27FC236}">
                <a16:creationId xmlns:a16="http://schemas.microsoft.com/office/drawing/2014/main" id="{A66F1A7D-8574-454A-A106-1FE6E3C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p, u, Z y reflexión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134979D-4060-46DF-81FB-418ECE8A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A258CCA9-2CBE-412A-87A5-C9E3A6C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33">
            <a:extLst xmlns:a="http://schemas.openxmlformats.org/drawingml/2006/main">
              <a:ext uri="{FF2B5EF4-FFF2-40B4-BE49-F238E27FC236}">
                <a16:creationId xmlns:a16="http://schemas.microsoft.com/office/drawing/2014/main" id="{B3593544-FBE6-43A3-BC22-B3D25B2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E35555B6-1739-4801-9679-8A49F18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E3E2346-C18E-424A-9884-5B2EFBE7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movimiento local al flujo de energía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65EF6C44-BF46-4A7B-AD5A-96D01B4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distinguimos una variable local de la transferencia de energía?</a:t>
            </a:r>
          </a:p>
        </p:txBody>
      </p:sp>
      <p:sp>
        <p:nvSpPr>
          <p:cNvPr id="4" name="slide-number-34">
            <a:extLst xmlns:a="http://schemas.openxmlformats.org/drawingml/2006/main">
              <a:ext uri="{FF2B5EF4-FFF2-40B4-BE49-F238E27FC236}">
                <a16:creationId xmlns:a16="http://schemas.microsoft.com/office/drawing/2014/main" id="{614EE8A1-0212-4C3E-ACE9-16AD9397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2ba76cfe944aa">
            <a:extLst>
              <a:ext uri="{96DAC541-7B7A-43D3-8B79-37D633B846F1}">
                <asvg:svgBlip xmlns:asvg="http://schemas.microsoft.com/office/drawing/2016/SVG/main" r:embed="R21bb005c59a840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364B7C3D-6534-468D-9806-A5BAFFE9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5">
            <a:extLst xmlns:a="http://schemas.openxmlformats.org/drawingml/2006/main">
              <a:ext uri="{FF2B5EF4-FFF2-40B4-BE49-F238E27FC236}">
                <a16:creationId xmlns:a16="http://schemas.microsoft.com/office/drawing/2014/main" id="{6C87803E-A2F4-44AB-A0F0-AF6821D6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5">
            <a:extLst xmlns:a="http://schemas.openxmlformats.org/drawingml/2006/main">
              <a:ext uri="{FF2B5EF4-FFF2-40B4-BE49-F238E27FC236}">
                <a16:creationId xmlns:a16="http://schemas.microsoft.com/office/drawing/2014/main" id="{D0EA9B3C-09AB-4355-AFAA-1FCFB90B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intensidad instantánea combina presión y velocidad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D05CA00-7945-48A5-B71E-D5B6AEE7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703C6A1E-A8FE-47BE-9B53-D1EBCD38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Intensidad. Esquema conceptual; las distancias, tamaños y formas no representan una escala física salvo indicación expresa.</a:t>
            </a:r>
          </a:p>
        </p:txBody>
      </p:sp>
      <p:sp>
        <p:nvSpPr>
          <p:cNvPr id="7" name="slide-number-35">
            <a:extLst xmlns:a="http://schemas.openxmlformats.org/drawingml/2006/main">
              <a:ext uri="{FF2B5EF4-FFF2-40B4-BE49-F238E27FC236}">
                <a16:creationId xmlns:a16="http://schemas.microsoft.com/office/drawing/2014/main" id="{E263905F-4AC8-4642-B0FC-5A3E79B8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07c33d9a14bd2">
            <a:extLst>
              <a:ext uri="{96DAC541-7B7A-43D3-8B79-37D633B846F1}">
                <asvg:svgBlip xmlns:asvg="http://schemas.microsoft.com/office/drawing/2016/SVG/main" r:embed="Rd9945ee5dcb144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568C9C79-2591-4485-84E2-E944F223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6">
            <a:extLst xmlns:a="http://schemas.openxmlformats.org/drawingml/2006/main">
              <a:ext uri="{FF2B5EF4-FFF2-40B4-BE49-F238E27FC236}">
                <a16:creationId xmlns:a16="http://schemas.microsoft.com/office/drawing/2014/main" id="{3415286C-1916-4B5D-ACAF-A04F0DD9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6">
            <a:extLst xmlns:a="http://schemas.openxmlformats.org/drawingml/2006/main">
              <a:ext uri="{FF2B5EF4-FFF2-40B4-BE49-F238E27FC236}">
                <a16:creationId xmlns:a16="http://schemas.microsoft.com/office/drawing/2014/main" id="{28C24117-BBC5-4409-9D93-1E62E5D3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y velocidad oscilan; su producto describe el flujo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F5F12DC8-1DEC-4FF4-BCA7-1E948F33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3AC6749-B5AA-4744-996C-902888E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Presión, velocidad e intensidad. Figura cuantitativa reproducible; ecuaciones o datos y escala se indican en el recurso.</a:t>
            </a:r>
          </a:p>
        </p:txBody>
      </p:sp>
      <p:sp>
        <p:nvSpPr>
          <p:cNvPr id="7" name="slide-number-36">
            <a:extLst xmlns:a="http://schemas.openxmlformats.org/drawingml/2006/main">
              <a:ext uri="{FF2B5EF4-FFF2-40B4-BE49-F238E27FC236}">
                <a16:creationId xmlns:a16="http://schemas.microsoft.com/office/drawing/2014/main" id="{C20B1844-D3D5-4B6C-A4C2-20C369E2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46ece698240ac">
            <a:extLst>
              <a:ext uri="{96DAC541-7B7A-43D3-8B79-37D633B846F1}">
                <asvg:svgBlip xmlns:asvg="http://schemas.microsoft.com/office/drawing/2016/SVG/main" r:embed="R73a3980506e24b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516423F-9F66-4F0F-8074-D9C94354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7">
            <a:extLst xmlns:a="http://schemas.openxmlformats.org/drawingml/2006/main">
              <a:ext uri="{FF2B5EF4-FFF2-40B4-BE49-F238E27FC236}">
                <a16:creationId xmlns:a16="http://schemas.microsoft.com/office/drawing/2014/main" id="{B6ECE704-DD7F-49E3-A146-035E0CB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7">
            <a:extLst xmlns:a="http://schemas.openxmlformats.org/drawingml/2006/main">
              <a:ext uri="{FF2B5EF4-FFF2-40B4-BE49-F238E27FC236}">
                <a16:creationId xmlns:a16="http://schemas.microsoft.com/office/drawing/2014/main" id="{514C472E-08EF-46E1-BC38-DF8E680B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intensidad media resume el flujo durante un intervalo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38939DDE-8263-43E3-A5FD-7193E792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9D1D79FC-8F35-4C5F-BC36-426ACFE1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Intensidad. Esquema conceptual; las distancias, tamaños y formas no representan una escala física salvo indicación expresa.</a:t>
            </a:r>
          </a:p>
        </p:txBody>
      </p:sp>
      <p:sp>
        <p:nvSpPr>
          <p:cNvPr id="7" name="slide-number-37">
            <a:extLst xmlns:a="http://schemas.openxmlformats.org/drawingml/2006/main">
              <a:ext uri="{FF2B5EF4-FFF2-40B4-BE49-F238E27FC236}">
                <a16:creationId xmlns:a16="http://schemas.microsoft.com/office/drawing/2014/main" id="{48F20B1C-B024-4C7B-BC64-37F95488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2780992934b96">
            <a:extLst>
              <a:ext uri="{96DAC541-7B7A-43D3-8B79-37D633B846F1}">
                <asvg:svgBlip xmlns:asvg="http://schemas.microsoft.com/office/drawing/2016/SVG/main" r:embed="R43fc2edefd6a45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35512A2A-3BC2-4EFC-8332-F28808D7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8">
            <a:extLst xmlns:a="http://schemas.openxmlformats.org/drawingml/2006/main">
              <a:ext uri="{FF2B5EF4-FFF2-40B4-BE49-F238E27FC236}">
                <a16:creationId xmlns:a16="http://schemas.microsoft.com/office/drawing/2014/main" id="{9C595862-B2CA-47A2-9F59-2D556270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8">
            <a:extLst xmlns:a="http://schemas.openxmlformats.org/drawingml/2006/main">
              <a:ext uri="{FF2B5EF4-FFF2-40B4-BE49-F238E27FC236}">
                <a16:creationId xmlns:a16="http://schemas.microsoft.com/office/drawing/2014/main" id="{F8EBB6A6-D69D-40BA-9949-D71E98F6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onda plana ideal, I se relaciona con valores RMS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8D50FF8-9B86-4139-8575-CE3D5F1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A6235D1C-A2B0-47A7-A45C-8528073C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Intensidad. Esquema conceptual; las distancias, tamaños y formas no representan una escala física salvo indicación expresa.</a:t>
            </a:r>
          </a:p>
        </p:txBody>
      </p:sp>
      <p:sp>
        <p:nvSpPr>
          <p:cNvPr id="7" name="slide-number-38">
            <a:extLst xmlns:a="http://schemas.openxmlformats.org/drawingml/2006/main">
              <a:ext uri="{FF2B5EF4-FFF2-40B4-BE49-F238E27FC236}">
                <a16:creationId xmlns:a16="http://schemas.microsoft.com/office/drawing/2014/main" id="{FEE10069-3199-4341-A68E-1D167FB0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63309176b4598">
            <a:extLst>
              <a:ext uri="{96DAC541-7B7A-43D3-8B79-37D633B846F1}">
                <asvg:svgBlip xmlns:asvg="http://schemas.microsoft.com/office/drawing/2016/SVG/main" r:embed="Rf162422f491d44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36ED1D30-0890-463D-A378-D78B73EC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39">
            <a:extLst xmlns:a="http://schemas.openxmlformats.org/drawingml/2006/main">
              <a:ext uri="{FF2B5EF4-FFF2-40B4-BE49-F238E27FC236}">
                <a16:creationId xmlns:a16="http://schemas.microsoft.com/office/drawing/2014/main" id="{FA2952E5-E6D6-4DED-BFCD-60414886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9">
            <a:extLst xmlns:a="http://schemas.openxmlformats.org/drawingml/2006/main">
              <a:ext uri="{FF2B5EF4-FFF2-40B4-BE49-F238E27FC236}">
                <a16:creationId xmlns:a16="http://schemas.microsoft.com/office/drawing/2014/main" id="{531C3BDF-D8FF-47E2-8812-49388C55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pᵣms a uᵣms e intensidad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5F4E777-8CBD-4637-B978-3B64A8FF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E5BDF76-034C-4F27-AE8E-2C47C980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Ejemplos y recordatorio matemático. Esquema conceptual; las distancias, tamaños y formas no representan una escala física salvo indicación exp…</a:t>
            </a:r>
          </a:p>
        </p:txBody>
      </p:sp>
      <p:sp>
        <p:nvSpPr>
          <p:cNvPr id="7" name="slide-number-39">
            <a:extLst xmlns:a="http://schemas.openxmlformats.org/drawingml/2006/main">
              <a:ext uri="{FF2B5EF4-FFF2-40B4-BE49-F238E27FC236}">
                <a16:creationId xmlns:a16="http://schemas.microsoft.com/office/drawing/2014/main" id="{AC840A0B-268B-40B5-A2B4-7030C50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29bb9259747ab">
            <a:extLst>
              <a:ext uri="{96DAC541-7B7A-43D3-8B79-37D633B846F1}">
                <asvg:svgBlip xmlns:asvg="http://schemas.microsoft.com/office/drawing/2016/SVG/main" r:embed="R810643f3faa540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9556B1A7-BD0D-4731-B191-DFFACCFB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40">
            <a:extLst xmlns:a="http://schemas.openxmlformats.org/drawingml/2006/main">
              <a:ext uri="{FF2B5EF4-FFF2-40B4-BE49-F238E27FC236}">
                <a16:creationId xmlns:a16="http://schemas.microsoft.com/office/drawing/2014/main" id="{E186FC03-A369-4F89-B86A-612CFB73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0">
            <a:extLst xmlns:a="http://schemas.openxmlformats.org/drawingml/2006/main">
              <a:ext uri="{FF2B5EF4-FFF2-40B4-BE49-F238E27FC236}">
                <a16:creationId xmlns:a16="http://schemas.microsoft.com/office/drawing/2014/main" id="{3C5F6FF8-B783-480D-B619-F05A1182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Intensidad, potencia y energía responden escalas diferentes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40C573A7-7B34-4057-9D25-1CE6A78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5D5A5B28-E2C2-4588-8B5B-383E42C7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Intensidad, potencia, energía y medición. Esquema conceptual; las distancias, tamaños y formas no representan una escala física salvo indicaci…</a:t>
            </a:r>
          </a:p>
        </p:txBody>
      </p:sp>
      <p:sp>
        <p:nvSpPr>
          <p:cNvPr id="7" name="slide-number-40">
            <a:extLst xmlns:a="http://schemas.openxmlformats.org/drawingml/2006/main">
              <a:ext uri="{FF2B5EF4-FFF2-40B4-BE49-F238E27FC236}">
                <a16:creationId xmlns:a16="http://schemas.microsoft.com/office/drawing/2014/main" id="{160496E7-9316-4DA8-B1D3-93F6EAFA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07ce6a6c74f49">
            <a:extLst>
              <a:ext uri="{96DAC541-7B7A-43D3-8B79-37D633B846F1}">
                <asvg:svgBlip xmlns:asvg="http://schemas.microsoft.com/office/drawing/2016/SVG/main" r:embed="Re20bba04a65444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7D16B928-5480-4C4E-A49A-D49714A0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41">
            <a:extLst xmlns:a="http://schemas.openxmlformats.org/drawingml/2006/main">
              <a:ext uri="{FF2B5EF4-FFF2-40B4-BE49-F238E27FC236}">
                <a16:creationId xmlns:a16="http://schemas.microsoft.com/office/drawing/2014/main" id="{779EEF6D-EAFA-4A3D-97D5-8A0FD9C1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1">
            <a:extLst xmlns:a="http://schemas.openxmlformats.org/drawingml/2006/main">
              <a:ext uri="{FF2B5EF4-FFF2-40B4-BE49-F238E27FC236}">
                <a16:creationId xmlns:a16="http://schemas.microsoft.com/office/drawing/2014/main" id="{41B024FC-8357-492A-8E42-2BC1271A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Superficie y tiempo conectan I, Wₐc y `Eₐc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984AD131-207C-4FAE-ABA3-D3E00144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76FE6652-F2C1-495D-BCF4-DCF7C5C4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Intensidad, potencia, energía y medición. Esquema conceptual; las distancias, tamaños y formas no representan una escala física salvo indicaci…</a:t>
            </a:r>
          </a:p>
        </p:txBody>
      </p:sp>
      <p:sp>
        <p:nvSpPr>
          <p:cNvPr id="7" name="slide-number-41">
            <a:extLst xmlns:a="http://schemas.openxmlformats.org/drawingml/2006/main">
              <a:ext uri="{FF2B5EF4-FFF2-40B4-BE49-F238E27FC236}">
                <a16:creationId xmlns:a16="http://schemas.microsoft.com/office/drawing/2014/main" id="{2F61C03F-569A-4007-B58C-A5002A15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U04-042">
            <a:extLst xmlns:a="http://schemas.openxmlformats.org/drawingml/2006/main">
              <a:ext uri="{FF2B5EF4-FFF2-40B4-BE49-F238E27FC236}">
                <a16:creationId xmlns:a16="http://schemas.microsoft.com/office/drawing/2014/main" id="{D64CAE9B-9D85-4CD1-9D88-F84BB1B2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42">
            <a:extLst xmlns:a="http://schemas.openxmlformats.org/drawingml/2006/main">
              <a:ext uri="{FF2B5EF4-FFF2-40B4-BE49-F238E27FC236}">
                <a16:creationId xmlns:a16="http://schemas.microsoft.com/office/drawing/2014/main" id="{F57B039D-8268-46C9-A29A-944E9089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micrófono mide una variable local; no la potencia total de la fuente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0F4D8770-4478-430F-96B2-8D5C70E6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f0f2f9a914003"/>
          <a:stretch xmlns:a="http://schemas.openxmlformats.org/drawingml/2006/main"/>
        </p:blipFill>
        <p:spPr>
          <a:xfrm xmlns:a="http://schemas.openxmlformats.org/drawingml/2006/main">
            <a:off x="2224301" y="1752600"/>
            <a:ext cx="1723597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11DD4C09-BBD3-42F5-94C4-34F1564E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5429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variable informada depende del sensor, el punto y el procesamiento.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micrófono calibrado estima presión en un punto; no entrega por sí solo la potencia total de la fuente.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360575C-ED24-4AD0-9367-626D311F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006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Intensidad, potencia, energía y medición.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 xmlns:a="http://schemas.openxmlformats.org/drawingml/2006/main">
              <a:ext uri="{FF2B5EF4-FFF2-40B4-BE49-F238E27FC236}">
                <a16:creationId xmlns:a16="http://schemas.microsoft.com/office/drawing/2014/main" id="{BE46D350-EFD9-4BCD-B81F-84F3BA45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8a4de5a88d841f9"/>
              </a:rPr>
              <a:t>Foto: Harke, dominio público, vía Wikimedia Commons.</a:t>
            </a:r>
          </a:p>
        </p:txBody>
      </p:sp>
      <p:sp>
        <p:nvSpPr>
          <p:cNvPr id="8" name="slide-number-42">
            <a:extLst xmlns:a="http://schemas.openxmlformats.org/drawingml/2006/main">
              <a:ext uri="{FF2B5EF4-FFF2-40B4-BE49-F238E27FC236}">
                <a16:creationId xmlns:a16="http://schemas.microsoft.com/office/drawing/2014/main" id="{2E2B3969-0712-4796-8311-7713D223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354F9072-076D-439C-8F44-24829FCD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8087A33F-38F7-4C34-A713-B2BF6DB6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señal variable necesita más de un descriptor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84CC6F44-1116-4829-ADD1-5A55696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número resume cada aspecto de una señal variable?</a:t>
            </a:r>
          </a:p>
        </p:txBody>
      </p:sp>
      <p:sp>
        <p:nvSpPr>
          <p:cNvPr id="4" name="slide-number-43">
            <a:extLst xmlns:a="http://schemas.openxmlformats.org/drawingml/2006/main">
              <a:ext uri="{FF2B5EF4-FFF2-40B4-BE49-F238E27FC236}">
                <a16:creationId xmlns:a16="http://schemas.microsoft.com/office/drawing/2014/main" id="{105A65FE-556E-4FB2-AEDA-CD55DC13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f9233638df4c68"/>
          </a:graphicData>
        </a:graphic>
      </p:graphicFrame>
      <p:sp>
        <p:nvSpPr>
          <p:cNvPr id="15" name="Marcador de gráfico 14">
            <a:extLst xmlns:a="http://schemas.openxmlformats.org/drawingml/2006/main">
              <a:ext uri="{FF2B5EF4-FFF2-40B4-BE49-F238E27FC236}">
                <a16:creationId xmlns:a16="http://schemas.microsoft.com/office/drawing/2014/main" id="{037E51DA-6697-7984-784B-648406DB4719}"/>
              </a:ext>
            </a:extLst>
          </p:cNvPr>
          <p:cNvSpPr>
            <a:spLocks xmlns:a="http://schemas.openxmlformats.org/drawingml/2006/main" noGrp="1"/>
          </p:cNvSpPr>
          <p:nvPr>
            <p:ph type="chart" idx="11"/>
          </p:nvPr>
        </p:nvSpPr>
        <p:spPr>
          <a:xfrm xmlns:a="http://schemas.openxmlformats.org/drawingml/2006/main">
            <a:off x="-47625000" y="-47625000"/>
            <a:ext cx="9525" cy="9525"/>
          </a:xfrm>
        </p:spPr>
      </p:sp>
      <p:graphicFrame>
        <p:nvGraphicFramePr>
          <p:cNvPr id="30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4d8de8d2df4e3c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39ada263c14210"/>
          </a:graphicData>
        </a:graphic>
      </p:graphicFrame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1092283fb457c">
            <a:extLst>
              <a:ext uri="{96DAC541-7B7A-43D3-8B79-37D633B846F1}">
                <asvg:svgBlip xmlns:asvg="http://schemas.microsoft.com/office/drawing/2016/SVG/main" r:embed="Ra545d6c72b3142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E7955904-C0A3-41DA-893A-46765EE1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yebrow-U04-044">
            <a:extLst xmlns:a="http://schemas.openxmlformats.org/drawingml/2006/main">
              <a:ext uri="{FF2B5EF4-FFF2-40B4-BE49-F238E27FC236}">
                <a16:creationId xmlns:a16="http://schemas.microsoft.com/office/drawing/2014/main" id="{8FB6FCDF-503C-4750-9A34-F599F2C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44">
            <a:extLst xmlns:a="http://schemas.openxmlformats.org/drawingml/2006/main">
              <a:ext uri="{FF2B5EF4-FFF2-40B4-BE49-F238E27FC236}">
                <a16:creationId xmlns:a16="http://schemas.microsoft.com/office/drawing/2014/main" id="{2BBCC310-74D8-4E86-A15F-8386A80F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registro admite resúmenes diferentes</a:t>
            </a:r>
          </a:p>
        </p:txBody>
      </p:sp>
      <p:sp>
        <p:nvSpPr>
          <p:cNvPr id="2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9D26FCC7-7010-4076-AA1E-0336BED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7ABA09D4-9CA1-467D-BA4E-C168FE67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temporales. Figura cuantitativa reproducible; ecuaciones o datos y escala se indican en el recurso. · señal sintética · límites i…</a:t>
            </a:r>
          </a:p>
        </p:txBody>
      </p:sp>
      <p:sp>
        <p:nvSpPr>
          <p:cNvPr id="27" name="slide-number-44">
            <a:extLst xmlns:a="http://schemas.openxmlformats.org/drawingml/2006/main">
              <a:ext uri="{FF2B5EF4-FFF2-40B4-BE49-F238E27FC236}">
                <a16:creationId xmlns:a16="http://schemas.microsoft.com/office/drawing/2014/main" id="{7BD36A9E-99D2-463D-B12F-C43C6EF1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6130471864781">
            <a:extLst>
              <a:ext uri="{96DAC541-7B7A-43D3-8B79-37D633B846F1}">
                <asvg:svgBlip xmlns:asvg="http://schemas.microsoft.com/office/drawing/2016/SVG/main" r:embed="R8128efb0e0ee44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B2C18D25-7D9A-4715-8BB4-30CC4D38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45">
            <a:extLst xmlns:a="http://schemas.openxmlformats.org/drawingml/2006/main">
              <a:ext uri="{FF2B5EF4-FFF2-40B4-BE49-F238E27FC236}">
                <a16:creationId xmlns:a16="http://schemas.microsoft.com/office/drawing/2014/main" id="{6D938671-8CA9-4B3A-A637-0605C2C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5">
            <a:extLst xmlns:a="http://schemas.openxmlformats.org/drawingml/2006/main">
              <a:ext uri="{FF2B5EF4-FFF2-40B4-BE49-F238E27FC236}">
                <a16:creationId xmlns:a16="http://schemas.microsoft.com/office/drawing/2014/main" id="{005FA2EB-C488-481E-9CBF-EB089A5F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Valor instantáneo y valor pico no son intercambiables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D66E8F12-1293-4DFF-A6E2-01B40FDA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AD3DE446-F529-4D91-BA6A-14466DF0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temporales y Descriptores anotados. El gráfico es cuantitativo; el esquema organiza las condiciones y no está a escala.</a:t>
            </a:r>
          </a:p>
        </p:txBody>
      </p:sp>
      <p:sp>
        <p:nvSpPr>
          <p:cNvPr id="7" name="slide-number-45">
            <a:extLst xmlns:a="http://schemas.openxmlformats.org/drawingml/2006/main">
              <a:ext uri="{FF2B5EF4-FFF2-40B4-BE49-F238E27FC236}">
                <a16:creationId xmlns:a16="http://schemas.microsoft.com/office/drawing/2014/main" id="{E0415DBC-8637-45BF-9382-14350266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7e866e20445c7">
            <a:extLst>
              <a:ext uri="{96DAC541-7B7A-43D3-8B79-37D633B846F1}">
                <asvg:svgBlip xmlns:asvg="http://schemas.microsoft.com/office/drawing/2016/SVG/main" r:embed="Rbaf652fd58b342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C03D68F1-2D4A-4728-B686-F77359DF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46">
            <a:extLst xmlns:a="http://schemas.openxmlformats.org/drawingml/2006/main">
              <a:ext uri="{FF2B5EF4-FFF2-40B4-BE49-F238E27FC236}">
                <a16:creationId xmlns:a16="http://schemas.microsoft.com/office/drawing/2014/main" id="{B64FB6C6-89CC-4E34-A7FF-9A66D456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6">
            <a:extLst xmlns:a="http://schemas.openxmlformats.org/drawingml/2006/main">
              <a:ext uri="{FF2B5EF4-FFF2-40B4-BE49-F238E27FC236}">
                <a16:creationId xmlns:a16="http://schemas.microsoft.com/office/drawing/2014/main" id="{9D7DB063-D126-40F3-AA7D-B298F8E8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Pico a pico mide la excursión entre extremos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AA09952-DF7B-43FC-BFF9-32EC2FF6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10E332B-0B06-4179-BD16-637D89E0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temporales y Descriptores anotados. El gráfico es cuantitativo; el esquema organiza las condiciones y no está a escala.</a:t>
            </a:r>
          </a:p>
        </p:txBody>
      </p:sp>
      <p:sp>
        <p:nvSpPr>
          <p:cNvPr id="7" name="slide-number-46">
            <a:extLst xmlns:a="http://schemas.openxmlformats.org/drawingml/2006/main">
              <a:ext uri="{FF2B5EF4-FFF2-40B4-BE49-F238E27FC236}">
                <a16:creationId xmlns:a16="http://schemas.microsoft.com/office/drawing/2014/main" id="{D6BA4E22-65F2-43CE-90AB-A50E55E1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f8a61efac4a33">
            <a:extLst>
              <a:ext uri="{96DAC541-7B7A-43D3-8B79-37D633B846F1}">
                <asvg:svgBlip xmlns:asvg="http://schemas.microsoft.com/office/drawing/2016/SVG/main" r:embed="Rf42b10aaf61a46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E3CA7467-0E8E-4973-A7E9-7B23C964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47">
            <a:extLst xmlns:a="http://schemas.openxmlformats.org/drawingml/2006/main">
              <a:ext uri="{FF2B5EF4-FFF2-40B4-BE49-F238E27FC236}">
                <a16:creationId xmlns:a16="http://schemas.microsoft.com/office/drawing/2014/main" id="{282A28BA-FDFA-4868-A3C5-441FB935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7">
            <a:extLst xmlns:a="http://schemas.openxmlformats.org/drawingml/2006/main">
              <a:ext uri="{FF2B5EF4-FFF2-40B4-BE49-F238E27FC236}">
                <a16:creationId xmlns:a16="http://schemas.microsoft.com/office/drawing/2014/main" id="{25EC2D7D-0BE3-442B-94ED-29193D79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valor medio expresa balance durante una ventana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31BE96DD-27CC-4533-9AFD-4B91984E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4295D5F7-089B-4C94-9991-0235DD2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anotados. Esquema conceptual; las distancias, tamaños y formas no representan una escala física salvo indicación expresa. · señal…</a:t>
            </a:r>
          </a:p>
        </p:txBody>
      </p:sp>
      <p:sp>
        <p:nvSpPr>
          <p:cNvPr id="7" name="slide-number-47">
            <a:extLst xmlns:a="http://schemas.openxmlformats.org/drawingml/2006/main">
              <a:ext uri="{FF2B5EF4-FFF2-40B4-BE49-F238E27FC236}">
                <a16:creationId xmlns:a16="http://schemas.microsoft.com/office/drawing/2014/main" id="{D343982B-6020-4348-8A69-1C52524E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dc02726b540b9">
            <a:extLst>
              <a:ext uri="{96DAC541-7B7A-43D3-8B79-37D633B846F1}">
                <asvg:svgBlip xmlns:asvg="http://schemas.microsoft.com/office/drawing/2016/SVG/main" r:embed="R55db76518e8e47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9B2D4B1A-1BB7-42C3-90C2-879B3236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48">
            <a:extLst xmlns:a="http://schemas.openxmlformats.org/drawingml/2006/main">
              <a:ext uri="{FF2B5EF4-FFF2-40B4-BE49-F238E27FC236}">
                <a16:creationId xmlns:a16="http://schemas.microsoft.com/office/drawing/2014/main" id="{594717A9-B89A-4DDF-97A5-A4BF30FD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8">
            <a:extLst xmlns:a="http://schemas.openxmlformats.org/drawingml/2006/main">
              <a:ext uri="{FF2B5EF4-FFF2-40B4-BE49-F238E27FC236}">
                <a16:creationId xmlns:a16="http://schemas.microsoft.com/office/drawing/2014/main" id="{F8066F4E-43BC-474E-BAF2-6AD271D7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Media cero no significa señal nula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A9E4445C-9E86-453D-845C-A361A8BD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48E56CD-C8C5-446C-B556-01BC07F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Media cero. Figura cuantitativa reproducible; ecuaciones o datos y escala se indican en el recurso.</a:t>
            </a:r>
          </a:p>
        </p:txBody>
      </p:sp>
      <p:sp>
        <p:nvSpPr>
          <p:cNvPr id="7" name="slide-number-48">
            <a:extLst xmlns:a="http://schemas.openxmlformats.org/drawingml/2006/main">
              <a:ext uri="{FF2B5EF4-FFF2-40B4-BE49-F238E27FC236}">
                <a16:creationId xmlns:a16="http://schemas.microsoft.com/office/drawing/2014/main" id="{BC05BC07-DEA1-45E5-9D8E-B9865487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15f2a23d4011">
            <a:extLst>
              <a:ext uri="{96DAC541-7B7A-43D3-8B79-37D633B846F1}">
                <asvg:svgBlip xmlns:asvg="http://schemas.microsoft.com/office/drawing/2016/SVG/main" r:embed="Re0a9459b664843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D856AD64-6584-439A-A3F1-94F1A5A5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49">
            <a:extLst xmlns:a="http://schemas.openxmlformats.org/drawingml/2006/main">
              <a:ext uri="{FF2B5EF4-FFF2-40B4-BE49-F238E27FC236}">
                <a16:creationId xmlns:a16="http://schemas.microsoft.com/office/drawing/2014/main" id="{FFAA65C5-7E93-4875-B958-EBE179E8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9">
            <a:extLst xmlns:a="http://schemas.openxmlformats.org/drawingml/2006/main">
              <a:ext uri="{FF2B5EF4-FFF2-40B4-BE49-F238E27FC236}">
                <a16:creationId xmlns:a16="http://schemas.microsoft.com/office/drawing/2014/main" id="{F49D4C84-8CF1-4815-93CD-850458CB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descriptor elegirías en cada problema?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50094FE8-9348-424A-8830-BFED1C39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177DBB3-0F49-4CE2-B878-564388C6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Pico para saturación; valor medio para componente continua.</a:t>
            </a:r>
          </a:p>
        </p:txBody>
      </p:sp>
      <p:sp>
        <p:nvSpPr>
          <p:cNvPr id="7" name="slide-number-49">
            <a:extLst xmlns:a="http://schemas.openxmlformats.org/drawingml/2006/main">
              <a:ext uri="{FF2B5EF4-FFF2-40B4-BE49-F238E27FC236}">
                <a16:creationId xmlns:a16="http://schemas.microsoft.com/office/drawing/2014/main" id="{6CA4ED62-A282-4029-A194-FEFD4134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cbc8264dd4c34">
            <a:extLst>
              <a:ext uri="{96DAC541-7B7A-43D3-8B79-37D633B846F1}">
                <asvg:svgBlip xmlns:asvg="http://schemas.microsoft.com/office/drawing/2016/SVG/main" r:embed="R3ef0c8424c9042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D85E53C0-3C00-495B-A968-02C1E454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50">
            <a:extLst xmlns:a="http://schemas.openxmlformats.org/drawingml/2006/main">
              <a:ext uri="{FF2B5EF4-FFF2-40B4-BE49-F238E27FC236}">
                <a16:creationId xmlns:a16="http://schemas.microsoft.com/office/drawing/2014/main" id="{CDE4BECF-7169-43E4-99AB-82BBE4B3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0">
            <a:extLst xmlns:a="http://schemas.openxmlformats.org/drawingml/2006/main">
              <a:ext uri="{FF2B5EF4-FFF2-40B4-BE49-F238E27FC236}">
                <a16:creationId xmlns:a16="http://schemas.microsoft.com/office/drawing/2014/main" id="{4A69EEA3-56BD-4010-93CB-4A297BFA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Instante, extremo, excursión y balance: cuatro preguntas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CA676D6-5E71-4C7E-B7BB-1C5106AC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A3B947F-96F7-4B2E-989C-86C2F7CC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anotados. Esquema conceptual; las distancias, tamaños y formas no representan una escala física salvo indicación expresa.</a:t>
            </a:r>
          </a:p>
        </p:txBody>
      </p:sp>
      <p:sp>
        <p:nvSpPr>
          <p:cNvPr id="7" name="slide-number-50">
            <a:extLst xmlns:a="http://schemas.openxmlformats.org/drawingml/2006/main">
              <a:ext uri="{FF2B5EF4-FFF2-40B4-BE49-F238E27FC236}">
                <a16:creationId xmlns:a16="http://schemas.microsoft.com/office/drawing/2014/main" id="{54961D9F-7881-43FA-B721-9DDC5F43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4233AAC0-3136-4A85-8EF6-5BC9938D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D2D394E3-49AC-41D8-B8F0-46BA834C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resumimos el efecto de una señal alternante?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3ABE504A-505B-4B63-95E0-0803EA44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cuantificamos el tamaño cuadrático de una señal?</a:t>
            </a:r>
          </a:p>
        </p:txBody>
      </p:sp>
      <p:sp>
        <p:nvSpPr>
          <p:cNvPr id="4" name="slide-number-51">
            <a:extLst xmlns:a="http://schemas.openxmlformats.org/drawingml/2006/main">
              <a:ext uri="{FF2B5EF4-FFF2-40B4-BE49-F238E27FC236}">
                <a16:creationId xmlns:a16="http://schemas.microsoft.com/office/drawing/2014/main" id="{CF07ADA6-C8E1-455C-941B-3CD3BDBF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97c0b10104e4f">
            <a:extLst>
              <a:ext uri="{96DAC541-7B7A-43D3-8B79-37D633B846F1}">
                <asvg:svgBlip xmlns:asvg="http://schemas.microsoft.com/office/drawing/2016/SVG/main" r:embed="R8011f64ec6994c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1D4C5033-591B-4F31-8346-5084AD6F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52">
            <a:extLst xmlns:a="http://schemas.openxmlformats.org/drawingml/2006/main">
              <a:ext uri="{FF2B5EF4-FFF2-40B4-BE49-F238E27FC236}">
                <a16:creationId xmlns:a16="http://schemas.microsoft.com/office/drawing/2014/main" id="{98D40EB2-1582-4874-A0B0-AA184D1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2">
            <a:extLst xmlns:a="http://schemas.openxmlformats.org/drawingml/2006/main">
              <a:ext uri="{FF2B5EF4-FFF2-40B4-BE49-F238E27FC236}">
                <a16:creationId xmlns:a16="http://schemas.microsoft.com/office/drawing/2014/main" id="{5818DDC5-6F24-421E-8AF9-F175852A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RMS: cuadrar, promediar y extraer raíz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CE5DD15A-E521-4C8E-84FF-3C187E9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D4763A4-4447-4E91-A5D2-4568C2B9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52">
            <a:extLst xmlns:a="http://schemas.openxmlformats.org/drawingml/2006/main">
              <a:ext uri="{FF2B5EF4-FFF2-40B4-BE49-F238E27FC236}">
                <a16:creationId xmlns:a16="http://schemas.microsoft.com/office/drawing/2014/main" id="{A2408FFC-0F91-4A46-A957-9E5117A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52c9bd81e4ad4">
            <a:extLst>
              <a:ext uri="{96DAC541-7B7A-43D3-8B79-37D633B846F1}">
                <asvg:svgBlip xmlns:asvg="http://schemas.microsoft.com/office/drawing/2016/SVG/main" r:embed="R90d7c984019f43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E96EA89B-DD46-490D-9454-6C7FD452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53">
            <a:extLst xmlns:a="http://schemas.openxmlformats.org/drawingml/2006/main">
              <a:ext uri="{FF2B5EF4-FFF2-40B4-BE49-F238E27FC236}">
                <a16:creationId xmlns:a16="http://schemas.microsoft.com/office/drawing/2014/main" id="{48FF3407-0C3C-4E63-AD24-56A2D034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3">
            <a:extLst xmlns:a="http://schemas.openxmlformats.org/drawingml/2006/main">
              <a:ext uri="{FF2B5EF4-FFF2-40B4-BE49-F238E27FC236}">
                <a16:creationId xmlns:a16="http://schemas.microsoft.com/office/drawing/2014/main" id="{9149C535-9F0E-4193-B7F6-CF499F06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cuadrado transforma signo en contribución positiva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ADD9A03-37F9-498E-AAA0-B0E12024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79307079-9404-4062-8E74-A2033149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Construcción RMS. Figura cuantitativa reproducible; ecuaciones o datos y escala se indican en el recurso.</a:t>
            </a:r>
          </a:p>
        </p:txBody>
      </p:sp>
      <p:sp>
        <p:nvSpPr>
          <p:cNvPr id="7" name="slide-number-53">
            <a:extLst xmlns:a="http://schemas.openxmlformats.org/drawingml/2006/main">
              <a:ext uri="{FF2B5EF4-FFF2-40B4-BE49-F238E27FC236}">
                <a16:creationId xmlns:a16="http://schemas.microsoft.com/office/drawing/2014/main" id="{F5FEB58E-A9B5-454A-85CF-2AC0524C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71117a2cd4750">
            <a:extLst>
              <a:ext uri="{96DAC541-7B7A-43D3-8B79-37D633B846F1}">
                <asvg:svgBlip xmlns:asvg="http://schemas.microsoft.com/office/drawing/2016/SVG/main" r:embed="R5e9e1eaa735746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81C06130-AD20-4D89-B34B-9D55D977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54">
            <a:extLst xmlns:a="http://schemas.openxmlformats.org/drawingml/2006/main">
              <a:ext uri="{FF2B5EF4-FFF2-40B4-BE49-F238E27FC236}">
                <a16:creationId xmlns:a16="http://schemas.microsoft.com/office/drawing/2014/main" id="{ADB85A2D-380D-4B06-95CC-A63B6B3D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4">
            <a:extLst xmlns:a="http://schemas.openxmlformats.org/drawingml/2006/main">
              <a:ext uri="{FF2B5EF4-FFF2-40B4-BE49-F238E27FC236}">
                <a16:creationId xmlns:a16="http://schemas.microsoft.com/office/drawing/2014/main" id="{4F8CCFB6-F144-4582-9473-C9F87701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ventana de observación forma parte del RMS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304EC7C-5B02-490F-A9E5-E44104FC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5A90E01-8B38-4742-A9C5-2738F4E8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54">
            <a:extLst xmlns:a="http://schemas.openxmlformats.org/drawingml/2006/main">
              <a:ext uri="{FF2B5EF4-FFF2-40B4-BE49-F238E27FC236}">
                <a16:creationId xmlns:a16="http://schemas.microsoft.com/office/drawing/2014/main" id="{FDCF159D-58C5-47DF-8164-91456243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74ae2ec374c40">
            <a:extLst>
              <a:ext uri="{96DAC541-7B7A-43D3-8B79-37D633B846F1}">
                <asvg:svgBlip xmlns:asvg="http://schemas.microsoft.com/office/drawing/2016/SVG/main" r:embed="Rc2cd6fd76b6c47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2F87DFC6-FF69-49FC-811F-155AE5E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55">
            <a:extLst xmlns:a="http://schemas.openxmlformats.org/drawingml/2006/main">
              <a:ext uri="{FF2B5EF4-FFF2-40B4-BE49-F238E27FC236}">
                <a16:creationId xmlns:a16="http://schemas.microsoft.com/office/drawing/2014/main" id="{8646B79D-B8FC-44E3-9FE2-7CD2A09A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5">
            <a:extLst xmlns:a="http://schemas.openxmlformats.org/drawingml/2006/main">
              <a:ext uri="{FF2B5EF4-FFF2-40B4-BE49-F238E27FC236}">
                <a16:creationId xmlns:a16="http://schemas.microsoft.com/office/drawing/2014/main" id="{CB43EE24-9B7E-4065-AE06-B7360632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una sinusoide, `xᵣms=xₚico/√2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9B8986F-4BDE-4F93-8F97-4A72675F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58DFD237-8D03-4542-AA39-0F969F8C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55">
            <a:extLst xmlns:a="http://schemas.openxmlformats.org/drawingml/2006/main">
              <a:ext uri="{FF2B5EF4-FFF2-40B4-BE49-F238E27FC236}">
                <a16:creationId xmlns:a16="http://schemas.microsoft.com/office/drawing/2014/main" id="{EABC9FE0-6994-495D-B061-69A9A19A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2296870394f07">
            <a:extLst>
              <a:ext uri="{96DAC541-7B7A-43D3-8B79-37D633B846F1}">
                <asvg:svgBlip xmlns:asvg="http://schemas.microsoft.com/office/drawing/2016/SVG/main" r:embed="R4cbed1c9cdc84c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7565FBC-9178-4AA7-A3CA-FF7D946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56">
            <a:extLst xmlns:a="http://schemas.openxmlformats.org/drawingml/2006/main">
              <a:ext uri="{FF2B5EF4-FFF2-40B4-BE49-F238E27FC236}">
                <a16:creationId xmlns:a16="http://schemas.microsoft.com/office/drawing/2014/main" id="{ECA06C08-C3D1-4531-A493-B0C03D4B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6">
            <a:extLst xmlns:a="http://schemas.openxmlformats.org/drawingml/2006/main">
              <a:ext uri="{FF2B5EF4-FFF2-40B4-BE49-F238E27FC236}">
                <a16:creationId xmlns:a16="http://schemas.microsoft.com/office/drawing/2014/main" id="{4AF3F97B-8000-40E2-B292-B15BEB32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pico a RMS sin perder unidades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085652D6-2862-45EE-BD3D-47DB730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1BECF52-9CBC-4F65-87AB-E6FBB119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Construcción RMS. Esquema conceptual; las distancias, tamaños y formas no representan una escala física salvo indicación expresa.</a:t>
            </a:r>
          </a:p>
        </p:txBody>
      </p:sp>
      <p:sp>
        <p:nvSpPr>
          <p:cNvPr id="7" name="slide-number-56">
            <a:extLst xmlns:a="http://schemas.openxmlformats.org/drawingml/2006/main">
              <a:ext uri="{FF2B5EF4-FFF2-40B4-BE49-F238E27FC236}">
                <a16:creationId xmlns:a16="http://schemas.microsoft.com/office/drawing/2014/main" id="{91CF0D97-2B85-47FA-A76D-3866C50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ba9cee8804a2c">
            <a:extLst>
              <a:ext uri="{96DAC541-7B7A-43D3-8B79-37D633B846F1}">
                <asvg:svgBlip xmlns:asvg="http://schemas.microsoft.com/office/drawing/2016/SVG/main" r:embed="Rb8a408a0c54643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26FEEABA-757E-40F2-8870-E384C1F3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57">
            <a:extLst xmlns:a="http://schemas.openxmlformats.org/drawingml/2006/main">
              <a:ext uri="{FF2B5EF4-FFF2-40B4-BE49-F238E27FC236}">
                <a16:creationId xmlns:a16="http://schemas.microsoft.com/office/drawing/2014/main" id="{F532E6AC-7F98-41EF-B673-FBDFB598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7">
            <a:extLst xmlns:a="http://schemas.openxmlformats.org/drawingml/2006/main">
              <a:ext uri="{FF2B5EF4-FFF2-40B4-BE49-F238E27FC236}">
                <a16:creationId xmlns:a16="http://schemas.microsoft.com/office/drawing/2014/main" id="{5FDDAF01-F8FB-4F1C-B426-ADF4CF1A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Tono puro y señal compleja pueden compartir RMS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B3DD68A1-D750-4F1F-9FE4-FBBB714E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D4F7818-1DBA-4DD8-87AC-E4CC88C3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 RMS, distinta forma. Figura cuantitativa reproducible; ecuaciones o datos y escala se indican en el recurso. · señales sintéticas · mism…</a:t>
            </a:r>
          </a:p>
        </p:txBody>
      </p:sp>
      <p:sp>
        <p:nvSpPr>
          <p:cNvPr id="7" name="slide-number-57">
            <a:extLst xmlns:a="http://schemas.openxmlformats.org/drawingml/2006/main">
              <a:ext uri="{FF2B5EF4-FFF2-40B4-BE49-F238E27FC236}">
                <a16:creationId xmlns:a16="http://schemas.microsoft.com/office/drawing/2014/main" id="{6084A345-4DC7-474A-AF84-5A3D2A4B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21c6bc9724cd3">
            <a:extLst>
              <a:ext uri="{96DAC541-7B7A-43D3-8B79-37D633B846F1}">
                <asvg:svgBlip xmlns:asvg="http://schemas.microsoft.com/office/drawing/2016/SVG/main" r:embed="R0f70b3c5de9b4c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1F09D609-39DE-4660-8935-5C0C78DB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58">
            <a:extLst xmlns:a="http://schemas.openxmlformats.org/drawingml/2006/main">
              <a:ext uri="{FF2B5EF4-FFF2-40B4-BE49-F238E27FC236}">
                <a16:creationId xmlns:a16="http://schemas.microsoft.com/office/drawing/2014/main" id="{4B9348C8-E399-4E5B-8CC8-2AC2E49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8">
            <a:extLst xmlns:a="http://schemas.openxmlformats.org/drawingml/2006/main">
              <a:ext uri="{FF2B5EF4-FFF2-40B4-BE49-F238E27FC236}">
                <a16:creationId xmlns:a16="http://schemas.microsoft.com/office/drawing/2014/main" id="{5548453C-DFC8-4089-A00E-8382D6D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RMS resume tamaño eficaz, no forma ni frecuencia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40337E83-1213-430C-9C62-5F37CA6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A910858-BB35-4C79-93EB-1FC38ABE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Microvisuales de apoyo. Esquema conceptual; las distancias, tamaños y formas no representan una escala física salvo indicación expresa.</a:t>
            </a:r>
          </a:p>
        </p:txBody>
      </p:sp>
      <p:sp>
        <p:nvSpPr>
          <p:cNvPr id="7" name="slide-number-58">
            <a:extLst xmlns:a="http://schemas.openxmlformats.org/drawingml/2006/main">
              <a:ext uri="{FF2B5EF4-FFF2-40B4-BE49-F238E27FC236}">
                <a16:creationId xmlns:a16="http://schemas.microsoft.com/office/drawing/2014/main" id="{12DB95F5-49E2-44A6-859A-F241969A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34A098AE-88E2-43D7-A274-F64E20A5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A8897516-6EA4-4DD9-A6E4-BC6378DB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nivel siempre compara con una referencia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8DD6FFD4-EA5D-4601-8F35-0C0AAFE8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debe acompañar siempre a un valor en decibeles?</a:t>
            </a:r>
          </a:p>
        </p:txBody>
      </p:sp>
      <p:sp>
        <p:nvSpPr>
          <p:cNvPr id="4" name="slide-number-59">
            <a:extLst xmlns:a="http://schemas.openxmlformats.org/drawingml/2006/main">
              <a:ext uri="{FF2B5EF4-FFF2-40B4-BE49-F238E27FC236}">
                <a16:creationId xmlns:a16="http://schemas.microsoft.com/office/drawing/2014/main" id="{161F61D4-6A62-4858-9898-FF4CD7C9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bf89874ca4c9c">
            <a:extLst>
              <a:ext uri="{96DAC541-7B7A-43D3-8B79-37D633B846F1}">
                <asvg:svgBlip xmlns:asvg="http://schemas.microsoft.com/office/drawing/2016/SVG/main" r:embed="Raa6554840bae4f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662BF5B9-ECFE-4A9C-8F3B-CC5D14E2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60">
            <a:extLst xmlns:a="http://schemas.openxmlformats.org/drawingml/2006/main">
              <a:ext uri="{FF2B5EF4-FFF2-40B4-BE49-F238E27FC236}">
                <a16:creationId xmlns:a16="http://schemas.microsoft.com/office/drawing/2014/main" id="{C5E2F194-B5AD-4E8F-B659-C5E2419E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0">
            <a:extLst xmlns:a="http://schemas.openxmlformats.org/drawingml/2006/main">
              <a:ext uri="{FF2B5EF4-FFF2-40B4-BE49-F238E27FC236}">
                <a16:creationId xmlns:a16="http://schemas.microsoft.com/office/drawing/2014/main" id="{F6AFBC2F-6B96-4682-9B17-320035AA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informar un nivel hacen falta tres datos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ACDFB754-0F4B-4E96-A14D-B84AA1B7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6164FA2-EDC1-4385-85A2-1A66A12F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0">
            <a:extLst xmlns:a="http://schemas.openxmlformats.org/drawingml/2006/main">
              <a:ext uri="{FF2B5EF4-FFF2-40B4-BE49-F238E27FC236}">
                <a16:creationId xmlns:a16="http://schemas.microsoft.com/office/drawing/2014/main" id="{AE2ACBF0-74A4-48ED-905C-2171728B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73c61bfc34199">
            <a:extLst>
              <a:ext uri="{96DAC541-7B7A-43D3-8B79-37D633B846F1}">
                <asvg:svgBlip xmlns:asvg="http://schemas.microsoft.com/office/drawing/2016/SVG/main" r:embed="Rf4757959715942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94D2EFAD-11F4-4319-9893-724A9EBB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61">
            <a:extLst xmlns:a="http://schemas.openxmlformats.org/drawingml/2006/main">
              <a:ext uri="{FF2B5EF4-FFF2-40B4-BE49-F238E27FC236}">
                <a16:creationId xmlns:a16="http://schemas.microsoft.com/office/drawing/2014/main" id="{63FB8752-38DA-44D3-8115-F9532849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1">
            <a:extLst xmlns:a="http://schemas.openxmlformats.org/drawingml/2006/main">
              <a:ext uri="{FF2B5EF4-FFF2-40B4-BE49-F238E27FC236}">
                <a16:creationId xmlns:a16="http://schemas.microsoft.com/office/drawing/2014/main" id="{C64CFD70-DCB6-42F9-974E-59E74B1D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“60 dB” es una información incompleta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7B586934-655E-4A08-866B-D7D23E72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312DB07-FEDF-4628-96B9-85DAF238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1">
            <a:extLst xmlns:a="http://schemas.openxmlformats.org/drawingml/2006/main">
              <a:ext uri="{FF2B5EF4-FFF2-40B4-BE49-F238E27FC236}">
                <a16:creationId xmlns:a16="http://schemas.microsoft.com/office/drawing/2014/main" id="{5E2CC0E7-D488-42F3-943E-9DA4DCB5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95aa1635249c2">
            <a:extLst>
              <a:ext uri="{96DAC541-7B7A-43D3-8B79-37D633B846F1}">
                <asvg:svgBlip xmlns:asvg="http://schemas.microsoft.com/office/drawing/2016/SVG/main" r:embed="R29595d4a33a44b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7972F55-1F6E-4D08-B92A-A130CDC6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62">
            <a:extLst xmlns:a="http://schemas.openxmlformats.org/drawingml/2006/main">
              <a:ext uri="{FF2B5EF4-FFF2-40B4-BE49-F238E27FC236}">
                <a16:creationId xmlns:a16="http://schemas.microsoft.com/office/drawing/2014/main" id="{919FFBCA-383F-4D44-881B-4BF7C2E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2">
            <a:extLst xmlns:a="http://schemas.openxmlformats.org/drawingml/2006/main">
              <a:ext uri="{FF2B5EF4-FFF2-40B4-BE49-F238E27FC236}">
                <a16:creationId xmlns:a16="http://schemas.microsoft.com/office/drawing/2014/main" id="{3A6E4DF5-78C2-47D6-A4D5-546C7A8F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Lₚ` compara presión RMS con una referencia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DF66B4E-AB3D-4D28-A27F-B931DE18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706FA3C7-416C-4A3F-AB8E-80A70C4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2">
            <a:extLst xmlns:a="http://schemas.openxmlformats.org/drawingml/2006/main">
              <a:ext uri="{FF2B5EF4-FFF2-40B4-BE49-F238E27FC236}">
                <a16:creationId xmlns:a16="http://schemas.microsoft.com/office/drawing/2014/main" id="{B5E54617-2B6B-4239-8645-791B7C83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e10725183423d">
            <a:extLst>
              <a:ext uri="{96DAC541-7B7A-43D3-8B79-37D633B846F1}">
                <asvg:svgBlip xmlns:asvg="http://schemas.microsoft.com/office/drawing/2016/SVG/main" r:embed="R504020090d1f4c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A4E10458-0A9D-447B-948D-E7D4AD0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63">
            <a:extLst xmlns:a="http://schemas.openxmlformats.org/drawingml/2006/main">
              <a:ext uri="{FF2B5EF4-FFF2-40B4-BE49-F238E27FC236}">
                <a16:creationId xmlns:a16="http://schemas.microsoft.com/office/drawing/2014/main" id="{F1AF558A-7AD2-485E-AA15-F8627075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3">
            <a:extLst xmlns:a="http://schemas.openxmlformats.org/drawingml/2006/main">
              <a:ext uri="{FF2B5EF4-FFF2-40B4-BE49-F238E27FC236}">
                <a16:creationId xmlns:a16="http://schemas.microsoft.com/office/drawing/2014/main" id="{C9C03709-618C-4385-BA26-116AA264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0,20 Pa corresponde a 80 dB SPL` en aire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CA28E33-08FF-47F0-B25E-605758A2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57C69570-32FA-40AD-BA1B-B0273E13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3">
            <a:extLst xmlns:a="http://schemas.openxmlformats.org/drawingml/2006/main">
              <a:ext uri="{FF2B5EF4-FFF2-40B4-BE49-F238E27FC236}">
                <a16:creationId xmlns:a16="http://schemas.microsoft.com/office/drawing/2014/main" id="{B4358F7A-0EB0-4BB2-8BAE-CC8B5413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cf617b14046aa">
            <a:extLst>
              <a:ext uri="{96DAC541-7B7A-43D3-8B79-37D633B846F1}">
                <asvg:svgBlip xmlns:asvg="http://schemas.microsoft.com/office/drawing/2016/SVG/main" r:embed="Rd1a03e43710e40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AD38622-47B8-4902-A82C-E4F96CA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64">
            <a:extLst xmlns:a="http://schemas.openxmlformats.org/drawingml/2006/main">
              <a:ext uri="{FF2B5EF4-FFF2-40B4-BE49-F238E27FC236}">
                <a16:creationId xmlns:a16="http://schemas.microsoft.com/office/drawing/2014/main" id="{5852B692-6698-4D59-BA34-E09D998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4">
            <a:extLst xmlns:a="http://schemas.openxmlformats.org/drawingml/2006/main">
              <a:ext uri="{FF2B5EF4-FFF2-40B4-BE49-F238E27FC236}">
                <a16:creationId xmlns:a16="http://schemas.microsoft.com/office/drawing/2014/main" id="{9B25766A-216E-4DFC-A191-402A5CA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escala logarítmica comprime un rango enorme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0F8947F-45F8-42B9-B67C-824AE731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EE7CC2F-DB65-46D5-BE66-E4AF7733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y nivel. Figura cuantitativa reproducible; ecuaciones o datos y escala se indican en el recurso.</a:t>
            </a:r>
          </a:p>
        </p:txBody>
      </p:sp>
      <p:sp>
        <p:nvSpPr>
          <p:cNvPr id="7" name="slide-number-64">
            <a:extLst xmlns:a="http://schemas.openxmlformats.org/drawingml/2006/main">
              <a:ext uri="{FF2B5EF4-FFF2-40B4-BE49-F238E27FC236}">
                <a16:creationId xmlns:a16="http://schemas.microsoft.com/office/drawing/2014/main" id="{51C7547A-242B-49BE-AAEE-FE82C19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ccf2c18d24f86">
            <a:extLst>
              <a:ext uri="{96DAC541-7B7A-43D3-8B79-37D633B846F1}">
                <asvg:svgBlip xmlns:asvg="http://schemas.microsoft.com/office/drawing/2016/SVG/main" r:embed="Rcbf61c67df6b46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7693CAD6-2944-4B95-A427-BC673750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65">
            <a:extLst xmlns:a="http://schemas.openxmlformats.org/drawingml/2006/main">
              <a:ext uri="{FF2B5EF4-FFF2-40B4-BE49-F238E27FC236}">
                <a16:creationId xmlns:a16="http://schemas.microsoft.com/office/drawing/2014/main" id="{E1FE6ED8-B7B4-4F67-B5E4-E9D9E482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5">
            <a:extLst xmlns:a="http://schemas.openxmlformats.org/drawingml/2006/main">
              <a:ext uri="{FF2B5EF4-FFF2-40B4-BE49-F238E27FC236}">
                <a16:creationId xmlns:a16="http://schemas.microsoft.com/office/drawing/2014/main" id="{33D44289-3618-4B19-83F8-C5158D8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Igual presión y distinto pᵣef producen niveles distintos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1A12A2E-9FEE-4A6D-A09A-0DC05D71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588B4D8E-1819-4EAE-A2FC-8DDBFE6B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5">
            <a:extLst xmlns:a="http://schemas.openxmlformats.org/drawingml/2006/main">
              <a:ext uri="{FF2B5EF4-FFF2-40B4-BE49-F238E27FC236}">
                <a16:creationId xmlns:a16="http://schemas.microsoft.com/office/drawing/2014/main" id="{6AFDFBE0-5E8C-4D0F-880E-7331361C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eefd365c7482c">
            <a:extLst>
              <a:ext uri="{96DAC541-7B7A-43D3-8B79-37D633B846F1}">
                <asvg:svgBlip xmlns:asvg="http://schemas.microsoft.com/office/drawing/2016/SVG/main" r:embed="R02565bd194684b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E47084EB-7EA7-45A9-BE39-60ED80C5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66">
            <a:extLst xmlns:a="http://schemas.openxmlformats.org/drawingml/2006/main">
              <a:ext uri="{FF2B5EF4-FFF2-40B4-BE49-F238E27FC236}">
                <a16:creationId xmlns:a16="http://schemas.microsoft.com/office/drawing/2014/main" id="{16F2D97D-A336-413E-8203-80811B7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6">
            <a:extLst xmlns:a="http://schemas.openxmlformats.org/drawingml/2006/main">
              <a:ext uri="{FF2B5EF4-FFF2-40B4-BE49-F238E27FC236}">
                <a16:creationId xmlns:a16="http://schemas.microsoft.com/office/drawing/2014/main" id="{D335F862-AE97-42BA-A325-4C40F68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factor 20 proviene de una relación cuadrática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E436B5B-CD44-4340-9119-ED65F801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F354D52B-270F-4559-8CD2-7D1E6293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6">
            <a:extLst xmlns:a="http://schemas.openxmlformats.org/drawingml/2006/main">
              <a:ext uri="{FF2B5EF4-FFF2-40B4-BE49-F238E27FC236}">
                <a16:creationId xmlns:a16="http://schemas.microsoft.com/office/drawing/2014/main" id="{5973B341-CC1A-4D55-82E8-8F8EA613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0" name="Tabla 8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476500"/>
                <a:gridCol w="2476500"/>
                <a:gridCol w="2476500"/>
              </a:tblGrid>
              <a:tr h="5905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Prefijo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Factor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kilo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kHz = 1000 Hz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mili</a:t>
                      </a:r>
                    </a:p>
                  </a:txBody>
                  <a:tcPr marL="91440" marR="91440" marT="45720" marB="45720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10⁻³</a:t>
                      </a:r>
                    </a:p>
                  </a:txBody>
                  <a:tcPr marL="91440" marR="91440" marT="45720" marB="45720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ms = 0,001 s</a:t>
                      </a:r>
                    </a:p>
                  </a:txBody>
                  <a:tcPr marL="91440" marR="91440" marT="45720" marB="45720">
                    <a:solidFill>
                      <a:srgbClr val="F7F6F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micro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10⁻⁶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µs = 0,000001 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mega</a:t>
                      </a:r>
                    </a:p>
                  </a:txBody>
                  <a:tcPr marL="91440" marR="91440" marT="45720" marB="45720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10⁶</a:t>
                      </a:r>
                    </a:p>
                  </a:txBody>
                  <a:tcPr marL="91440" marR="91440" marT="45720" marB="45720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MHz = 1 000 000 Hz</a:t>
                      </a:r>
                    </a:p>
                  </a:txBody>
                  <a:tcPr marL="91440" marR="91440" marT="45720" marB="45720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Marcador de tabla 6">
            <a:extLst xmlns:a="http://schemas.openxmlformats.org/drawingml/2006/main">
              <a:ext uri="{FF2B5EF4-FFF2-40B4-BE49-F238E27FC236}">
                <a16:creationId xmlns:a16="http://schemas.microsoft.com/office/drawing/2014/main" id="{3E0641FC-7532-A427-1590-9BE2BA261B03}"/>
              </a:ext>
            </a:extLst>
          </p:cNvPr>
          <p:cNvSpPr>
            <a:spLocks xmlns:a="http://schemas.openxmlformats.org/drawingml/2006/main" noGrp="1"/>
          </p:cNvSpPr>
          <p:nvPr>
            <p:ph type="tbl" idx="11"/>
          </p:nvPr>
        </p:nvSpPr>
        <p:spPr>
          <a:xfrm xmlns:a="http://schemas.openxmlformats.org/drawingml/2006/main">
            <a:off x="-47625000" y="-47625000"/>
            <a:ext cx="9525" cy="9525"/>
          </a:xfrm>
        </p:spPr>
      </p:sp>
      <p:graphicFrame>
        <p:nvGraphicFramePr>
          <p:cNvPr id="22" name="Marcador de tabla 6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"/>
              </a:tblGrid>
              <a:tr h="9525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23" name="Marcador de tabla 6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"/>
              </a:tblGrid>
              <a:tr h="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47363cdac42e4">
            <a:extLst>
              <a:ext uri="{96DAC541-7B7A-43D3-8B79-37D633B846F1}">
                <asvg:svgBlip xmlns:asvg="http://schemas.microsoft.com/office/drawing/2016/SVG/main" r:embed="Rffd43b561ec44b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14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14BCA4F0-E475-4869-96A3-ACA52F8F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yebrow-U04-067">
            <a:extLst xmlns:a="http://schemas.openxmlformats.org/drawingml/2006/main">
              <a:ext uri="{FF2B5EF4-FFF2-40B4-BE49-F238E27FC236}">
                <a16:creationId xmlns:a16="http://schemas.microsoft.com/office/drawing/2014/main" id="{FC82ED90-D9A0-47A6-A24F-6064C8D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16" name="title-U04-067">
            <a:extLst xmlns:a="http://schemas.openxmlformats.org/drawingml/2006/main">
              <a:ext uri="{FF2B5EF4-FFF2-40B4-BE49-F238E27FC236}">
                <a16:creationId xmlns:a16="http://schemas.microsoft.com/office/drawing/2014/main" id="{BB274EEE-DE0F-426C-81F0-CBE869F6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Presión, intensidad y potencia tienen niveles distintos</a:t>
            </a:r>
          </a:p>
        </p:txBody>
      </p:sp>
      <p:sp>
        <p:nvSpPr>
          <p:cNvPr id="17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C335606B-296A-4183-A335-C440AA17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DDB0A906-5321-4B42-A494-D186E0EB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19" name="slide-number-67">
            <a:extLst xmlns:a="http://schemas.openxmlformats.org/drawingml/2006/main">
              <a:ext uri="{FF2B5EF4-FFF2-40B4-BE49-F238E27FC236}">
                <a16:creationId xmlns:a16="http://schemas.microsoft.com/office/drawing/2014/main" id="{315C00C8-F9E2-4C67-ADA3-DF503D5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c0336d6d74b98">
            <a:extLst>
              <a:ext uri="{96DAC541-7B7A-43D3-8B79-37D633B846F1}">
                <asvg:svgBlip xmlns:asvg="http://schemas.microsoft.com/office/drawing/2016/SVG/main" r:embed="Re3d244fe44e342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9A63DFEE-9C99-4BB8-8053-DA355803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68">
            <a:extLst xmlns:a="http://schemas.openxmlformats.org/drawingml/2006/main">
              <a:ext uri="{FF2B5EF4-FFF2-40B4-BE49-F238E27FC236}">
                <a16:creationId xmlns:a16="http://schemas.microsoft.com/office/drawing/2014/main" id="{1FCED473-9A02-4EE5-994F-CFDFF347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8">
            <a:extLst xmlns:a="http://schemas.openxmlformats.org/drawingml/2006/main">
              <a:ext uri="{FF2B5EF4-FFF2-40B4-BE49-F238E27FC236}">
                <a16:creationId xmlns:a16="http://schemas.microsoft.com/office/drawing/2014/main" id="{D7890418-3769-4EB3-A719-492DFE7B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SPL, HL y sonoridad no son sinónimos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10C9EEB-C7F0-4556-B4EF-74D53D57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9C42AEB8-6F56-4E97-953D-8D4EF6C2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8">
            <a:extLst xmlns:a="http://schemas.openxmlformats.org/drawingml/2006/main">
              <a:ext uri="{FF2B5EF4-FFF2-40B4-BE49-F238E27FC236}">
                <a16:creationId xmlns:a16="http://schemas.microsoft.com/office/drawing/2014/main" id="{BBB5EEEF-4CEF-446F-8AF9-8B315B89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F0838B95-523C-49F2-ADE2-BB6C99EF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F7C4AF22-1D57-49A4-92C9-5AF1FD38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Para sumar sonidos hay que saber su relación temporal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9091F204-7214-422F-9B24-1F1B5AAA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cambia según la relación temporal entre las señales?</a:t>
            </a:r>
          </a:p>
        </p:txBody>
      </p:sp>
      <p:sp>
        <p:nvSpPr>
          <p:cNvPr id="4" name="slide-number-69">
            <a:extLst xmlns:a="http://schemas.openxmlformats.org/drawingml/2006/main">
              <a:ext uri="{FF2B5EF4-FFF2-40B4-BE49-F238E27FC236}">
                <a16:creationId xmlns:a16="http://schemas.microsoft.com/office/drawing/2014/main" id="{603BED56-629C-4349-9ACA-04B8AC8E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8988133c6245c9"/>
          </a:graphicData>
        </a:graphic>
      </p:graphicFrame>
      <p:sp>
        <p:nvSpPr>
          <p:cNvPr id="15" name="Marcador de gráfico 14">
            <a:extLst xmlns:a="http://schemas.openxmlformats.org/drawingml/2006/main">
              <a:ext uri="{FF2B5EF4-FFF2-40B4-BE49-F238E27FC236}">
                <a16:creationId xmlns:a16="http://schemas.microsoft.com/office/drawing/2014/main" id="{037E51DA-6697-7984-784B-648406DB4719}"/>
              </a:ext>
            </a:extLst>
          </p:cNvPr>
          <p:cNvSpPr>
            <a:spLocks xmlns:a="http://schemas.openxmlformats.org/drawingml/2006/main" noGrp="1"/>
          </p:cNvSpPr>
          <p:nvPr>
            <p:ph type="chart" idx="11"/>
          </p:nvPr>
        </p:nvSpPr>
        <p:spPr>
          <a:xfrm xmlns:a="http://schemas.openxmlformats.org/drawingml/2006/main">
            <a:off x="-47625000" y="-47625000"/>
            <a:ext cx="9525" cy="9525"/>
          </a:xfrm>
        </p:spPr>
      </p:sp>
      <p:graphicFrame>
        <p:nvGraphicFramePr>
          <p:cNvPr id="30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8d666703e24c6d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9caf93d3a74d93"/>
          </a:graphicData>
        </a:graphic>
      </p:graphicFrame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b6f55b0854a28">
            <a:extLst>
              <a:ext uri="{96DAC541-7B7A-43D3-8B79-37D633B846F1}">
                <asvg:svgBlip xmlns:asvg="http://schemas.microsoft.com/office/drawing/2016/SVG/main" r:embed="Rb2896b3269924a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E0F7C4D1-923B-4363-9327-20AFEEA4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yebrow-U04-070">
            <a:extLst xmlns:a="http://schemas.openxmlformats.org/drawingml/2006/main">
              <a:ext uri="{FF2B5EF4-FFF2-40B4-BE49-F238E27FC236}">
                <a16:creationId xmlns:a16="http://schemas.microsoft.com/office/drawing/2014/main" id="{BC75CAEA-1FD1-45D8-B944-B8BA3B2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70">
            <a:extLst xmlns:a="http://schemas.openxmlformats.org/drawingml/2006/main">
              <a:ext uri="{FF2B5EF4-FFF2-40B4-BE49-F238E27FC236}">
                <a16:creationId xmlns:a16="http://schemas.microsoft.com/office/drawing/2014/main" id="{5E76B872-EB23-4752-A709-1CC5C791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Primero se suman presiones instantáneas</a:t>
            </a:r>
          </a:p>
        </p:txBody>
      </p:sp>
      <p:sp>
        <p:nvSpPr>
          <p:cNvPr id="2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D4657C09-CF19-4B2A-AFE8-8D50C7E1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3330768-E7BA-40D9-B015-A8E3A19A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 y Lógica de suma. El gráfico es cuantitativo; el esquema organiza las condiciones y no está a escala.</a:t>
            </a:r>
          </a:p>
        </p:txBody>
      </p:sp>
      <p:sp>
        <p:nvSpPr>
          <p:cNvPr id="27" name="slide-number-70">
            <a:extLst xmlns:a="http://schemas.openxmlformats.org/drawingml/2006/main">
              <a:ext uri="{FF2B5EF4-FFF2-40B4-BE49-F238E27FC236}">
                <a16:creationId xmlns:a16="http://schemas.microsoft.com/office/drawing/2014/main" id="{FFF347BF-FA72-4382-B9C0-C580764A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c2f5c4f034518">
            <a:extLst>
              <a:ext uri="{96DAC541-7B7A-43D3-8B79-37D633B846F1}">
                <asvg:svgBlip xmlns:asvg="http://schemas.microsoft.com/office/drawing/2016/SVG/main" r:embed="R3a5717e5c7a640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A62BA4D0-0FBC-4724-86AF-D76FFC6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1">
            <a:extLst xmlns:a="http://schemas.openxmlformats.org/drawingml/2006/main">
              <a:ext uri="{FF2B5EF4-FFF2-40B4-BE49-F238E27FC236}">
                <a16:creationId xmlns:a16="http://schemas.microsoft.com/office/drawing/2014/main" id="{A41AAFA8-109A-4050-9664-638783C1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1">
            <a:extLst xmlns:a="http://schemas.openxmlformats.org/drawingml/2006/main">
              <a:ext uri="{FF2B5EF4-FFF2-40B4-BE49-F238E27FC236}">
                <a16:creationId xmlns:a16="http://schemas.microsoft.com/office/drawing/2014/main" id="{7776A614-FD5F-4CAD-8CDB-9FD8A16A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Coherencia exige una relación de fase estable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07913529-6EBA-4A27-A981-30B7A90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5C93DE5-16E1-4603-9432-2A9D7426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71">
            <a:extLst xmlns:a="http://schemas.openxmlformats.org/drawingml/2006/main">
              <a:ext uri="{FF2B5EF4-FFF2-40B4-BE49-F238E27FC236}">
                <a16:creationId xmlns:a16="http://schemas.microsoft.com/office/drawing/2014/main" id="{6C0CECB0-FBDC-468C-A52A-DCBD97E0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f42b6500140e4">
            <a:extLst>
              <a:ext uri="{96DAC541-7B7A-43D3-8B79-37D633B846F1}">
                <asvg:svgBlip xmlns:asvg="http://schemas.microsoft.com/office/drawing/2016/SVG/main" r:embed="R24988dbed16943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7C7F34E4-0C79-4887-AF23-069E939F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2">
            <a:extLst xmlns:a="http://schemas.openxmlformats.org/drawingml/2006/main">
              <a:ext uri="{FF2B5EF4-FFF2-40B4-BE49-F238E27FC236}">
                <a16:creationId xmlns:a16="http://schemas.microsoft.com/office/drawing/2014/main" id="{F4CEC21A-3573-47A4-A66E-F7070E2E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2">
            <a:extLst xmlns:a="http://schemas.openxmlformats.org/drawingml/2006/main">
              <a:ext uri="{FF2B5EF4-FFF2-40B4-BE49-F238E27FC236}">
                <a16:creationId xmlns:a16="http://schemas.microsoft.com/office/drawing/2014/main" id="{77470AA8-7C88-41D9-94E3-68EB4B6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fase cambia el resultado de fuentes coherentes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0E4E8F78-5736-42F1-8CC0-20D2E789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AE493BE-78D9-407B-A3F5-04921186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fase. Figura cuantitativa reproducible; ecuaciones o datos y escala se indican en el recurso.</a:t>
            </a:r>
          </a:p>
        </p:txBody>
      </p:sp>
      <p:sp>
        <p:nvSpPr>
          <p:cNvPr id="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7AA6CEB9-DAF2-42CC-AF5D-2DC16174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30CFD9FD-19DF-4996-A541-D34FF25D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2">
            <a:extLst xmlns:a="http://schemas.openxmlformats.org/drawingml/2006/main">
              <a:ext uri="{FF2B5EF4-FFF2-40B4-BE49-F238E27FC236}">
                <a16:creationId xmlns:a16="http://schemas.microsoft.com/office/drawing/2014/main" id="{178DB491-D420-47B5-96B8-ECE3FAEF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0085d28184a95">
            <a:extLst>
              <a:ext uri="{96DAC541-7B7A-43D3-8B79-37D633B846F1}">
                <asvg:svgBlip xmlns:asvg="http://schemas.microsoft.com/office/drawing/2016/SVG/main" r:embed="R847177e295ef4f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9C32A4D-D2A9-4760-9BDB-2A517D39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3">
            <a:extLst xmlns:a="http://schemas.openxmlformats.org/drawingml/2006/main">
              <a:ext uri="{FF2B5EF4-FFF2-40B4-BE49-F238E27FC236}">
                <a16:creationId xmlns:a16="http://schemas.microsoft.com/office/drawing/2014/main" id="{DD640056-6E9A-4032-AC9B-0ADBCDE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3">
            <a:extLst xmlns:a="http://schemas.openxmlformats.org/drawingml/2006/main">
              <a:ext uri="{FF2B5EF4-FFF2-40B4-BE49-F238E27FC236}">
                <a16:creationId xmlns:a16="http://schemas.microsoft.com/office/drawing/2014/main" id="{AB37105C-8608-413C-8F38-327F6B7B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suma coherente conserva el término de fase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BA725E31-A1A2-4756-B33A-3E7ED027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FBF6F544-4950-4B30-8C96-3693275C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F12BB84D-5799-43E4-834B-FABF998A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9FC0AD0C-4F69-44DD-B384-3DAA99BD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3">
            <a:extLst xmlns:a="http://schemas.openxmlformats.org/drawingml/2006/main">
              <a:ext uri="{FF2B5EF4-FFF2-40B4-BE49-F238E27FC236}">
                <a16:creationId xmlns:a16="http://schemas.microsoft.com/office/drawing/2014/main" id="{61950723-114E-49EE-B119-F5DD9C38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1e87ec9af4e11">
            <a:extLst>
              <a:ext uri="{96DAC541-7B7A-43D3-8B79-37D633B846F1}">
                <asvg:svgBlip xmlns:asvg="http://schemas.microsoft.com/office/drawing/2016/SVG/main" r:embed="R53ae3512bbdd4d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50D084C-CFC6-41D0-8386-119FA0AE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4">
            <a:extLst xmlns:a="http://schemas.openxmlformats.org/drawingml/2006/main">
              <a:ext uri="{FF2B5EF4-FFF2-40B4-BE49-F238E27FC236}">
                <a16:creationId xmlns:a16="http://schemas.microsoft.com/office/drawing/2014/main" id="{8FE705E9-AE8A-453D-A7F7-3D1A8C4D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4">
            <a:extLst xmlns:a="http://schemas.openxmlformats.org/drawingml/2006/main">
              <a:ext uri="{FF2B5EF4-FFF2-40B4-BE49-F238E27FC236}">
                <a16:creationId xmlns:a16="http://schemas.microsoft.com/office/drawing/2014/main" id="{213C09A1-170A-4C20-BB06-8D7CB334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presiones iguales en fase suman aproximadamente `+6,02 dB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14FAE5B-D686-48C9-8A99-1B839372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F5CDACE-4CD7-4C48-BD8A-5C64D31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 y Lógica de suma. El gráfico es cuantitativo; el esquema organiza las condiciones y no está a escala.</a:t>
            </a:r>
          </a:p>
        </p:txBody>
      </p:sp>
      <p:sp>
        <p:nvSpPr>
          <p:cNvPr id="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4975F425-A304-4EA8-A8B4-2C1AEA27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47869C81-6ECE-4EF1-BC39-2636DDB4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4">
            <a:extLst xmlns:a="http://schemas.openxmlformats.org/drawingml/2006/main">
              <a:ext uri="{FF2B5EF4-FFF2-40B4-BE49-F238E27FC236}">
                <a16:creationId xmlns:a16="http://schemas.microsoft.com/office/drawing/2014/main" id="{3CEC219D-3221-4FA0-9375-52019FCA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807a0eb2d4bce">
            <a:extLst>
              <a:ext uri="{96DAC541-7B7A-43D3-8B79-37D633B846F1}">
                <asvg:svgBlip xmlns:asvg="http://schemas.microsoft.com/office/drawing/2016/SVG/main" r:embed="Rf1dd8eec683c41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0860EFE-0390-42D9-82E7-0CAD56B2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5">
            <a:extLst xmlns:a="http://schemas.openxmlformats.org/drawingml/2006/main">
              <a:ext uri="{FF2B5EF4-FFF2-40B4-BE49-F238E27FC236}">
                <a16:creationId xmlns:a16="http://schemas.microsoft.com/office/drawing/2014/main" id="{EA981A9D-EC50-47B4-A651-4A7A43C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5">
            <a:extLst xmlns:a="http://schemas.openxmlformats.org/drawingml/2006/main">
              <a:ext uri="{FF2B5EF4-FFF2-40B4-BE49-F238E27FC236}">
                <a16:creationId xmlns:a16="http://schemas.microsoft.com/office/drawing/2014/main" id="{4FA3DD04-0E1D-446C-8373-43CC8AB9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¿Dos fuentes iguales siempre aumentan el nivel?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C8D95491-B059-4BF7-BB7B-D42ED71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1E8D493-EC74-4C50-8B0A-2B49FFA2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 y Lógica de suma. El gráfico es cuantitativo; el esquema organiza las condiciones y no está a escala.</a:t>
            </a:r>
          </a:p>
        </p:txBody>
      </p:sp>
      <p:sp>
        <p:nvSpPr>
          <p:cNvPr id="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01865553-022E-4D2B-ADB3-E88D3060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98F01EE3-40FF-46EF-8551-D458C094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5">
            <a:extLst xmlns:a="http://schemas.openxmlformats.org/drawingml/2006/main">
              <a:ext uri="{FF2B5EF4-FFF2-40B4-BE49-F238E27FC236}">
                <a16:creationId xmlns:a16="http://schemas.microsoft.com/office/drawing/2014/main" id="{D24941A0-797A-4ACF-A13F-4392F743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3ce499ee74c78">
            <a:extLst>
              <a:ext uri="{96DAC541-7B7A-43D3-8B79-37D633B846F1}">
                <asvg:svgBlip xmlns:asvg="http://schemas.microsoft.com/office/drawing/2016/SVG/main" r:embed="R159aa66c6c684f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3FFDAB31-EB55-4F44-BDFA-592F3BC6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6">
            <a:extLst xmlns:a="http://schemas.openxmlformats.org/drawingml/2006/main">
              <a:ext uri="{FF2B5EF4-FFF2-40B4-BE49-F238E27FC236}">
                <a16:creationId xmlns:a16="http://schemas.microsoft.com/office/drawing/2014/main" id="{DF344395-0820-4F36-80BD-253345B8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6">
            <a:extLst xmlns:a="http://schemas.openxmlformats.org/drawingml/2006/main">
              <a:ext uri="{FF2B5EF4-FFF2-40B4-BE49-F238E27FC236}">
                <a16:creationId xmlns:a16="http://schemas.microsoft.com/office/drawing/2014/main" id="{647872D8-55B9-4A4D-8917-D9F14413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señales no correlacionadas, el término cruzado promedia a cero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5DA22DFE-2DBB-42D0-BFE4-D0A3467B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D447555-CEA5-4F19-9937-E47848CE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B9D9F694-7D56-4F05-855F-4E9206C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5DEF3BB8-2609-4525-9E6E-013F1C9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6">
            <a:extLst xmlns:a="http://schemas.openxmlformats.org/drawingml/2006/main">
              <a:ext uri="{FF2B5EF4-FFF2-40B4-BE49-F238E27FC236}">
                <a16:creationId xmlns:a16="http://schemas.microsoft.com/office/drawing/2014/main" id="{4D131A78-EA56-412E-8674-579A91BF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9c61a3e7f4094">
            <a:extLst>
              <a:ext uri="{96DAC541-7B7A-43D3-8B79-37D633B846F1}">
                <asvg:svgBlip xmlns:asvg="http://schemas.microsoft.com/office/drawing/2016/SVG/main" r:embed="R72b7aefaa23a40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C5A3C0DE-5D96-47C4-88AD-B9981F86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7">
            <a:extLst xmlns:a="http://schemas.openxmlformats.org/drawingml/2006/main">
              <a:ext uri="{FF2B5EF4-FFF2-40B4-BE49-F238E27FC236}">
                <a16:creationId xmlns:a16="http://schemas.microsoft.com/office/drawing/2014/main" id="{BF93D73D-3AEE-4865-AE99-18E786A2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7">
            <a:extLst xmlns:a="http://schemas.openxmlformats.org/drawingml/2006/main">
              <a:ext uri="{FF2B5EF4-FFF2-40B4-BE49-F238E27FC236}">
                <a16:creationId xmlns:a16="http://schemas.microsoft.com/office/drawing/2014/main" id="{4086CBB3-1B50-460B-87F6-DE9C99F7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fuentes no correlacionadas se suman cuadrados RMS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47841A1E-3BE2-44EC-B101-370CC1C9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FF935ECB-7351-4066-9391-33EF6D18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77">
            <a:extLst xmlns:a="http://schemas.openxmlformats.org/drawingml/2006/main">
              <a:ext uri="{FF2B5EF4-FFF2-40B4-BE49-F238E27FC236}">
                <a16:creationId xmlns:a16="http://schemas.microsoft.com/office/drawing/2014/main" id="{0F5097FD-5E7F-4171-886F-AF18C9F6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54e95e5a542e4">
            <a:extLst>
              <a:ext uri="{96DAC541-7B7A-43D3-8B79-37D633B846F1}">
                <asvg:svgBlip xmlns:asvg="http://schemas.microsoft.com/office/drawing/2016/SVG/main" r:embed="Rd4d525f29e1141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5E90603F-B311-4A6B-BA05-E3A9B213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8">
            <a:extLst xmlns:a="http://schemas.openxmlformats.org/drawingml/2006/main">
              <a:ext uri="{FF2B5EF4-FFF2-40B4-BE49-F238E27FC236}">
                <a16:creationId xmlns:a16="http://schemas.microsoft.com/office/drawing/2014/main" id="{DB69AA1F-27CC-49CC-9961-94DC3C74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8">
            <a:extLst xmlns:a="http://schemas.openxmlformats.org/drawingml/2006/main">
              <a:ext uri="{FF2B5EF4-FFF2-40B4-BE49-F238E27FC236}">
                <a16:creationId xmlns:a16="http://schemas.microsoft.com/office/drawing/2014/main" id="{4DA525AA-20F1-474A-8083-75310438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suma de niveles vuelve primero a escala lineal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499C4902-03D5-4950-AA89-84F7765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C423301-523C-4692-806A-F7813A97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78">
            <a:extLst xmlns:a="http://schemas.openxmlformats.org/drawingml/2006/main">
              <a:ext uri="{FF2B5EF4-FFF2-40B4-BE49-F238E27FC236}">
                <a16:creationId xmlns:a16="http://schemas.microsoft.com/office/drawing/2014/main" id="{625BE933-BB72-435B-B86C-0CC68C40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0ec3d5e504442">
            <a:extLst>
              <a:ext uri="{96DAC541-7B7A-43D3-8B79-37D633B846F1}">
                <asvg:svgBlip xmlns:asvg="http://schemas.microsoft.com/office/drawing/2016/SVG/main" r:embed="Re9731913cf7647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0C237D9F-F894-4B0C-A731-DD5415FB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79">
            <a:extLst xmlns:a="http://schemas.openxmlformats.org/drawingml/2006/main">
              <a:ext uri="{FF2B5EF4-FFF2-40B4-BE49-F238E27FC236}">
                <a16:creationId xmlns:a16="http://schemas.microsoft.com/office/drawing/2014/main" id="{7CF4E82E-F806-437B-99AF-CF6FC317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9">
            <a:extLst xmlns:a="http://schemas.openxmlformats.org/drawingml/2006/main">
              <a:ext uri="{FF2B5EF4-FFF2-40B4-BE49-F238E27FC236}">
                <a16:creationId xmlns:a16="http://schemas.microsoft.com/office/drawing/2014/main" id="{BB9A5CA0-0DB2-488F-AD18-2201A3C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fuentes no correlacionadas de 70 dB dan `73,01 dB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D2A0796-00C0-484E-94E8-C20D738F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48189AA5-C347-4751-8558-18E6EC48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C74AC50A-DF01-410A-97C1-5778CAA1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454B60B9-2FB1-4411-B498-7971491F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9">
            <a:extLst xmlns:a="http://schemas.openxmlformats.org/drawingml/2006/main">
              <a:ext uri="{FF2B5EF4-FFF2-40B4-BE49-F238E27FC236}">
                <a16:creationId xmlns:a16="http://schemas.microsoft.com/office/drawing/2014/main" id="{279DA74D-353E-4FBB-AFAD-00B4614C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2502edfaf491d">
            <a:extLst>
              <a:ext uri="{96DAC541-7B7A-43D3-8B79-37D633B846F1}">
                <asvg:svgBlip xmlns:asvg="http://schemas.microsoft.com/office/drawing/2016/SVG/main" r:embed="R084abbcce92347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D9FE6A21-2D0C-43A5-AF60-32A41A51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80">
            <a:extLst xmlns:a="http://schemas.openxmlformats.org/drawingml/2006/main">
              <a:ext uri="{FF2B5EF4-FFF2-40B4-BE49-F238E27FC236}">
                <a16:creationId xmlns:a16="http://schemas.microsoft.com/office/drawing/2014/main" id="{3B08DB0F-6901-4FFE-BC5E-3B57DD66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0">
            <a:extLst xmlns:a="http://schemas.openxmlformats.org/drawingml/2006/main">
              <a:ext uri="{FF2B5EF4-FFF2-40B4-BE49-F238E27FC236}">
                <a16:creationId xmlns:a16="http://schemas.microsoft.com/office/drawing/2014/main" id="{DE93AAE3-E8DA-4A21-9169-24014C75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+6 dB y +3 dB` responden a relaciones distintas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0A8F6CB-BD79-4692-8D7B-B8FDD4AA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67F4506-6795-46FE-BDD9-D006249C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80">
            <a:extLst xmlns:a="http://schemas.openxmlformats.org/drawingml/2006/main">
              <a:ext uri="{FF2B5EF4-FFF2-40B4-BE49-F238E27FC236}">
                <a16:creationId xmlns:a16="http://schemas.microsoft.com/office/drawing/2014/main" id="{A20640AE-1EFB-49DA-A479-876B4673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904B7023-615D-4092-A03D-E5E9FF3C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3FDB3562-0580-4A7E-9586-F1A5E7EA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geometría determina cómo se reparte la potencia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54621F5-A1B8-4B74-A11F-83C799C2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cambia la distribución de energía según el frente de onda y el entorno?</a:t>
            </a:r>
          </a:p>
        </p:txBody>
      </p:sp>
      <p:sp>
        <p:nvSpPr>
          <p:cNvPr id="4" name="slide-number-81">
            <a:extLst xmlns:a="http://schemas.openxmlformats.org/drawingml/2006/main">
              <a:ext uri="{FF2B5EF4-FFF2-40B4-BE49-F238E27FC236}">
                <a16:creationId xmlns:a16="http://schemas.microsoft.com/office/drawing/2014/main" id="{E54E7A72-E678-4024-8BC5-83316518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590818c204c7d">
            <a:extLst>
              <a:ext uri="{96DAC541-7B7A-43D3-8B79-37D633B846F1}">
                <asvg:svgBlip xmlns:asvg="http://schemas.microsoft.com/office/drawing/2016/SVG/main" r:embed="R55db38bc4fbf45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195FBF39-A6E5-417A-A1A6-CC7303AC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82">
            <a:extLst xmlns:a="http://schemas.openxmlformats.org/drawingml/2006/main">
              <a:ext uri="{FF2B5EF4-FFF2-40B4-BE49-F238E27FC236}">
                <a16:creationId xmlns:a16="http://schemas.microsoft.com/office/drawing/2014/main" id="{B8F22AD5-D111-43C8-BAA6-82C5508F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2">
            <a:extLst xmlns:a="http://schemas.openxmlformats.org/drawingml/2006/main">
              <a:ext uri="{FF2B5EF4-FFF2-40B4-BE49-F238E27FC236}">
                <a16:creationId xmlns:a16="http://schemas.microsoft.com/office/drawing/2014/main" id="{40EA1698-599F-412D-93C4-1AE0426B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frente de onda reúne puntos de igual fase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057F6FC-1B73-4CE2-8276-391296C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313BE18-B911-484B-890A-5D7F3796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82">
            <a:extLst xmlns:a="http://schemas.openxmlformats.org/drawingml/2006/main">
              <a:ext uri="{FF2B5EF4-FFF2-40B4-BE49-F238E27FC236}">
                <a16:creationId xmlns:a16="http://schemas.microsoft.com/office/drawing/2014/main" id="{DD651432-60B4-4838-AB97-6E17BAC5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16a5b37884de6">
            <a:extLst>
              <a:ext uri="{96DAC541-7B7A-43D3-8B79-37D633B846F1}">
                <asvg:svgBlip xmlns:asvg="http://schemas.microsoft.com/office/drawing/2016/SVG/main" r:embed="R5971cf7a363241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E089E579-B235-4429-A45D-EADA1A6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83">
            <a:extLst xmlns:a="http://schemas.openxmlformats.org/drawingml/2006/main">
              <a:ext uri="{FF2B5EF4-FFF2-40B4-BE49-F238E27FC236}">
                <a16:creationId xmlns:a16="http://schemas.microsoft.com/office/drawing/2014/main" id="{37EFB410-FBCB-4F86-88A3-07319FC3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3">
            <a:extLst xmlns:a="http://schemas.openxmlformats.org/drawingml/2006/main">
              <a:ext uri="{FF2B5EF4-FFF2-40B4-BE49-F238E27FC236}">
                <a16:creationId xmlns:a16="http://schemas.microsoft.com/office/drawing/2014/main" id="{097532D1-7A65-45D2-9EE3-F50C96D5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plana es un modelo local útil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C2BC189F-BA3F-4BBE-82F5-C36D5807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396F89F4-0223-4AED-B013-0B323B8F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83">
            <a:extLst xmlns:a="http://schemas.openxmlformats.org/drawingml/2006/main">
              <a:ext uri="{FF2B5EF4-FFF2-40B4-BE49-F238E27FC236}">
                <a16:creationId xmlns:a16="http://schemas.microsoft.com/office/drawing/2014/main" id="{7DC5E9E9-7353-4525-B4BA-911AE49E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289be9adce46c9"/>
          </a:graphicData>
        </a:graphic>
      </p:graphicFrame>
      <p:sp>
        <p:nvSpPr>
          <p:cNvPr id="15" name="Marcador de gráfico 14">
            <a:extLst xmlns:a="http://schemas.openxmlformats.org/drawingml/2006/main">
              <a:ext uri="{FF2B5EF4-FFF2-40B4-BE49-F238E27FC236}">
                <a16:creationId xmlns:a16="http://schemas.microsoft.com/office/drawing/2014/main" id="{037E51DA-6697-7984-784B-648406DB4719}"/>
              </a:ext>
            </a:extLst>
          </p:cNvPr>
          <p:cNvSpPr>
            <a:spLocks xmlns:a="http://schemas.openxmlformats.org/drawingml/2006/main" noGrp="1"/>
          </p:cNvSpPr>
          <p:nvPr>
            <p:ph type="chart" idx="11"/>
          </p:nvPr>
        </p:nvSpPr>
        <p:spPr>
          <a:xfrm xmlns:a="http://schemas.openxmlformats.org/drawingml/2006/main">
            <a:off x="-47625000" y="-47625000"/>
            <a:ext cx="9525" cy="9525"/>
          </a:xfrm>
        </p:spPr>
      </p:sp>
      <p:graphicFrame>
        <p:nvGraphicFramePr>
          <p:cNvPr id="30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a7f97fa0c44655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22fd40b0324714"/>
          </a:graphicData>
        </a:graphic>
      </p:graphicFrame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a35e5d7714060">
            <a:extLst>
              <a:ext uri="{96DAC541-7B7A-43D3-8B79-37D633B846F1}">
                <asvg:svgBlip xmlns:asvg="http://schemas.microsoft.com/office/drawing/2016/SVG/main" r:embed="R536ef116921f40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9B86AD26-BA00-444E-A2DF-B7BC6B9D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yebrow-U04-084">
            <a:extLst xmlns:a="http://schemas.openxmlformats.org/drawingml/2006/main">
              <a:ext uri="{FF2B5EF4-FFF2-40B4-BE49-F238E27FC236}">
                <a16:creationId xmlns:a16="http://schemas.microsoft.com/office/drawing/2014/main" id="{A5292F2C-56DE-4E28-B409-DE10B99D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84">
            <a:extLst xmlns:a="http://schemas.openxmlformats.org/drawingml/2006/main">
              <a:ext uri="{FF2B5EF4-FFF2-40B4-BE49-F238E27FC236}">
                <a16:creationId xmlns:a16="http://schemas.microsoft.com/office/drawing/2014/main" id="{176625F8-3971-41BD-8DFF-F988374C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cilíndrica reparte potencia sobre un área proporcional a `r</a:t>
            </a:r>
          </a:p>
        </p:txBody>
      </p:sp>
      <p:sp>
        <p:nvSpPr>
          <p:cNvPr id="2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F9D3AAE8-7D7F-4EA1-ADD1-E462CFE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930EF4DD-5978-48C8-875A-AF6E665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decaimiento y Geometrías y campos. El gráfico es cuantitativo; el esquema organiza las condiciones y no está a escala. · modelos…</a:t>
            </a:r>
          </a:p>
        </p:txBody>
      </p:sp>
      <p:sp>
        <p:nvSpPr>
          <p:cNvPr id="27" name="slide-number-84">
            <a:extLst xmlns:a="http://schemas.openxmlformats.org/drawingml/2006/main">
              <a:ext uri="{FF2B5EF4-FFF2-40B4-BE49-F238E27FC236}">
                <a16:creationId xmlns:a16="http://schemas.microsoft.com/office/drawing/2014/main" id="{FDC89443-80AD-4A4E-AB25-EC510079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475547fdf04fdb"/>
          </a:graphicData>
        </a:graphic>
      </p:graphicFrame>
      <p:sp>
        <p:nvSpPr>
          <p:cNvPr id="15" name="Marcador de gráfico 14">
            <a:extLst xmlns:a="http://schemas.openxmlformats.org/drawingml/2006/main">
              <a:ext uri="{FF2B5EF4-FFF2-40B4-BE49-F238E27FC236}">
                <a16:creationId xmlns:a16="http://schemas.microsoft.com/office/drawing/2014/main" id="{037E51DA-6697-7984-784B-648406DB4719}"/>
              </a:ext>
            </a:extLst>
          </p:cNvPr>
          <p:cNvSpPr>
            <a:spLocks xmlns:a="http://schemas.openxmlformats.org/drawingml/2006/main" noGrp="1"/>
          </p:cNvSpPr>
          <p:nvPr>
            <p:ph type="chart" idx="11"/>
          </p:nvPr>
        </p:nvSpPr>
        <p:spPr>
          <a:xfrm xmlns:a="http://schemas.openxmlformats.org/drawingml/2006/main">
            <a:off x="-47625000" y="-47625000"/>
            <a:ext cx="9525" cy="9525"/>
          </a:xfrm>
        </p:spPr>
      </p:sp>
      <p:graphicFrame>
        <p:nvGraphicFramePr>
          <p:cNvPr id="30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c47016578c468a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aed33cc44148e3"/>
          </a:graphicData>
        </a:graphic>
      </p:graphicFrame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7789985644e42">
            <a:extLst>
              <a:ext uri="{96DAC541-7B7A-43D3-8B79-37D633B846F1}">
                <asvg:svgBlip xmlns:asvg="http://schemas.microsoft.com/office/drawing/2016/SVG/main" r:embed="R4bd9c82ec2f648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CB9781E2-8EBC-4013-8F59-A0FCE8A9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yebrow-U04-085">
            <a:extLst xmlns:a="http://schemas.openxmlformats.org/drawingml/2006/main">
              <a:ext uri="{FF2B5EF4-FFF2-40B4-BE49-F238E27FC236}">
                <a16:creationId xmlns:a16="http://schemas.microsoft.com/office/drawing/2014/main" id="{72247933-F987-49CD-8B5D-A960506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85">
            <a:extLst xmlns:a="http://schemas.openxmlformats.org/drawingml/2006/main">
              <a:ext uri="{FF2B5EF4-FFF2-40B4-BE49-F238E27FC236}">
                <a16:creationId xmlns:a16="http://schemas.microsoft.com/office/drawing/2014/main" id="{C4E595DC-0CE5-4F8E-B989-724B728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esférica reparte potencia sobre `4πr²</a:t>
            </a:r>
          </a:p>
        </p:txBody>
      </p:sp>
      <p:sp>
        <p:nvSpPr>
          <p:cNvPr id="2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ACB65FE-E7AE-444C-93C9-A06E9250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35FDD2F-E5A1-4405-BF9F-62311B66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27" name="slide-number-85">
            <a:extLst xmlns:a="http://schemas.openxmlformats.org/drawingml/2006/main">
              <a:ext uri="{FF2B5EF4-FFF2-40B4-BE49-F238E27FC236}">
                <a16:creationId xmlns:a16="http://schemas.microsoft.com/office/drawing/2014/main" id="{0DF8215A-40E3-4DF9-A02E-CF78A4F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d408d81c99465a"/>
          </a:graphicData>
        </a:graphic>
      </p:graphicFrame>
      <p:sp>
        <p:nvSpPr>
          <p:cNvPr id="15" name="Marcador de gráfico 14">
            <a:extLst xmlns:a="http://schemas.openxmlformats.org/drawingml/2006/main">
              <a:ext uri="{FF2B5EF4-FFF2-40B4-BE49-F238E27FC236}">
                <a16:creationId xmlns:a16="http://schemas.microsoft.com/office/drawing/2014/main" id="{037E51DA-6697-7984-784B-648406DB4719}"/>
              </a:ext>
            </a:extLst>
          </p:cNvPr>
          <p:cNvSpPr>
            <a:spLocks xmlns:a="http://schemas.openxmlformats.org/drawingml/2006/main" noGrp="1"/>
          </p:cNvSpPr>
          <p:nvPr>
            <p:ph type="chart" idx="11"/>
          </p:nvPr>
        </p:nvSpPr>
        <p:spPr>
          <a:xfrm xmlns:a="http://schemas.openxmlformats.org/drawingml/2006/main">
            <a:off x="-47625000" y="-47625000"/>
            <a:ext cx="9525" cy="9525"/>
          </a:xfrm>
        </p:spPr>
      </p:sp>
      <p:graphicFrame>
        <p:nvGraphicFramePr>
          <p:cNvPr id="30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34cb58e8c34768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30b4cebcea4233"/>
          </a:graphicData>
        </a:graphic>
      </p:graphicFrame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0571fdf0f4d36">
            <a:extLst>
              <a:ext uri="{96DAC541-7B7A-43D3-8B79-37D633B846F1}">
                <asvg:svgBlip xmlns:asvg="http://schemas.microsoft.com/office/drawing/2016/SVG/main" r:embed="Ra1cf841c13294f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6C590E9E-33D1-44C1-BF24-F82309BA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yebrow-U04-086">
            <a:extLst xmlns:a="http://schemas.openxmlformats.org/drawingml/2006/main">
              <a:ext uri="{FF2B5EF4-FFF2-40B4-BE49-F238E27FC236}">
                <a16:creationId xmlns:a16="http://schemas.microsoft.com/office/drawing/2014/main" id="{2C167CB0-B7F7-4493-859E-49D92534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86">
            <a:extLst xmlns:a="http://schemas.openxmlformats.org/drawingml/2006/main">
              <a:ext uri="{FF2B5EF4-FFF2-40B4-BE49-F238E27FC236}">
                <a16:creationId xmlns:a16="http://schemas.microsoft.com/office/drawing/2014/main" id="{4863D141-8A69-4600-99B1-5932A64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Plano, cilindro y esfera producen caídas distintas</a:t>
            </a:r>
          </a:p>
        </p:txBody>
      </p:sp>
      <p:sp>
        <p:nvSpPr>
          <p:cNvPr id="2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BC23723-084D-4285-B1BD-0D80222D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DC57919D-7134-403F-AC0A-A24575A4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decaimiento. Figura cuantitativa reproducible; ecuaciones o datos y escala se indican en el recurso. · modelos ideales · no son d…</a:t>
            </a:r>
          </a:p>
        </p:txBody>
      </p:sp>
      <p:sp>
        <p:nvSpPr>
          <p:cNvPr id="27" name="slide-number-86">
            <a:extLst xmlns:a="http://schemas.openxmlformats.org/drawingml/2006/main">
              <a:ext uri="{FF2B5EF4-FFF2-40B4-BE49-F238E27FC236}">
                <a16:creationId xmlns:a16="http://schemas.microsoft.com/office/drawing/2014/main" id="{A9B949BB-C06D-42DC-85F7-647EC11E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026d8e5ec45bb">
            <a:extLst>
              <a:ext uri="{96DAC541-7B7A-43D3-8B79-37D633B846F1}">
                <asvg:svgBlip xmlns:asvg="http://schemas.microsoft.com/office/drawing/2016/SVG/main" r:embed="R794823e1648540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C831E436-E92F-49AE-B8F7-4E49568E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87">
            <a:extLst xmlns:a="http://schemas.openxmlformats.org/drawingml/2006/main">
              <a:ext uri="{FF2B5EF4-FFF2-40B4-BE49-F238E27FC236}">
                <a16:creationId xmlns:a16="http://schemas.microsoft.com/office/drawing/2014/main" id="{635FD14B-3CF5-4C11-BFAF-4A78D4F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7">
            <a:extLst xmlns:a="http://schemas.openxmlformats.org/drawingml/2006/main">
              <a:ext uri="{FF2B5EF4-FFF2-40B4-BE49-F238E27FC236}">
                <a16:creationId xmlns:a16="http://schemas.microsoft.com/office/drawing/2014/main" id="{9D375790-6436-4FA5-AE7C-2745367E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tubo de sección circular no implica una onda cilíndrica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F255968-A5BA-4794-BE23-3A39B744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8BB0E65B-A50B-4C99-9A8C-C7A03EA1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87">
            <a:extLst xmlns:a="http://schemas.openxmlformats.org/drawingml/2006/main">
              <a:ext uri="{FF2B5EF4-FFF2-40B4-BE49-F238E27FC236}">
                <a16:creationId xmlns:a16="http://schemas.microsoft.com/office/drawing/2014/main" id="{5DDEFDC0-1BFB-47A0-8F09-A88CA8CC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U04-088">
            <a:extLst xmlns:a="http://schemas.openxmlformats.org/drawingml/2006/main">
              <a:ext uri="{FF2B5EF4-FFF2-40B4-BE49-F238E27FC236}">
                <a16:creationId xmlns:a16="http://schemas.microsoft.com/office/drawing/2014/main" id="{0A21E4F9-D610-4AE2-921B-D8CF992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88">
            <a:extLst xmlns:a="http://schemas.openxmlformats.org/drawingml/2006/main">
              <a:ext uri="{FF2B5EF4-FFF2-40B4-BE49-F238E27FC236}">
                <a16:creationId xmlns:a16="http://schemas.microsoft.com/office/drawing/2014/main" id="{B51C93B1-A25B-4D11-8C6A-B414CEE5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libre, reverberante y difuso no describen lo mismo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81448121-AD33-4668-A912-0F59E9CF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09e8fde1c4e0b"/>
          <a:stretch xmlns:a="http://schemas.openxmlformats.org/drawingml/2006/main"/>
        </p:blipFill>
        <p:spPr>
          <a:xfrm xmlns:a="http://schemas.openxmlformats.org/drawingml/2006/main">
            <a:off x="742950" y="1850677"/>
            <a:ext cx="4686300" cy="3632895"/>
          </a:xfrm>
          <a:prstGeom xmlns:a="http://schemas.openxmlformats.org/drawingml/2006/main" prst="rect">
            <a:avLst/>
          </a:prstGeom>
        </p:spPr>
      </p:pic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B0F79617-C93B-4F83-852D-FD780FF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5429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Libre enfatiza ausencia de reflexiones relevantes; reverberante, persistencia de reflexiones; difuso, idealización estadística espacial/direccional.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 libre: reflexiones despreciables. Campo reverberante: contribución persistente de reflexiones. Campo difuso: idealización estadística de energía y direcciones.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ABE7573-906E-4935-9B94-D3C18C5A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006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 xmlns:a="http://schemas.openxmlformats.org/drawingml/2006/main">
              <a:ext uri="{FF2B5EF4-FFF2-40B4-BE49-F238E27FC236}">
                <a16:creationId xmlns:a16="http://schemas.microsoft.com/office/drawing/2014/main" id="{BC43BDF0-2E4A-4116-AF87-2B71628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d3781fefcf64810"/>
              </a:rPr>
              <a:t>Crédito: NIST.</a:t>
            </a:r>
          </a:p>
        </p:txBody>
      </p:sp>
      <p:sp>
        <p:nvSpPr>
          <p:cNvPr id="8" name="slide-number-88">
            <a:extLst xmlns:a="http://schemas.openxmlformats.org/drawingml/2006/main">
              <a:ext uri="{FF2B5EF4-FFF2-40B4-BE49-F238E27FC236}">
                <a16:creationId xmlns:a16="http://schemas.microsoft.com/office/drawing/2014/main" id="{E03A9E50-2950-4542-8DDC-897AAEB5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c33a738574744">
            <a:extLst>
              <a:ext uri="{96DAC541-7B7A-43D3-8B79-37D633B846F1}">
                <asvg:svgBlip xmlns:asvg="http://schemas.microsoft.com/office/drawing/2016/SVG/main" r:embed="R40acff7812444a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D215C4D2-AA8F-49D3-AECB-DF72E392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89">
            <a:extLst xmlns:a="http://schemas.openxmlformats.org/drawingml/2006/main">
              <a:ext uri="{FF2B5EF4-FFF2-40B4-BE49-F238E27FC236}">
                <a16:creationId xmlns:a16="http://schemas.microsoft.com/office/drawing/2014/main" id="{FCF53B7D-0331-4D4C-8270-9DD86DA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9">
            <a:extLst xmlns:a="http://schemas.openxmlformats.org/drawingml/2006/main">
              <a:ext uri="{FF2B5EF4-FFF2-40B4-BE49-F238E27FC236}">
                <a16:creationId xmlns:a16="http://schemas.microsoft.com/office/drawing/2014/main" id="{17F6234C-E0E8-4E33-B10D-93C1DFA7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aplicar una ley, identifica geometría y campo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6E605313-B7E4-4E9F-A82D-4A3F47F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AF318EE8-BE22-4772-AD12-0C1A387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89">
            <a:extLst xmlns:a="http://schemas.openxmlformats.org/drawingml/2006/main">
              <a:ext uri="{FF2B5EF4-FFF2-40B4-BE49-F238E27FC236}">
                <a16:creationId xmlns:a16="http://schemas.microsoft.com/office/drawing/2014/main" id="{F3C291F4-2E88-4C3E-8C4A-C83414F5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F01921F8-BACB-4021-9FA0-0012D9AC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1EBDFF1-F119-42B3-AD59-DC3FD700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37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¿Cuánto cambia el nivel al alejarnos y al cambiar de dirección?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3535176-1C85-4895-A13F-A509C5F7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cambian nivel y radiación con distancia y dirección?</a:t>
            </a:r>
          </a:p>
        </p:txBody>
      </p:sp>
      <p:sp>
        <p:nvSpPr>
          <p:cNvPr id="4" name="slide-number-90">
            <a:extLst xmlns:a="http://schemas.openxmlformats.org/drawingml/2006/main">
              <a:ext uri="{FF2B5EF4-FFF2-40B4-BE49-F238E27FC236}">
                <a16:creationId xmlns:a16="http://schemas.microsoft.com/office/drawing/2014/main" id="{74E13570-E0AD-4D2E-8376-3A527F93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d76adc54f41c4">
            <a:extLst>
              <a:ext uri="{96DAC541-7B7A-43D3-8B79-37D633B846F1}">
                <asvg:svgBlip xmlns:asvg="http://schemas.microsoft.com/office/drawing/2016/SVG/main" r:embed="R71ae871237f745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A0DBAA46-74BC-4666-A28A-103D9F04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91">
            <a:extLst xmlns:a="http://schemas.openxmlformats.org/drawingml/2006/main">
              <a:ext uri="{FF2B5EF4-FFF2-40B4-BE49-F238E27FC236}">
                <a16:creationId xmlns:a16="http://schemas.microsoft.com/office/drawing/2014/main" id="{D82C09F1-D1F7-49B9-9DBD-21A5B767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1">
            <a:extLst xmlns:a="http://schemas.openxmlformats.org/drawingml/2006/main">
              <a:ext uri="{FF2B5EF4-FFF2-40B4-BE49-F238E27FC236}">
                <a16:creationId xmlns:a16="http://schemas.microsoft.com/office/drawing/2014/main" id="{AC9A3704-FC24-4F99-AA7F-AB0B34C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potencia atraviesa esferas cada vez mayores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CA3F5AE-E744-44C5-A29F-D4E11F2E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9DD5837-AC8B-48F2-AA9A-1D9FEC0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1">
            <a:extLst xmlns:a="http://schemas.openxmlformats.org/drawingml/2006/main">
              <a:ext uri="{FF2B5EF4-FFF2-40B4-BE49-F238E27FC236}">
                <a16:creationId xmlns:a16="http://schemas.microsoft.com/office/drawing/2014/main" id="{986173B9-29E7-4D38-B79E-364EEEC6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db01b76814bf5">
            <a:extLst>
              <a:ext uri="{96DAC541-7B7A-43D3-8B79-37D633B846F1}">
                <asvg:svgBlip xmlns:asvg="http://schemas.microsoft.com/office/drawing/2016/SVG/main" r:embed="R065a42056c9f4c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58BCD3FA-24D2-4411-9B8E-E9DA9727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92">
            <a:extLst xmlns:a="http://schemas.openxmlformats.org/drawingml/2006/main">
              <a:ext uri="{FF2B5EF4-FFF2-40B4-BE49-F238E27FC236}">
                <a16:creationId xmlns:a16="http://schemas.microsoft.com/office/drawing/2014/main" id="{40B3D278-A8E6-4184-A8B3-E307699A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2">
            <a:extLst xmlns:a="http://schemas.openxmlformats.org/drawingml/2006/main">
              <a:ext uri="{FF2B5EF4-FFF2-40B4-BE49-F238E27FC236}">
                <a16:creationId xmlns:a16="http://schemas.microsoft.com/office/drawing/2014/main" id="{2AEED367-925B-44D4-BADB-B414E407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propagación esférica ideal, `I=Wₐc/(4πr²)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C78DFECF-4412-4AC8-9454-14A48706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40CAA19B-AC58-46B0-8522-5B1E9564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2">
            <a:extLst xmlns:a="http://schemas.openxmlformats.org/drawingml/2006/main">
              <a:ext uri="{FF2B5EF4-FFF2-40B4-BE49-F238E27FC236}">
                <a16:creationId xmlns:a16="http://schemas.microsoft.com/office/drawing/2014/main" id="{FEA728D6-C10D-4C33-A639-4BF34E5A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ec9dc4e9f4add">
            <a:extLst>
              <a:ext uri="{96DAC541-7B7A-43D3-8B79-37D633B846F1}">
                <asvg:svgBlip xmlns:asvg="http://schemas.microsoft.com/office/drawing/2016/SVG/main" r:embed="R25bb6f037eb74d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75C0F567-7345-4FFF-83CC-D4284314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93">
            <a:extLst xmlns:a="http://schemas.openxmlformats.org/drawingml/2006/main">
              <a:ext uri="{FF2B5EF4-FFF2-40B4-BE49-F238E27FC236}">
                <a16:creationId xmlns:a16="http://schemas.microsoft.com/office/drawing/2014/main" id="{57E97399-2D3B-467A-B7C1-3464EC12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3">
            <a:extLst xmlns:a="http://schemas.openxmlformats.org/drawingml/2006/main">
              <a:ext uri="{FF2B5EF4-FFF2-40B4-BE49-F238E27FC236}">
                <a16:creationId xmlns:a16="http://schemas.microsoft.com/office/drawing/2014/main" id="{447447F5-3969-4BB3-95B7-B58991F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razón elimina la potencia desconocida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F0E6829F-C2E5-42D3-B97C-AC69034A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22C3D09-555E-44AA-9AB2-EF340591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3">
            <a:extLst xmlns:a="http://schemas.openxmlformats.org/drawingml/2006/main">
              <a:ext uri="{FF2B5EF4-FFF2-40B4-BE49-F238E27FC236}">
                <a16:creationId xmlns:a16="http://schemas.microsoft.com/office/drawing/2014/main" id="{1CC6870E-6E97-4EDF-8F57-A20C00E8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36fcab4d04f0a">
            <a:extLst>
              <a:ext uri="{96DAC541-7B7A-43D3-8B79-37D633B846F1}">
                <asvg:svgBlip xmlns:asvg="http://schemas.microsoft.com/office/drawing/2016/SVG/main" r:embed="Rfdc678ecfe434b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596F6CFC-ECD7-48CE-A440-DC77F44B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94">
            <a:extLst xmlns:a="http://schemas.openxmlformats.org/drawingml/2006/main">
              <a:ext uri="{FF2B5EF4-FFF2-40B4-BE49-F238E27FC236}">
                <a16:creationId xmlns:a16="http://schemas.microsoft.com/office/drawing/2014/main" id="{FE827618-4245-4A52-ACF5-465E95EB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4">
            <a:extLst xmlns:a="http://schemas.openxmlformats.org/drawingml/2006/main">
              <a:ext uri="{FF2B5EF4-FFF2-40B4-BE49-F238E27FC236}">
                <a16:creationId xmlns:a16="http://schemas.microsoft.com/office/drawing/2014/main" id="{3B7BA58D-21E9-433D-BFB5-7529A2F9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diferencia de nivel depende del cociente de distancias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9D6C2CE-F9B2-4FBB-BB96-D0547C6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5CD3DD59-A30D-4208-B267-AC93518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4">
            <a:extLst xmlns:a="http://schemas.openxmlformats.org/drawingml/2006/main">
              <a:ext uri="{FF2B5EF4-FFF2-40B4-BE49-F238E27FC236}">
                <a16:creationId xmlns:a16="http://schemas.microsoft.com/office/drawing/2014/main" id="{51226414-21C0-4211-915A-E7DB471D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cb6ab9b2064341"/>
          </a:graphicData>
        </a:graphic>
      </p:graphicFrame>
      <p:sp>
        <p:nvSpPr>
          <p:cNvPr id="15" name="Marcador de gráfico 14">
            <a:extLst xmlns:a="http://schemas.openxmlformats.org/drawingml/2006/main">
              <a:ext uri="{FF2B5EF4-FFF2-40B4-BE49-F238E27FC236}">
                <a16:creationId xmlns:a16="http://schemas.microsoft.com/office/drawing/2014/main" id="{037E51DA-6697-7984-784B-648406DB4719}"/>
              </a:ext>
            </a:extLst>
          </p:cNvPr>
          <p:cNvSpPr>
            <a:spLocks xmlns:a="http://schemas.openxmlformats.org/drawingml/2006/main" noGrp="1"/>
          </p:cNvSpPr>
          <p:nvPr>
            <p:ph type="chart" idx="11"/>
          </p:nvPr>
        </p:nvSpPr>
        <p:spPr>
          <a:xfrm xmlns:a="http://schemas.openxmlformats.org/drawingml/2006/main">
            <a:off x="-47625000" y="-47625000"/>
            <a:ext cx="9525" cy="9525"/>
          </a:xfrm>
        </p:spPr>
      </p:sp>
      <p:graphicFrame>
        <p:nvGraphicFramePr>
          <p:cNvPr id="32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08a73a7a444d16"/>
          </a:graphicData>
        </a:graphic>
      </p:graphicFrame>
      <p:graphicFrame>
        <p:nvGraphicFramePr>
          <p:cNvPr id="33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25066a8f36474a"/>
          </a:graphicData>
        </a:graphic>
      </p:graphicFrame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6084aa1284695">
            <a:extLst>
              <a:ext uri="{96DAC541-7B7A-43D3-8B79-37D633B846F1}">
                <asvg:svgBlip xmlns:asvg="http://schemas.microsoft.com/office/drawing/2016/SVG/main" r:embed="R6957980dd8394c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DA970CE-463C-4E92-A3C7-5199AB85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yebrow-U04-095">
            <a:extLst xmlns:a="http://schemas.openxmlformats.org/drawingml/2006/main">
              <a:ext uri="{FF2B5EF4-FFF2-40B4-BE49-F238E27FC236}">
                <a16:creationId xmlns:a16="http://schemas.microsoft.com/office/drawing/2014/main" id="{B789A35A-DCFA-4EBA-A908-681DDE37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95">
            <a:extLst xmlns:a="http://schemas.openxmlformats.org/drawingml/2006/main">
              <a:ext uri="{FF2B5EF4-FFF2-40B4-BE49-F238E27FC236}">
                <a16:creationId xmlns:a16="http://schemas.microsoft.com/office/drawing/2014/main" id="{86C90301-938F-4A6D-B117-D9C1A5C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Duplicar distancia reduce aproximadamente `6,02 dB</a:t>
            </a:r>
          </a:p>
        </p:txBody>
      </p:sp>
      <p:sp>
        <p:nvSpPr>
          <p:cNvPr id="2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8AE3A875-BB3E-4A6B-99EE-61BE84D1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E05E31FE-CA48-43FE-AA47-068CBA90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y distancia. Figura cuantitativa reproducible; ecuaciones o datos y escala se indican en el recurso. · fuente puntual · campo libre y le…</a:t>
            </a:r>
          </a:p>
        </p:txBody>
      </p:sp>
      <p:sp>
        <p:nvSpPr>
          <p:cNvPr id="2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5CAEDEEA-EE5A-4CFC-8E92-DB9DAE7B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23C3F868-1C0B-4AA8-90C9-426CDBA0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29" name="slide-number-95">
            <a:extLst xmlns:a="http://schemas.openxmlformats.org/drawingml/2006/main">
              <a:ext uri="{FF2B5EF4-FFF2-40B4-BE49-F238E27FC236}">
                <a16:creationId xmlns:a16="http://schemas.microsoft.com/office/drawing/2014/main" id="{83EB495C-8EC6-46AC-A1A7-9ABFB023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15b16fb4144de">
            <a:extLst>
              <a:ext uri="{96DAC541-7B7A-43D3-8B79-37D633B846F1}">
                <asvg:svgBlip xmlns:asvg="http://schemas.microsoft.com/office/drawing/2016/SVG/main" r:embed="Rd3d77c1797a84c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D3F2978-23E4-4A72-943B-AF7D4EB8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96">
            <a:extLst xmlns:a="http://schemas.openxmlformats.org/drawingml/2006/main">
              <a:ext uri="{FF2B5EF4-FFF2-40B4-BE49-F238E27FC236}">
                <a16:creationId xmlns:a16="http://schemas.microsoft.com/office/drawing/2014/main" id="{62140B06-7068-402D-94BC-7A1A633D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6">
            <a:extLst xmlns:a="http://schemas.openxmlformats.org/drawingml/2006/main">
              <a:ext uri="{FF2B5EF4-FFF2-40B4-BE49-F238E27FC236}">
                <a16:creationId xmlns:a16="http://schemas.microsoft.com/office/drawing/2014/main" id="{5E2E5A81-A9AE-43CF-96A5-AFFCC7CC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regla de −6 dB no vale en cualquier recinto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74481938-0AC4-4259-9C8E-5F1A178B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434DF5D-D1A5-4B0B-8A31-DCE406F3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6">
            <a:extLst xmlns:a="http://schemas.openxmlformats.org/drawingml/2006/main">
              <a:ext uri="{FF2B5EF4-FFF2-40B4-BE49-F238E27FC236}">
                <a16:creationId xmlns:a16="http://schemas.microsoft.com/office/drawing/2014/main" id="{70A06886-C495-438A-B5A3-61EDEA9E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40f70260c4afc">
            <a:extLst>
              <a:ext uri="{96DAC541-7B7A-43D3-8B79-37D633B846F1}">
                <asvg:svgBlip xmlns:asvg="http://schemas.microsoft.com/office/drawing/2016/SVG/main" r:embed="Rf5a4645961fe47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3AF8054A-28B2-4561-9EC5-B4C486E3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97">
            <a:extLst xmlns:a="http://schemas.openxmlformats.org/drawingml/2006/main">
              <a:ext uri="{FF2B5EF4-FFF2-40B4-BE49-F238E27FC236}">
                <a16:creationId xmlns:a16="http://schemas.microsoft.com/office/drawing/2014/main" id="{B8586623-A98E-4765-9CD3-D9A0D594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7">
            <a:extLst xmlns:a="http://schemas.openxmlformats.org/drawingml/2006/main">
              <a:ext uri="{FF2B5EF4-FFF2-40B4-BE49-F238E27FC236}">
                <a16:creationId xmlns:a16="http://schemas.microsoft.com/office/drawing/2014/main" id="{C307D63F-DA24-441B-A64C-BEAFEC8F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80 dB a 1 m a ≈68 dB a 4 m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D6C1508-2944-4CFC-868A-11AB1467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9D6A703E-FBFE-43B0-B6DA-CCE63545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y distancia y Ley de distancia. El gráfico es cuantitativo; el esquema organiza las condiciones y no está a escala. · fuente puntual · c…</a:t>
            </a:r>
          </a:p>
        </p:txBody>
      </p:sp>
      <p:sp>
        <p:nvSpPr>
          <p:cNvPr id="7" name="media-status">
            <a:extLst xmlns:a="http://schemas.openxmlformats.org/drawingml/2006/main">
              <a:ext uri="{FF2B5EF4-FFF2-40B4-BE49-F238E27FC236}">
                <a16:creationId xmlns:a16="http://schemas.microsoft.com/office/drawing/2014/main" id="{C55389FF-3B5C-406B-8207-72FF77C7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371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dia-label">
            <a:extLst xmlns:a="http://schemas.openxmlformats.org/drawingml/2006/main">
              <a:ext uri="{FF2B5EF4-FFF2-40B4-BE49-F238E27FC236}">
                <a16:creationId xmlns:a16="http://schemas.microsoft.com/office/drawing/2014/main" id="{F15858D6-20CB-4383-B16C-553E21B5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97">
            <a:extLst xmlns:a="http://schemas.openxmlformats.org/drawingml/2006/main">
              <a:ext uri="{FF2B5EF4-FFF2-40B4-BE49-F238E27FC236}">
                <a16:creationId xmlns:a16="http://schemas.microsoft.com/office/drawing/2014/main" id="{05F901C7-6ADF-4136-A543-6684D535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98f7a92cf473b">
            <a:extLst>
              <a:ext uri="{96DAC541-7B7A-43D3-8B79-37D633B846F1}">
                <asvg:svgBlip xmlns:asvg="http://schemas.microsoft.com/office/drawing/2016/SVG/main" r:embed="R6aa6413b56bf44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A8D05E8-149B-4319-A1B5-2A846205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098">
            <a:extLst xmlns:a="http://schemas.openxmlformats.org/drawingml/2006/main">
              <a:ext uri="{FF2B5EF4-FFF2-40B4-BE49-F238E27FC236}">
                <a16:creationId xmlns:a16="http://schemas.microsoft.com/office/drawing/2014/main" id="{CB8B4ABB-C779-4596-9438-3B928F7F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8">
            <a:extLst xmlns:a="http://schemas.openxmlformats.org/drawingml/2006/main">
              <a:ext uri="{FF2B5EF4-FFF2-40B4-BE49-F238E27FC236}">
                <a16:creationId xmlns:a16="http://schemas.microsoft.com/office/drawing/2014/main" id="{BBCE4A64-6A09-4409-AB4F-45FCB345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omnidireccional ideal reparte por igual en todas las direcciones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A2F93E7C-10A7-4384-9B2A-1CD9CE11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074BBEF-132C-4085-82C4-AE8EBD6F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Esquema conceptual; las distancias, tamaños y formas no representan una escala física salvo indicación expresa.</a:t>
            </a:r>
          </a:p>
        </p:txBody>
      </p:sp>
      <p:sp>
        <p:nvSpPr>
          <p:cNvPr id="7" name="slide-number-98">
            <a:extLst xmlns:a="http://schemas.openxmlformats.org/drawingml/2006/main">
              <a:ext uri="{FF2B5EF4-FFF2-40B4-BE49-F238E27FC236}">
                <a16:creationId xmlns:a16="http://schemas.microsoft.com/office/drawing/2014/main" id="{C8504E62-EAEF-404C-87FC-2D41C4C5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929c6115a344f8"/>
          </a:graphicData>
        </a:graphic>
      </p:graphicFrame>
      <p:sp>
        <p:nvSpPr>
          <p:cNvPr id="15" name="Marcador de gráfico 14">
            <a:extLst xmlns:a="http://schemas.openxmlformats.org/drawingml/2006/main">
              <a:ext uri="{FF2B5EF4-FFF2-40B4-BE49-F238E27FC236}">
                <a16:creationId xmlns:a16="http://schemas.microsoft.com/office/drawing/2014/main" id="{037E51DA-6697-7984-784B-648406DB4719}"/>
              </a:ext>
            </a:extLst>
          </p:cNvPr>
          <p:cNvSpPr>
            <a:spLocks xmlns:a="http://schemas.openxmlformats.org/drawingml/2006/main" noGrp="1"/>
          </p:cNvSpPr>
          <p:nvPr>
            <p:ph type="chart" idx="11"/>
          </p:nvPr>
        </p:nvSpPr>
        <p:spPr>
          <a:xfrm xmlns:a="http://schemas.openxmlformats.org/drawingml/2006/main">
            <a:off x="-47625000" y="-47625000"/>
            <a:ext cx="9525" cy="9525"/>
          </a:xfrm>
        </p:spPr>
      </p:sp>
      <p:graphicFrame>
        <p:nvGraphicFramePr>
          <p:cNvPr id="30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8216c6d25f4083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mlns:a="http://schemas.openxmlformats.org/drawingml/2006/main" x="-47625000" y="-4762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5f8137953b4400"/>
          </a:graphicData>
        </a:graphic>
      </p:graphicFrame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c0e5f66d04d11">
            <a:extLst>
              <a:ext uri="{96DAC541-7B7A-43D3-8B79-37D633B846F1}">
                <asvg:svgBlip xmlns:asvg="http://schemas.microsoft.com/office/drawing/2016/SVG/main" r:embed="Rae06ed5fe5464c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00E46685-FB28-4080-9E41-3DDF98D8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yebrow-U04-099">
            <a:extLst xmlns:a="http://schemas.openxmlformats.org/drawingml/2006/main">
              <a:ext uri="{FF2B5EF4-FFF2-40B4-BE49-F238E27FC236}">
                <a16:creationId xmlns:a16="http://schemas.microsoft.com/office/drawing/2014/main" id="{E578B5DC-26F8-43FA-95FA-338C2473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99">
            <a:extLst xmlns:a="http://schemas.openxmlformats.org/drawingml/2006/main">
              <a:ext uri="{FF2B5EF4-FFF2-40B4-BE49-F238E27FC236}">
                <a16:creationId xmlns:a16="http://schemas.microsoft.com/office/drawing/2014/main" id="{E9F199E3-38C4-4EEC-B567-7181A833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real puede concentrar energía en ciertas direcciones</a:t>
            </a:r>
          </a:p>
        </p:txBody>
      </p:sp>
      <p:sp>
        <p:nvSpPr>
          <p:cNvPr id="2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C7FDA191-B597-4E36-BBC8-6B4378CB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C86A8ABF-C984-42E3-AB94-C8F9B55A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Esquema conceptual; las distancias, tamaños y formas no representan una escala física salvo indicación expresa.</a:t>
            </a:r>
          </a:p>
        </p:txBody>
      </p:sp>
      <p:sp>
        <p:nvSpPr>
          <p:cNvPr id="27" name="slide-number-99">
            <a:extLst xmlns:a="http://schemas.openxmlformats.org/drawingml/2006/main">
              <a:ext uri="{FF2B5EF4-FFF2-40B4-BE49-F238E27FC236}">
                <a16:creationId xmlns:a16="http://schemas.microsoft.com/office/drawing/2014/main" id="{47616FE1-5150-43EA-9A96-A47AA996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d2b8819254005">
            <a:extLst>
              <a:ext uri="{96DAC541-7B7A-43D3-8B79-37D633B846F1}">
                <asvg:svgBlip xmlns:asvg="http://schemas.microsoft.com/office/drawing/2016/SVG/main" r:embed="Rf9fe481ccc9446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EEC1583-45DF-4D2D-B2FC-22165EB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00">
            <a:extLst xmlns:a="http://schemas.openxmlformats.org/drawingml/2006/main">
              <a:ext uri="{FF2B5EF4-FFF2-40B4-BE49-F238E27FC236}">
                <a16:creationId xmlns:a16="http://schemas.microsoft.com/office/drawing/2014/main" id="{6904E2A6-6F05-4E2B-A3A0-78E13FE2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0">
            <a:extLst xmlns:a="http://schemas.openxmlformats.org/drawingml/2006/main">
              <a:ext uri="{FF2B5EF4-FFF2-40B4-BE49-F238E27FC236}">
                <a16:creationId xmlns:a16="http://schemas.microsoft.com/office/drawing/2014/main" id="{DDE88216-53E9-4E96-BB68-4FEE597D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factor Q compara concentración con una fuente omnidireccional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3314A76E-2369-434A-B893-5411D6BD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39F6A78-143B-4854-A9E0-0DCDF99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Esquema conceptual; las distancias, tamaños y formas no representan una escala física salvo indicación expresa.</a:t>
            </a:r>
          </a:p>
        </p:txBody>
      </p:sp>
      <p:sp>
        <p:nvSpPr>
          <p:cNvPr id="7" name="slide-number-100">
            <a:extLst xmlns:a="http://schemas.openxmlformats.org/drawingml/2006/main">
              <a:ext uri="{FF2B5EF4-FFF2-40B4-BE49-F238E27FC236}">
                <a16:creationId xmlns:a16="http://schemas.microsoft.com/office/drawing/2014/main" id="{834A6FFD-F077-4B89-92EC-0DCE03EB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cf145acd44d6d">
            <a:extLst>
              <a:ext uri="{96DAC541-7B7A-43D3-8B79-37D633B846F1}">
                <asvg:svgBlip xmlns:asvg="http://schemas.microsoft.com/office/drawing/2016/SVG/main" r:embed="Rcaf9db73b16146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2C0F33DA-2282-4AD1-AAE8-DA65311E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01">
            <a:extLst xmlns:a="http://schemas.openxmlformats.org/drawingml/2006/main">
              <a:ext uri="{FF2B5EF4-FFF2-40B4-BE49-F238E27FC236}">
                <a16:creationId xmlns:a16="http://schemas.microsoft.com/office/drawing/2014/main" id="{E3E13C88-67F2-474F-80F0-576EE3AA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1">
            <a:extLst xmlns:a="http://schemas.openxmlformats.org/drawingml/2006/main">
              <a:ext uri="{FF2B5EF4-FFF2-40B4-BE49-F238E27FC236}">
                <a16:creationId xmlns:a16="http://schemas.microsoft.com/office/drawing/2014/main" id="{5916512E-EC21-4181-BE14-4E89A0CA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índice de directividad es `DI=10log10(Q)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5C4681D1-E4B0-46B9-93FA-FFB76FF7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3748CC71-9BEC-49A3-9FDA-8F62C226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Esquema conceptual; las distancias, tamaños y formas no representan una escala física salvo indicación expresa.</a:t>
            </a:r>
          </a:p>
        </p:txBody>
      </p:sp>
      <p:sp>
        <p:nvSpPr>
          <p:cNvPr id="7" name="slide-number-101">
            <a:extLst xmlns:a="http://schemas.openxmlformats.org/drawingml/2006/main">
              <a:ext uri="{FF2B5EF4-FFF2-40B4-BE49-F238E27FC236}">
                <a16:creationId xmlns:a16="http://schemas.microsoft.com/office/drawing/2014/main" id="{48B64C7A-7A1C-4B92-A1EB-8E727778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31be0aced4c32">
            <a:extLst>
              <a:ext uri="{96DAC541-7B7A-43D3-8B79-37D633B846F1}">
                <asvg:svgBlip xmlns:asvg="http://schemas.microsoft.com/office/drawing/2016/SVG/main" r:embed="R93a2e1c335c541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301F18C4-9DBA-4217-83E5-10933716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02">
            <a:extLst xmlns:a="http://schemas.openxmlformats.org/drawingml/2006/main">
              <a:ext uri="{FF2B5EF4-FFF2-40B4-BE49-F238E27FC236}">
                <a16:creationId xmlns:a16="http://schemas.microsoft.com/office/drawing/2014/main" id="{47DD0C53-1B1C-4C56-8E2C-68A9DFCC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2">
            <a:extLst xmlns:a="http://schemas.openxmlformats.org/drawingml/2006/main">
              <a:ext uri="{FF2B5EF4-FFF2-40B4-BE49-F238E27FC236}">
                <a16:creationId xmlns:a16="http://schemas.microsoft.com/office/drawing/2014/main" id="{F7EA1C28-CD7C-4F90-A87C-4761B6C6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patrón polar solo sirve si conocemos frecuencia y condiciones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55B9566-04EB-4E19-AC8D-8A174B99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393C1798-33C0-48B5-9592-E80DA99D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Recurso técnico usado para identificar el fenómeno; conservar crédito y condiciones registradas en el manifiesto.</a:t>
            </a:r>
          </a:p>
        </p:txBody>
      </p:sp>
      <p:sp>
        <p:nvSpPr>
          <p:cNvPr id="7" name="slide-number-102">
            <a:extLst xmlns:a="http://schemas.openxmlformats.org/drawingml/2006/main">
              <a:ext uri="{FF2B5EF4-FFF2-40B4-BE49-F238E27FC236}">
                <a16:creationId xmlns:a16="http://schemas.microsoft.com/office/drawing/2014/main" id="{C8752072-CAC0-40EC-8B49-14792B6C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eyebrow">
            <a:extLst xmlns:a="http://schemas.openxmlformats.org/drawingml/2006/main">
              <a:ext uri="{FF2B5EF4-FFF2-40B4-BE49-F238E27FC236}">
                <a16:creationId xmlns:a16="http://schemas.microsoft.com/office/drawing/2014/main" id="{8D5A1663-2BA2-4008-BE19-A3B80B25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AF34A5DC-8B69-4FD0-A5C3-AA6E5B19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Medir sonido exige elegir variable, referencia y modelo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F903770F-1A91-4264-82F5-7873433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permite interpretar una medición acústica en Fonoaudiología?</a:t>
            </a:r>
          </a:p>
        </p:txBody>
      </p:sp>
      <p:sp>
        <p:nvSpPr>
          <p:cNvPr id="4" name="slide-number-103">
            <a:extLst xmlns:a="http://schemas.openxmlformats.org/drawingml/2006/main">
              <a:ext uri="{FF2B5EF4-FFF2-40B4-BE49-F238E27FC236}">
                <a16:creationId xmlns:a16="http://schemas.microsoft.com/office/drawing/2014/main" id="{542D2436-0672-4EA7-83CE-9DEC1E17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U04-104">
            <a:extLst xmlns:a="http://schemas.openxmlformats.org/drawingml/2006/main">
              <a:ext uri="{FF2B5EF4-FFF2-40B4-BE49-F238E27FC236}">
                <a16:creationId xmlns:a16="http://schemas.microsoft.com/office/drawing/2014/main" id="{F259C56D-4CAC-43EB-BBB2-79C6522D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4">
            <a:extLst xmlns:a="http://schemas.openxmlformats.org/drawingml/2006/main">
              <a:ext uri="{FF2B5EF4-FFF2-40B4-BE49-F238E27FC236}">
                <a16:creationId xmlns:a16="http://schemas.microsoft.com/office/drawing/2014/main" id="{052C73D8-1F4E-4804-9EAC-95E7506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informa realmente un sonómetro o micrófono calibrado?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696A62CE-C470-487C-BC5A-F048E517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b955a60e41c1"/>
          <a:stretch xmlns:a="http://schemas.openxmlformats.org/drawingml/2006/main"/>
        </p:blipFill>
        <p:spPr>
          <a:xfrm xmlns:a="http://schemas.openxmlformats.org/drawingml/2006/main">
            <a:off x="2224301" y="1752600"/>
            <a:ext cx="1723597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F654A4C8-01DE-45D5-B27E-B7C3F8F1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5429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instrumento estima una magnitud en un punto y bajo ajustes declarados; no informa por sí solo percepción ni potencia total.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sonómetro informa un nivel en un punto con ponderación y respuesta temporal declaradas; no informa sonoridad individual.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A6CDAAC0-5F18-4E38-AE35-DFA7AD8B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006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y caso.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 xmlns:a="http://schemas.openxmlformats.org/drawingml/2006/main">
              <a:ext uri="{FF2B5EF4-FFF2-40B4-BE49-F238E27FC236}">
                <a16:creationId xmlns:a16="http://schemas.microsoft.com/office/drawing/2014/main" id="{A0D479A3-DAAB-4FA0-8915-7943A8C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7b2defcf886402c"/>
              </a:rPr>
              <a:t>Foto: Harke, dominio público, vía Wikimedia Commons.</a:t>
            </a:r>
          </a:p>
        </p:txBody>
      </p:sp>
      <p:sp>
        <p:nvSpPr>
          <p:cNvPr id="8" name="slide-number-104">
            <a:extLst xmlns:a="http://schemas.openxmlformats.org/drawingml/2006/main">
              <a:ext uri="{FF2B5EF4-FFF2-40B4-BE49-F238E27FC236}">
                <a16:creationId xmlns:a16="http://schemas.microsoft.com/office/drawing/2014/main" id="{8420DA87-10F5-47FD-8176-2B884EFB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f79c0e844466b">
            <a:extLst>
              <a:ext uri="{96DAC541-7B7A-43D3-8B79-37D633B846F1}">
                <asvg:svgBlip xmlns:asvg="http://schemas.microsoft.com/office/drawing/2016/SVG/main" r:embed="R71cbd242ec414e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79FDEC63-8F17-47F4-AC14-C8F51F89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05">
            <a:extLst xmlns:a="http://schemas.openxmlformats.org/drawingml/2006/main">
              <a:ext uri="{FF2B5EF4-FFF2-40B4-BE49-F238E27FC236}">
                <a16:creationId xmlns:a16="http://schemas.microsoft.com/office/drawing/2014/main" id="{278F1466-DD8B-4124-8CFF-AFF2462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5">
            <a:extLst xmlns:a="http://schemas.openxmlformats.org/drawingml/2006/main">
              <a:ext uri="{FF2B5EF4-FFF2-40B4-BE49-F238E27FC236}">
                <a16:creationId xmlns:a16="http://schemas.microsoft.com/office/drawing/2014/main" id="{4D0F8D79-2973-4995-A0BA-6B296E6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dos fuentes, dos distancias y un recinto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304720F3-B9DB-46B5-B1A3-9CD0306D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2C8CCD19-DE04-434F-8C50-43116E07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y caso. Esquema conceptual; las distancias, tamaños y formas no representan una escala física salvo indicación expresa.</a:t>
            </a:r>
          </a:p>
        </p:txBody>
      </p:sp>
      <p:sp>
        <p:nvSpPr>
          <p:cNvPr id="7" name="slide-number-105">
            <a:extLst xmlns:a="http://schemas.openxmlformats.org/drawingml/2006/main">
              <a:ext uri="{FF2B5EF4-FFF2-40B4-BE49-F238E27FC236}">
                <a16:creationId xmlns:a16="http://schemas.microsoft.com/office/drawing/2014/main" id="{DB070BDB-35A2-4932-9BD2-5850B90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ba125bc03466e">
            <a:extLst>
              <a:ext uri="{96DAC541-7B7A-43D3-8B79-37D633B846F1}">
                <asvg:svgBlip xmlns:asvg="http://schemas.microsoft.com/office/drawing/2016/SVG/main" r:embed="Rb88dd89aa2d74f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F9635D0A-BD8E-4AD3-8C99-972FF02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06">
            <a:extLst xmlns:a="http://schemas.openxmlformats.org/drawingml/2006/main">
              <a:ext uri="{FF2B5EF4-FFF2-40B4-BE49-F238E27FC236}">
                <a16:creationId xmlns:a16="http://schemas.microsoft.com/office/drawing/2014/main" id="{231C27F3-B029-4C63-844A-4301377E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6">
            <a:extLst xmlns:a="http://schemas.openxmlformats.org/drawingml/2006/main">
              <a:ext uri="{FF2B5EF4-FFF2-40B4-BE49-F238E27FC236}">
                <a16:creationId xmlns:a16="http://schemas.microsoft.com/office/drawing/2014/main" id="{E8E51B29-86DA-4CCC-8156-57F84876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Siete atajos que producen respuestas incorrectas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D50DBA6A-CB4E-4573-9E2F-124A6ED7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5783587-16AB-4C6E-B180-7B41B2BE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y caso. Esquema conceptual; las distancias, tamaños y formas no representan una escala física salvo indicación expresa.</a:t>
            </a:r>
          </a:p>
        </p:txBody>
      </p:sp>
      <p:sp>
        <p:nvSpPr>
          <p:cNvPr id="7" name="slide-number-106">
            <a:extLst xmlns:a="http://schemas.openxmlformats.org/drawingml/2006/main">
              <a:ext uri="{FF2B5EF4-FFF2-40B4-BE49-F238E27FC236}">
                <a16:creationId xmlns:a16="http://schemas.microsoft.com/office/drawing/2014/main" id="{58CB9843-3724-41A9-BD07-71EC7EA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9645917894943">
            <a:extLst>
              <a:ext uri="{96DAC541-7B7A-43D3-8B79-37D633B846F1}">
                <asvg:svgBlip xmlns:asvg="http://schemas.microsoft.com/office/drawing/2016/SVG/main" r:embed="Rdf62c1b6fe1a4f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D92009CE-5E7A-4C5B-95B4-4752CEF5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07">
            <a:extLst xmlns:a="http://schemas.openxmlformats.org/drawingml/2006/main">
              <a:ext uri="{FF2B5EF4-FFF2-40B4-BE49-F238E27FC236}">
                <a16:creationId xmlns:a16="http://schemas.microsoft.com/office/drawing/2014/main" id="{0DA368CF-F2EA-4B2D-97BD-ABB13AEB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7">
            <a:extLst xmlns:a="http://schemas.openxmlformats.org/drawingml/2006/main">
              <a:ext uri="{FF2B5EF4-FFF2-40B4-BE49-F238E27FC236}">
                <a16:creationId xmlns:a16="http://schemas.microsoft.com/office/drawing/2014/main" id="{9CC67291-E8DF-4CE2-AF58-39A05BAC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sonido como fenómeno a una medición interpretable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3C58F968-26E6-44B4-B888-262848DE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F094681-8242-4E30-B7A8-FC2AAB8B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Mapa de unidad. Esquema conceptual; las distancias, tamaños y formas no representan una escala física salvo indicación expresa.</a:t>
            </a:r>
          </a:p>
        </p:txBody>
      </p:sp>
      <p:sp>
        <p:nvSpPr>
          <p:cNvPr id="7" name="slide-number-107">
            <a:extLst xmlns:a="http://schemas.openxmlformats.org/drawingml/2006/main">
              <a:ext uri="{FF2B5EF4-FFF2-40B4-BE49-F238E27FC236}">
                <a16:creationId xmlns:a16="http://schemas.microsoft.com/office/drawing/2014/main" id="{257AC9F8-5CFB-4E53-8CEF-5D50BB1D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U04-108">
            <a:extLst xmlns:a="http://schemas.openxmlformats.org/drawingml/2006/main">
              <a:ext uri="{FF2B5EF4-FFF2-40B4-BE49-F238E27FC236}">
                <a16:creationId xmlns:a16="http://schemas.microsoft.com/office/drawing/2014/main" id="{7BD9FE23-DCDD-44DD-835D-EFD59A67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8">
            <a:extLst xmlns:a="http://schemas.openxmlformats.org/drawingml/2006/main">
              <a:ext uri="{FF2B5EF4-FFF2-40B4-BE49-F238E27FC236}">
                <a16:creationId xmlns:a16="http://schemas.microsoft.com/office/drawing/2014/main" id="{8C218F24-4F92-41FD-B465-E6EE1BA8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podés explicar ahora que al inicio no podías?</a:t>
            </a:r>
          </a:p>
        </p:txBody>
      </p:sp>
      <p:sp>
        <p:nvSpPr>
          <p:cNvPr id="3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1862B9B3-7E4C-4241-8041-10FF416C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515600" cy="4191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54E6DE43-299F-46D1-9642-482E930D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9715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Explicá con tus palabras: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existe sin oyente;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por qué u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eq c;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distingue RMS de media;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completa a un valor en dB;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cuándo aparecen +6, +3 o cancelación;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cuándo puede usarse la regla de distancia.</a:t>
            </a:r>
          </a:p>
        </p:txBody>
      </p:sp>
      <p:sp>
        <p:nvSpPr>
          <p:cNvPr id="5" name="slide-number-108">
            <a:extLst xmlns:a="http://schemas.openxmlformats.org/drawingml/2006/main">
              <a:ext uri="{FF2B5EF4-FFF2-40B4-BE49-F238E27FC236}">
                <a16:creationId xmlns:a16="http://schemas.microsoft.com/office/drawing/2014/main" id="{31501FAC-D9D0-47A8-A833-52F5AC42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9a6df34454599">
            <a:extLst>
              <a:ext uri="{96DAC541-7B7A-43D3-8B79-37D633B846F1}">
                <asvg:svgBlip xmlns:asvg="http://schemas.microsoft.com/office/drawing/2016/SVG/main" r:embed="Rda0707544aef48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228E6356-9D8C-48DE-A114-1F716D2C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09">
            <a:extLst xmlns:a="http://schemas.openxmlformats.org/drawingml/2006/main">
              <a:ext uri="{FF2B5EF4-FFF2-40B4-BE49-F238E27FC236}">
                <a16:creationId xmlns:a16="http://schemas.microsoft.com/office/drawing/2014/main" id="{5823E274-7ECD-4E87-BD5C-31349B3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9">
            <a:extLst xmlns:a="http://schemas.openxmlformats.org/drawingml/2006/main">
              <a:ext uri="{FF2B5EF4-FFF2-40B4-BE49-F238E27FC236}">
                <a16:creationId xmlns:a16="http://schemas.microsoft.com/office/drawing/2014/main" id="{BEF20EE5-73D5-4736-A2BB-32837E41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RMS puede ocultar señales muy diferentes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0AC35852-2EC5-40E0-B826-C0D5F6A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2C8A121A-84E8-442D-8AC8-1987132B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 RMS, distinta forma. Figura cuantitativa reproducible; ecuaciones o datos y escala se indican en el recurso. · señales sintéticas · mism…</a:t>
            </a:r>
          </a:p>
        </p:txBody>
      </p:sp>
      <p:sp>
        <p:nvSpPr>
          <p:cNvPr id="7" name="slide-number-109">
            <a:extLst xmlns:a="http://schemas.openxmlformats.org/drawingml/2006/main">
              <a:ext uri="{FF2B5EF4-FFF2-40B4-BE49-F238E27FC236}">
                <a16:creationId xmlns:a16="http://schemas.microsoft.com/office/drawing/2014/main" id="{52E7BCA3-B568-4016-A182-5DC594EB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a288dc327438f">
            <a:extLst>
              <a:ext uri="{96DAC541-7B7A-43D3-8B79-37D633B846F1}">
                <asvg:svgBlip xmlns:asvg="http://schemas.microsoft.com/office/drawing/2016/SVG/main" r:embed="R13cd7d342d1745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8392DEB5-BAB8-4C21-AC19-E861F63D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0">
            <a:extLst xmlns:a="http://schemas.openxmlformats.org/drawingml/2006/main">
              <a:ext uri="{FF2B5EF4-FFF2-40B4-BE49-F238E27FC236}">
                <a16:creationId xmlns:a16="http://schemas.microsoft.com/office/drawing/2014/main" id="{FB9EDD35-BC31-4BB8-958C-2039459D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0">
            <a:extLst xmlns:a="http://schemas.openxmlformats.org/drawingml/2006/main">
              <a:ext uri="{FF2B5EF4-FFF2-40B4-BE49-F238E27FC236}">
                <a16:creationId xmlns:a16="http://schemas.microsoft.com/office/drawing/2014/main" id="{8792406F-F242-42E7-BE37-3577E477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Recordatorio matemático: razones, potencias y logaritmos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1D95A877-48D9-46E1-A6CD-8C1167B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3358A3A4-1B24-4023-AAD3-283FA0BC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Ejemplos y recordatorio matemático. Esquema conceptual; las distancias, tamaños y formas no representan una escala física salvo indicación exp…</a:t>
            </a:r>
          </a:p>
        </p:txBody>
      </p:sp>
      <p:sp>
        <p:nvSpPr>
          <p:cNvPr id="7" name="slide-number-110">
            <a:extLst xmlns:a="http://schemas.openxmlformats.org/drawingml/2006/main">
              <a:ext uri="{FF2B5EF4-FFF2-40B4-BE49-F238E27FC236}">
                <a16:creationId xmlns:a16="http://schemas.microsoft.com/office/drawing/2014/main" id="{FBF0DFAF-74D0-4441-B316-6D1ED819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d328f04954488">
            <a:extLst>
              <a:ext uri="{96DAC541-7B7A-43D3-8B79-37D633B846F1}">
                <asvg:svgBlip xmlns:asvg="http://schemas.microsoft.com/office/drawing/2016/SVG/main" r:embed="R62fa20a94bb34d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A5712865-5CA5-4336-AEEB-07E2DBDB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1">
            <a:extLst xmlns:a="http://schemas.openxmlformats.org/drawingml/2006/main">
              <a:ext uri="{FF2B5EF4-FFF2-40B4-BE49-F238E27FC236}">
                <a16:creationId xmlns:a16="http://schemas.microsoft.com/office/drawing/2014/main" id="{79CFEB78-BC40-4645-AB77-238F50AB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1">
            <a:extLst xmlns:a="http://schemas.openxmlformats.org/drawingml/2006/main">
              <a:ext uri="{FF2B5EF4-FFF2-40B4-BE49-F238E27FC236}">
                <a16:creationId xmlns:a16="http://schemas.microsoft.com/office/drawing/2014/main" id="{7F8B03FF-41EB-4BF0-8D9E-7953B3E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Promedio y RMS en datos discretos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AD14A836-02E6-43CA-BE55-C353861C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381C9FF8-D413-433D-B5A1-29C95B4A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111">
            <a:extLst xmlns:a="http://schemas.openxmlformats.org/drawingml/2006/main">
              <a:ext uri="{FF2B5EF4-FFF2-40B4-BE49-F238E27FC236}">
                <a16:creationId xmlns:a16="http://schemas.microsoft.com/office/drawing/2014/main" id="{3101BCB5-DDEA-47A0-ABE0-50217144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f6444c5064a0c">
            <a:extLst>
              <a:ext uri="{96DAC541-7B7A-43D3-8B79-37D633B846F1}">
                <asvg:svgBlip xmlns:asvg="http://schemas.microsoft.com/office/drawing/2016/SVG/main" r:embed="Reb1cd3dbe69a4f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4CFA844A-2EFA-40C1-AB00-AFD054F0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2">
            <a:extLst xmlns:a="http://schemas.openxmlformats.org/drawingml/2006/main">
              <a:ext uri="{FF2B5EF4-FFF2-40B4-BE49-F238E27FC236}">
                <a16:creationId xmlns:a16="http://schemas.microsoft.com/office/drawing/2014/main" id="{BB0AA408-467C-4F55-94AD-3866684D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2">
            <a:extLst xmlns:a="http://schemas.openxmlformats.org/drawingml/2006/main">
              <a:ext uri="{FF2B5EF4-FFF2-40B4-BE49-F238E27FC236}">
                <a16:creationId xmlns:a16="http://schemas.microsoft.com/office/drawing/2014/main" id="{B8054E22-0767-4F41-84B7-0C706126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Definiciones integrales de media, RMS e intensidad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6D0E2D6-0F12-406B-805E-31C9505F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8084841F-16B2-4311-BA2D-03CD808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112">
            <a:extLst xmlns:a="http://schemas.openxmlformats.org/drawingml/2006/main">
              <a:ext uri="{FF2B5EF4-FFF2-40B4-BE49-F238E27FC236}">
                <a16:creationId xmlns:a16="http://schemas.microsoft.com/office/drawing/2014/main" id="{7E3BF223-485F-4B88-B00F-434C9BBF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63ede4c9d42ec">
            <a:extLst>
              <a:ext uri="{96DAC541-7B7A-43D3-8B79-37D633B846F1}">
                <asvg:svgBlip xmlns:asvg="http://schemas.microsoft.com/office/drawing/2016/SVG/main" r:embed="R33f777910da940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84128048-9A6D-4C18-A6BB-80B8D3C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3">
            <a:extLst xmlns:a="http://schemas.openxmlformats.org/drawingml/2006/main">
              <a:ext uri="{FF2B5EF4-FFF2-40B4-BE49-F238E27FC236}">
                <a16:creationId xmlns:a16="http://schemas.microsoft.com/office/drawing/2014/main" id="{EB46A287-7DAC-4C85-B74D-9E1CE5CD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3">
            <a:extLst xmlns:a="http://schemas.openxmlformats.org/drawingml/2006/main">
              <a:ext uri="{FF2B5EF4-FFF2-40B4-BE49-F238E27FC236}">
                <a16:creationId xmlns:a16="http://schemas.microsoft.com/office/drawing/2014/main" id="{04EE35D2-6AF8-46B4-AB13-48E6312C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Reflexión: de Rₚ a fracción de intensidad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9A89B943-5D3F-4C53-A6DE-3262A4E1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C7F4C16-82B7-46A0-97F9-AF27B671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 e impedancia y Impedancia y reflexión. El gráfico es cuantitativo; el esquema organiza las condiciones y no está a escala.</a:t>
            </a:r>
          </a:p>
        </p:txBody>
      </p:sp>
      <p:sp>
        <p:nvSpPr>
          <p:cNvPr id="7" name="slide-number-113">
            <a:extLst xmlns:a="http://schemas.openxmlformats.org/drawingml/2006/main">
              <a:ext uri="{FF2B5EF4-FFF2-40B4-BE49-F238E27FC236}">
                <a16:creationId xmlns:a16="http://schemas.microsoft.com/office/drawing/2014/main" id="{BA1E12EE-81FF-4302-BA52-056B4FA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d8d145d884054">
            <a:extLst>
              <a:ext uri="{96DAC541-7B7A-43D3-8B79-37D633B846F1}">
                <asvg:svgBlip xmlns:asvg="http://schemas.microsoft.com/office/drawing/2016/SVG/main" r:embed="R8ebebc26d3e645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83E8DD64-214E-4EEB-893C-4CD0D563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4">
            <a:extLst xmlns:a="http://schemas.openxmlformats.org/drawingml/2006/main">
              <a:ext uri="{FF2B5EF4-FFF2-40B4-BE49-F238E27FC236}">
                <a16:creationId xmlns:a16="http://schemas.microsoft.com/office/drawing/2014/main" id="{C9AF62D9-2946-434A-8051-E3CF60FF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4">
            <a:extLst xmlns:a="http://schemas.openxmlformats.org/drawingml/2006/main">
              <a:ext uri="{FF2B5EF4-FFF2-40B4-BE49-F238E27FC236}">
                <a16:creationId xmlns:a16="http://schemas.microsoft.com/office/drawing/2014/main" id="{35FB2A49-09D8-4C42-B5B3-5F27660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Referencias para LI y `LW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504EE30B-4092-46D5-9A37-DD663238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2C55778B-E278-4CAD-B691-ACBB4C05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nivel exige una referencia de la misma magnitud.</a:t>
            </a:r>
          </a:p>
        </p:txBody>
      </p:sp>
      <p:sp>
        <p:nvSpPr>
          <p:cNvPr id="7" name="slide-number-114">
            <a:extLst xmlns:a="http://schemas.openxmlformats.org/drawingml/2006/main">
              <a:ext uri="{FF2B5EF4-FFF2-40B4-BE49-F238E27FC236}">
                <a16:creationId xmlns:a16="http://schemas.microsoft.com/office/drawing/2014/main" id="{3BA3D4DD-90D2-4C03-A268-B678B3CE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eff93ed734ce4">
            <a:extLst>
              <a:ext uri="{96DAC541-7B7A-43D3-8B79-37D633B846F1}">
                <asvg:svgBlip xmlns:asvg="http://schemas.microsoft.com/office/drawing/2016/SVG/main" r:embed="R033493fed42742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223ACB9A-3421-4701-B7E0-174E1F2C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5">
            <a:extLst xmlns:a="http://schemas.openxmlformats.org/drawingml/2006/main">
              <a:ext uri="{FF2B5EF4-FFF2-40B4-BE49-F238E27FC236}">
                <a16:creationId xmlns:a16="http://schemas.microsoft.com/office/drawing/2014/main" id="{BFC25764-AAB7-4B04-BEF1-1455D17E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5">
            <a:extLst xmlns:a="http://schemas.openxmlformats.org/drawingml/2006/main">
              <a:ext uri="{FF2B5EF4-FFF2-40B4-BE49-F238E27FC236}">
                <a16:creationId xmlns:a16="http://schemas.microsoft.com/office/drawing/2014/main" id="{497511D6-A25B-41B9-93B4-25EC25F0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Entre coherente y no correlacionado existe correlación parcial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7976FD0D-7807-452B-8FE5-4D0936AB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2F77FBD-E905-4DB9-AE1D-293C29D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115">
            <a:extLst xmlns:a="http://schemas.openxmlformats.org/drawingml/2006/main">
              <a:ext uri="{FF2B5EF4-FFF2-40B4-BE49-F238E27FC236}">
                <a16:creationId xmlns:a16="http://schemas.microsoft.com/office/drawing/2014/main" id="{3F0F882D-80F0-4F6C-9926-A7ACC99C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9919cd6eb44b4">
            <a:extLst>
              <a:ext uri="{96DAC541-7B7A-43D3-8B79-37D633B846F1}">
                <asvg:svgBlip xmlns:asvg="http://schemas.microsoft.com/office/drawing/2016/SVG/main" r:embed="R5b8f404d93f24e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6C2F712E-4C89-4656-B8C3-52E131D5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6">
            <a:extLst xmlns:a="http://schemas.openxmlformats.org/drawingml/2006/main">
              <a:ext uri="{FF2B5EF4-FFF2-40B4-BE49-F238E27FC236}">
                <a16:creationId xmlns:a16="http://schemas.microsoft.com/office/drawing/2014/main" id="{CABC9C14-6577-4C5A-AE0C-DF79A061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6">
            <a:extLst xmlns:a="http://schemas.openxmlformats.org/drawingml/2006/main">
              <a:ext uri="{FF2B5EF4-FFF2-40B4-BE49-F238E27FC236}">
                <a16:creationId xmlns:a16="http://schemas.microsoft.com/office/drawing/2014/main" id="{5DC2BCC1-E8C7-4713-91E5-B0031A8B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Reverberante y difuso: condiciones y límites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C5228E56-51C8-4A75-8D5E-A30A5B4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24C25A4-E2AF-461F-AAE8-64AC4F99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116">
            <a:extLst xmlns:a="http://schemas.openxmlformats.org/drawingml/2006/main">
              <a:ext uri="{FF2B5EF4-FFF2-40B4-BE49-F238E27FC236}">
                <a16:creationId xmlns:a16="http://schemas.microsoft.com/office/drawing/2014/main" id="{80AF442A-54F7-4A1F-9CB6-987C9A0C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c0623bf984f1f">
            <a:extLst>
              <a:ext uri="{96DAC541-7B7A-43D3-8B79-37D633B846F1}">
                <asvg:svgBlip xmlns:asvg="http://schemas.microsoft.com/office/drawing/2016/SVG/main" r:embed="Rb642a61a4b5c4d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68918E33-3233-4586-97B5-4A27E0DE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7">
            <a:extLst xmlns:a="http://schemas.openxmlformats.org/drawingml/2006/main">
              <a:ext uri="{FF2B5EF4-FFF2-40B4-BE49-F238E27FC236}">
                <a16:creationId xmlns:a16="http://schemas.microsoft.com/office/drawing/2014/main" id="{18728ACA-A796-4202-9E93-4D49D9FA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7">
            <a:extLst xmlns:a="http://schemas.openxmlformats.org/drawingml/2006/main">
              <a:ext uri="{FF2B5EF4-FFF2-40B4-BE49-F238E27FC236}">
                <a16:creationId xmlns:a16="http://schemas.microsoft.com/office/drawing/2014/main" id="{BD8F24F4-CF7F-48DE-A8E1-9721FF0F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Onda cilíndrica: cambio por duplicar distancia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D345DFE5-E2C5-4EA5-A3A9-13B6AEB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29DA57D-0DA9-476E-B6F1-AF7CE68F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decaimiento y Geometrías y campos. El gráfico es cuantitativo; el esquema organiza las condiciones y no está a escala.</a:t>
            </a:r>
          </a:p>
        </p:txBody>
      </p:sp>
      <p:sp>
        <p:nvSpPr>
          <p:cNvPr id="7" name="slide-number-117">
            <a:extLst xmlns:a="http://schemas.openxmlformats.org/drawingml/2006/main">
              <a:ext uri="{FF2B5EF4-FFF2-40B4-BE49-F238E27FC236}">
                <a16:creationId xmlns:a16="http://schemas.microsoft.com/office/drawing/2014/main" id="{F2CD469F-9F96-404D-ADBE-8FDD05BB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3231ee74a4e04">
            <a:extLst>
              <a:ext uri="{96DAC541-7B7A-43D3-8B79-37D633B846F1}">
                <asvg:svgBlip xmlns:asvg="http://schemas.microsoft.com/office/drawing/2016/SVG/main" r:embed="R7a3248997d7141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15DAE516-3BFF-4884-9964-331D0854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18">
            <a:extLst xmlns:a="http://schemas.openxmlformats.org/drawingml/2006/main">
              <a:ext uri="{FF2B5EF4-FFF2-40B4-BE49-F238E27FC236}">
                <a16:creationId xmlns:a16="http://schemas.microsoft.com/office/drawing/2014/main" id="{0989BFEA-B5CE-4F67-A3AF-DFC899D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8">
            <a:extLst xmlns:a="http://schemas.openxmlformats.org/drawingml/2006/main">
              <a:ext uri="{FF2B5EF4-FFF2-40B4-BE49-F238E27FC236}">
                <a16:creationId xmlns:a16="http://schemas.microsoft.com/office/drawing/2014/main" id="{96315203-4BD7-4872-8F2A-7AFD27F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Derivación algebraica completa de la ley de distancia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B834F59E-5EF6-4730-9FA6-7E52518A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BD98DD1-D504-48E9-8D5A-4A68889E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118">
            <a:extLst xmlns:a="http://schemas.openxmlformats.org/drawingml/2006/main">
              <a:ext uri="{FF2B5EF4-FFF2-40B4-BE49-F238E27FC236}">
                <a16:creationId xmlns:a16="http://schemas.microsoft.com/office/drawing/2014/main" id="{B102F65E-5212-4D9C-B1D9-A911144A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-U04-119">
            <a:extLst xmlns:a="http://schemas.openxmlformats.org/drawingml/2006/main">
              <a:ext uri="{FF2B5EF4-FFF2-40B4-BE49-F238E27FC236}">
                <a16:creationId xmlns:a16="http://schemas.microsoft.com/office/drawing/2014/main" id="{92B91A48-5786-403E-B938-876898E6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19">
            <a:extLst xmlns:a="http://schemas.openxmlformats.org/drawingml/2006/main">
              <a:ext uri="{FF2B5EF4-FFF2-40B4-BE49-F238E27FC236}">
                <a16:creationId xmlns:a16="http://schemas.microsoft.com/office/drawing/2014/main" id="{E33231F9-0490-461F-8E53-32DE4D60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Respuestas del diagnóstico inicial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806BCB36-E9EE-42C7-9C4C-2FD31E60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Falso: el campo no requiere oyente.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Falso: u es movimiento local y c es propagación.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Falso: media cero puede coexistir con RMS no nulo.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Falso: todo nivel requiere magnitud y referencia.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Falso: la suma depende de fase o correlación.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6. Falso como regla universal: -6,02\ dB exige propagación esférica ideal y campo libre.</a:t>
            </a:r>
          </a:p>
        </p:txBody>
      </p:sp>
      <p:sp>
        <p:nvSpPr>
          <p:cNvPr id="4" name="slide-number-119">
            <a:extLst xmlns:a="http://schemas.openxmlformats.org/drawingml/2006/main">
              <a:ext uri="{FF2B5EF4-FFF2-40B4-BE49-F238E27FC236}">
                <a16:creationId xmlns:a16="http://schemas.microsoft.com/office/drawing/2014/main" id="{5A43E725-4761-4403-BBA9-54A08070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785a94666485a">
            <a:extLst>
              <a:ext uri="{96DAC541-7B7A-43D3-8B79-37D633B846F1}">
                <asvg:svgBlip xmlns:asvg="http://schemas.microsoft.com/office/drawing/2016/SVG/main" r:embed="R28cd674d353a42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ED10075A-4B29-4488-AAC2-01BEAA94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20">
            <a:extLst xmlns:a="http://schemas.openxmlformats.org/drawingml/2006/main">
              <a:ext uri="{FF2B5EF4-FFF2-40B4-BE49-F238E27FC236}">
                <a16:creationId xmlns:a16="http://schemas.microsoft.com/office/drawing/2014/main" id="{8BB21909-6B27-4BBD-8A34-D0717DB3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0">
            <a:extLst xmlns:a="http://schemas.openxmlformats.org/drawingml/2006/main">
              <a:ext uri="{FF2B5EF4-FFF2-40B4-BE49-F238E27FC236}">
                <a16:creationId xmlns:a16="http://schemas.microsoft.com/office/drawing/2014/main" id="{8AE21704-396A-4D07-8AA2-7ADA2DD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del ejercicio de RMS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DE5723AC-D516-4119-B8BF-526DF191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8B82895-1BED-46C1-85D9-8DE5C3E1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Ejemplos y recordatorio matemático. Esquema conceptual; las distancias, tamaños y formas no representan una escala física salvo indicación exp…</a:t>
            </a:r>
          </a:p>
        </p:txBody>
      </p:sp>
      <p:sp>
        <p:nvSpPr>
          <p:cNvPr id="7" name="slide-number-120">
            <a:extLst xmlns:a="http://schemas.openxmlformats.org/drawingml/2006/main">
              <a:ext uri="{FF2B5EF4-FFF2-40B4-BE49-F238E27FC236}">
                <a16:creationId xmlns:a16="http://schemas.microsoft.com/office/drawing/2014/main" id="{CEC0CC2D-98D5-4E26-BF23-59525D75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6e36f30b34fc0">
            <a:extLst>
              <a:ext uri="{96DAC541-7B7A-43D3-8B79-37D633B846F1}">
                <asvg:svgBlip xmlns:asvg="http://schemas.microsoft.com/office/drawing/2016/SVG/main" r:embed="R0e9e913928f44a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89241B7C-E6BB-4876-8004-8775BDB3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21">
            <a:extLst xmlns:a="http://schemas.openxmlformats.org/drawingml/2006/main">
              <a:ext uri="{FF2B5EF4-FFF2-40B4-BE49-F238E27FC236}">
                <a16:creationId xmlns:a16="http://schemas.microsoft.com/office/drawing/2014/main" id="{141D1CF7-4CD6-4190-96F5-7A54A593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1">
            <a:extLst xmlns:a="http://schemas.openxmlformats.org/drawingml/2006/main">
              <a:ext uri="{FF2B5EF4-FFF2-40B4-BE49-F238E27FC236}">
                <a16:creationId xmlns:a16="http://schemas.microsoft.com/office/drawing/2014/main" id="{01AF8CF0-FCEF-4512-93A4-6491389E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Suma de niveles desiguales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86E659E-AD51-4499-BF58-7F5A8324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6020BC2-E5F0-441C-A03A-5B3145BE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Incremento al sumar niveles. Figura cuantitativa reproducible acompañada por texto o ecuaciones editables. · dos fuentes no correlacionadas.</a:t>
            </a:r>
          </a:p>
        </p:txBody>
      </p:sp>
      <p:sp>
        <p:nvSpPr>
          <p:cNvPr id="7" name="slide-number-121">
            <a:extLst xmlns:a="http://schemas.openxmlformats.org/drawingml/2006/main">
              <a:ext uri="{FF2B5EF4-FFF2-40B4-BE49-F238E27FC236}">
                <a16:creationId xmlns:a16="http://schemas.microsoft.com/office/drawing/2014/main" id="{41655BD0-B874-4348-B30C-C89395ED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b995b6c2e4fc9">
            <a:extLst>
              <a:ext uri="{96DAC541-7B7A-43D3-8B79-37D633B846F1}">
                <asvg:svgBlip xmlns:asvg="http://schemas.microsoft.com/office/drawing/2016/SVG/main" r:embed="Re48c728062404d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1009650"/>
            <a:ext cx="11811000" cy="504825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D4395E94-8E96-4708-8D48-75993209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22">
            <a:extLst xmlns:a="http://schemas.openxmlformats.org/drawingml/2006/main">
              <a:ext uri="{FF2B5EF4-FFF2-40B4-BE49-F238E27FC236}">
                <a16:creationId xmlns:a16="http://schemas.microsoft.com/office/drawing/2014/main" id="{EB8041E3-5635-4C6D-A535-BA2B48C1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2">
            <a:extLst xmlns:a="http://schemas.openxmlformats.org/drawingml/2006/main">
              <a:ext uri="{FF2B5EF4-FFF2-40B4-BE49-F238E27FC236}">
                <a16:creationId xmlns:a16="http://schemas.microsoft.com/office/drawing/2014/main" id="{1CB24826-A11F-438C-918B-75A94ABE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Suma coherente con fase `π/2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EB87A759-8570-4455-A40F-6562EE5F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F1FF2A3-35BE-48D5-8EFA-4305A2DB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fase. Figura cuantitativa reproducible acompañada por texto o ecuaciones editables.</a:t>
            </a:r>
          </a:p>
        </p:txBody>
      </p:sp>
      <p:sp>
        <p:nvSpPr>
          <p:cNvPr id="7" name="slide-number-122">
            <a:extLst xmlns:a="http://schemas.openxmlformats.org/drawingml/2006/main">
              <a:ext uri="{FF2B5EF4-FFF2-40B4-BE49-F238E27FC236}">
                <a16:creationId xmlns:a16="http://schemas.microsoft.com/office/drawing/2014/main" id="{D26B9685-7121-4EBD-AF22-F96CA315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1f2d4f67b4c29">
            <a:extLst>
              <a:ext uri="{96DAC541-7B7A-43D3-8B79-37D633B846F1}">
                <asvg:svgBlip xmlns:asvg="http://schemas.microsoft.com/office/drawing/2016/SVG/main" r:embed="R3ab5601c85974e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C4BF10B8-A194-462C-8249-AD8D987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23">
            <a:extLst xmlns:a="http://schemas.openxmlformats.org/drawingml/2006/main">
              <a:ext uri="{FF2B5EF4-FFF2-40B4-BE49-F238E27FC236}">
                <a16:creationId xmlns:a16="http://schemas.microsoft.com/office/drawing/2014/main" id="{FF9A8332-D3E8-45B9-9BBD-7F820ADE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3">
            <a:extLst xmlns:a="http://schemas.openxmlformats.org/drawingml/2006/main">
              <a:ext uri="{FF2B5EF4-FFF2-40B4-BE49-F238E27FC236}">
                <a16:creationId xmlns:a16="http://schemas.microsoft.com/office/drawing/2014/main" id="{52EEDF28-9217-43BC-B0FC-181D741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Distancia y directividad en un mismo cálculo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699FDB18-5E51-4BF9-B5C0-8EEE7220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43C8E5C-2289-4B8F-A65C-175AF610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Distancia y directividad. Esquema conceptual; las distancias, tamaños y formas no representan una escala física salvo indicación expresa.</a:t>
            </a:r>
          </a:p>
        </p:txBody>
      </p:sp>
      <p:sp>
        <p:nvSpPr>
          <p:cNvPr id="7" name="slide-number-123">
            <a:extLst xmlns:a="http://schemas.openxmlformats.org/drawingml/2006/main">
              <a:ext uri="{FF2B5EF4-FFF2-40B4-BE49-F238E27FC236}">
                <a16:creationId xmlns:a16="http://schemas.microsoft.com/office/drawing/2014/main" id="{332D5082-52CA-403B-8C18-5684B842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9558e13694abe">
            <a:extLst>
              <a:ext uri="{96DAC541-7B7A-43D3-8B79-37D633B846F1}">
                <asvg:svgBlip xmlns:asvg="http://schemas.microsoft.com/office/drawing/2016/SVG/main" r:embed="Rc77ffb10e07442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952500"/>
            <a:ext cx="12192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visual-title-backing">
            <a:extLst xmlns:a="http://schemas.openxmlformats.org/drawingml/2006/main">
              <a:ext uri="{FF2B5EF4-FFF2-40B4-BE49-F238E27FC236}">
                <a16:creationId xmlns:a16="http://schemas.microsoft.com/office/drawing/2014/main" id="{0FB24F88-A057-4E57-990F-1CF9E010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U04-124">
            <a:extLst xmlns:a="http://schemas.openxmlformats.org/drawingml/2006/main">
              <a:ext uri="{FF2B5EF4-FFF2-40B4-BE49-F238E27FC236}">
                <a16:creationId xmlns:a16="http://schemas.microsoft.com/office/drawing/2014/main" id="{1B159B37-37F0-49DD-9B11-1E0CC02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4">
            <a:extLst xmlns:a="http://schemas.openxmlformats.org/drawingml/2006/main">
              <a:ext uri="{FF2B5EF4-FFF2-40B4-BE49-F238E27FC236}">
                <a16:creationId xmlns:a16="http://schemas.microsoft.com/office/drawing/2014/main" id="{0F5EE097-8820-4727-BCB1-44BB920B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razonada del caso integrador</a:t>
            </a:r>
          </a:p>
        </p:txBody>
      </p:sp>
      <p:sp>
        <p:nvSpPr>
          <p:cNvPr id="5" name="caption-backing">
            <a:extLst xmlns:a="http://schemas.openxmlformats.org/drawingml/2006/main">
              <a:ext uri="{FF2B5EF4-FFF2-40B4-BE49-F238E27FC236}">
                <a16:creationId xmlns:a16="http://schemas.microsoft.com/office/drawing/2014/main" id="{2B9E70EC-AA33-407B-A92A-81E02718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E1C37C5-EA73-4597-8578-D0A66355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45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y caso. Esquema conceptual; las distancias, tamaños y formas no representan una escala física salvo indicación expresa.</a:t>
            </a:r>
          </a:p>
        </p:txBody>
      </p:sp>
      <p:sp>
        <p:nvSpPr>
          <p:cNvPr id="7" name="slide-number-124">
            <a:extLst xmlns:a="http://schemas.openxmlformats.org/drawingml/2006/main">
              <a:ext uri="{FF2B5EF4-FFF2-40B4-BE49-F238E27FC236}">
                <a16:creationId xmlns:a16="http://schemas.microsoft.com/office/drawing/2014/main" id="{DF3A8C9F-4B81-40FA-85C6-F6BDB593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-U04-125">
            <a:extLst xmlns:a="http://schemas.openxmlformats.org/drawingml/2006/main">
              <a:ext uri="{FF2B5EF4-FFF2-40B4-BE49-F238E27FC236}">
                <a16:creationId xmlns:a16="http://schemas.microsoft.com/office/drawing/2014/main" id="{B22A60D0-0097-425D-88E4-2ED8B3A1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25">
            <a:extLst xmlns:a="http://schemas.openxmlformats.org/drawingml/2006/main">
              <a:ext uri="{FF2B5EF4-FFF2-40B4-BE49-F238E27FC236}">
                <a16:creationId xmlns:a16="http://schemas.microsoft.com/office/drawing/2014/main" id="{778AB6A6-194F-41BF-B893-4315F9C0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Notación, glosario y fuentes de la unidad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D0134098-64C5-49BB-AB4B-6353DBA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Símbolos principales: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 — presión acústica (Pa); u — velocidad de partícula (mathrmm s⁻¹); I — intensidad (mathrmW m⁻²).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Wₐc — potencia acústica (W); Eₐc — energía acústica (J).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Lₚ — nivel de presión sonora (dB); Qdᵢᵣ — factor de directividad (1); DI — índice de directividad (dB).</a:t>
            </a:r>
          </a:p>
          <a:p xmlns:a="http://schemas.openxmlformats.org/drawingml/2006/main"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Fuentes principales: programa oficial; libro del curso, Unidad 4; guía transversal de notación y glosario.</a:t>
            </a:r>
          </a:p>
        </p:txBody>
      </p:sp>
      <p:sp>
        <p:nvSpPr>
          <p:cNvPr id="4" name="slide-number-125">
            <a:extLst xmlns:a="http://schemas.openxmlformats.org/drawingml/2006/main">
              <a:ext uri="{FF2B5EF4-FFF2-40B4-BE49-F238E27FC236}">
                <a16:creationId xmlns:a16="http://schemas.microsoft.com/office/drawing/2014/main" id="{871CBF96-74AF-45E7-B19E-D2A53F4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2026-07-31T15:13:30.1530000Z</dcterms:created>
  <dcterms:modified xsi:type="dcterms:W3CDTF">2026-07-31T15:13:30.1530000Z</dcterms:modified>
</coreProperties>
</file>