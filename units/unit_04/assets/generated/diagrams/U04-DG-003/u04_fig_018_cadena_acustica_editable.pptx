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2fda8069a4492c" /><Relationship Type="http://schemas.openxmlformats.org/officeDocument/2006/relationships/extended-properties" Target="/docProps/app.xml" Id="R0b271c57761e4883" /><Relationship Type="http://schemas.openxmlformats.org/officeDocument/2006/relationships/officeDocument" Target="/ppt/presentation.xml" Id="R621b98d4e9da47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fed26504324179"/>
  </p:sldMasterIdLst>
  <p:notesMasterIdLst>
    <p:notesMasterId xmlns:r="http://schemas.openxmlformats.org/officeDocument/2006/relationships" r:id="R8b67ce6d4df346c7"/>
  </p:notesMasterIdLst>
  <p:sldIdLst>
    <p:sldId xmlns:r="http://schemas.openxmlformats.org/officeDocument/2006/relationships" id="256" r:id="Rcbef10d0d6094b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dac7dfa6034bb1" /><Relationship Type="http://schemas.openxmlformats.org/officeDocument/2006/relationships/slideMaster" Target="/ppt/slideMasters/slideMaster1.xml" Id="R76fed26504324179" /><Relationship Type="http://schemas.openxmlformats.org/officeDocument/2006/relationships/notesMaster" Target="/ppt/notesMasters/notesMaster1.xml" Id="R8b67ce6d4df346c7" /><Relationship Type="http://schemas.openxmlformats.org/officeDocument/2006/relationships/presProps" Target="/ppt/presProps.xml" Id="R907f856e321c465e" /><Relationship Type="http://schemas.openxmlformats.org/officeDocument/2006/relationships/tableStyles" Target="/ppt/tableStyles.xml" Id="Rf9817bd4d0204b4a" /><Relationship Type="http://schemas.openxmlformats.org/officeDocument/2006/relationships/slide" Target="/ppt/slides/slide1.xml" Id="Rcbef10d0d6094b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d304bcedb944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346324e84b4096" /><Relationship Type="http://schemas.openxmlformats.org/officeDocument/2006/relationships/notesMaster" Target="/ppt/notesMasters/notesMaster1.xml" Id="R678c9d43edf24f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4.3 y storyboard U04-008–010.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Fenómeno físico, medición y percepción no son sinónimos.</a:t>
            </a:r>
          </a:p>
          <a:p xmlns:a="http://schemas.openxmlformats.org/drawingml/2006/main">
            <a:r>
              <a:t>Alt: Comparación físico-perceptual y cadena funcional fuente, medio, campo y receptor.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76f9cf4a5b42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7300c510234dae" /><Relationship Type="http://schemas.openxmlformats.org/officeDocument/2006/relationships/slideLayout" Target="/ppt/slideLayouts/slideLayout1.xml" Id="R00e2e637b8d84c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e2e637b8d84c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dba24c1344e95" /><Relationship Type="http://schemas.openxmlformats.org/officeDocument/2006/relationships/notesSlide" Target="/ppt/notesSlides/notesSlide1.xml" Id="Rf62a53e81f984c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phys-frame">
            <a:extLst xmlns:a="http://schemas.openxmlformats.org/drawingml/2006/main">
              <a:ext uri="{FF2B5EF4-FFF2-40B4-BE49-F238E27FC236}">
                <a16:creationId xmlns:a16="http://schemas.microsoft.com/office/drawing/2014/main" id="{43858574-155E-41DE-9D56-044A9D59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4953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perc-frame">
            <a:extLst xmlns:a="http://schemas.openxmlformats.org/drawingml/2006/main">
              <a:ext uri="{FF2B5EF4-FFF2-40B4-BE49-F238E27FC236}">
                <a16:creationId xmlns:a16="http://schemas.microsoft.com/office/drawing/2014/main" id="{E7D7DC7F-A73D-4BE3-9F97-3FC59C97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04875"/>
            <a:ext cx="4953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3" name="c0-frame">
            <a:extLst xmlns:a="http://schemas.openxmlformats.org/drawingml/2006/main">
              <a:ext uri="{FF2B5EF4-FFF2-40B4-BE49-F238E27FC236}">
                <a16:creationId xmlns:a16="http://schemas.microsoft.com/office/drawing/2014/main" id="{25D2CF1B-B921-40EB-BCDC-B6918966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2000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c1-frame">
            <a:extLst xmlns:a="http://schemas.openxmlformats.org/drawingml/2006/main">
              <a:ext uri="{FF2B5EF4-FFF2-40B4-BE49-F238E27FC236}">
                <a16:creationId xmlns:a16="http://schemas.microsoft.com/office/drawing/2014/main" id="{C273D1BE-A5E9-4F1D-9903-BEC2929C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67125"/>
            <a:ext cx="2000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c2-frame">
            <a:extLst xmlns:a="http://schemas.openxmlformats.org/drawingml/2006/main">
              <a:ext uri="{FF2B5EF4-FFF2-40B4-BE49-F238E27FC236}">
                <a16:creationId xmlns:a16="http://schemas.microsoft.com/office/drawing/2014/main" id="{F8E8243D-8C10-40D0-ADF2-4CACDE4C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67125"/>
            <a:ext cx="2000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3-frame">
            <a:extLst xmlns:a="http://schemas.openxmlformats.org/drawingml/2006/main">
              <a:ext uri="{FF2B5EF4-FFF2-40B4-BE49-F238E27FC236}">
                <a16:creationId xmlns:a16="http://schemas.microsoft.com/office/drawing/2014/main" id="{F9362A15-A59A-4DC4-86B0-82E3C1F5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67125"/>
            <a:ext cx="2000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26" name="U04-DG-003-edge-c0-c1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048000" y="41433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7" name="U04-DG-003-edge-c1-c2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15000" y="41433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8" name="U04-DG-003-edge-c2-c3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382000" y="41433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F541A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" name="phys-text">
            <a:extLst xmlns:a="http://schemas.openxmlformats.org/drawingml/2006/main">
              <a:ext uri="{FF2B5EF4-FFF2-40B4-BE49-F238E27FC236}">
                <a16:creationId xmlns:a16="http://schemas.microsoft.com/office/drawing/2014/main" id="{8BDB2BE0-37EA-4E1C-80D0-802D0B8E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076325"/>
            <a:ext cx="4610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FENÓMENO FÍSICO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Campo medible sin oyente</a:t>
            </a:r>
          </a:p>
        </p:txBody>
      </p:sp>
      <p:sp>
        <p:nvSpPr>
          <p:cNvPr id="11" name="perc-text">
            <a:extLst xmlns:a="http://schemas.openxmlformats.org/drawingml/2006/main">
              <a:ext uri="{FF2B5EF4-FFF2-40B4-BE49-F238E27FC236}">
                <a16:creationId xmlns:a16="http://schemas.microsoft.com/office/drawing/2014/main" id="{A10CBEB1-5030-4D9D-B72F-7E091275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076325"/>
            <a:ext cx="4610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EXPERIENCIA PERCEPTUAL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Respuesta del sistema auditivo</a:t>
            </a:r>
          </a:p>
        </p:txBody>
      </p:sp>
      <p:sp>
        <p:nvSpPr>
          <p:cNvPr id="12" name="c0-text">
            <a:extLst xmlns:a="http://schemas.openxmlformats.org/drawingml/2006/main">
              <a:ext uri="{FF2B5EF4-FFF2-40B4-BE49-F238E27FC236}">
                <a16:creationId xmlns:a16="http://schemas.microsoft.com/office/drawing/2014/main" id="{017D3CB7-DF60-4B26-8E50-046ED58C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38575"/>
            <a:ext cx="1657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Fuente</a:t>
            </a:r>
          </a:p>
        </p:txBody>
      </p:sp>
      <p:sp>
        <p:nvSpPr>
          <p:cNvPr id="13" name="c1-text">
            <a:extLst xmlns:a="http://schemas.openxmlformats.org/drawingml/2006/main">
              <a:ext uri="{FF2B5EF4-FFF2-40B4-BE49-F238E27FC236}">
                <a16:creationId xmlns:a16="http://schemas.microsoft.com/office/drawing/2014/main" id="{AEF78F3B-EFAD-4B75-AA2C-F641DA90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38575"/>
            <a:ext cx="1657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Medio</a:t>
            </a:r>
          </a:p>
        </p:txBody>
      </p:sp>
      <p:sp>
        <p:nvSpPr>
          <p:cNvPr id="14" name="c2-text">
            <a:extLst xmlns:a="http://schemas.openxmlformats.org/drawingml/2006/main">
              <a:ext uri="{FF2B5EF4-FFF2-40B4-BE49-F238E27FC236}">
                <a16:creationId xmlns:a16="http://schemas.microsoft.com/office/drawing/2014/main" id="{130BE3A4-7ED1-4473-82EF-FA356A9E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38575"/>
            <a:ext cx="1657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Campo</a:t>
            </a:r>
          </a:p>
        </p:txBody>
      </p:sp>
      <p:sp>
        <p:nvSpPr>
          <p:cNvPr id="15" name="c3-text">
            <a:extLst xmlns:a="http://schemas.openxmlformats.org/drawingml/2006/main">
              <a:ext uri="{FF2B5EF4-FFF2-40B4-BE49-F238E27FC236}">
                <a16:creationId xmlns:a16="http://schemas.microsoft.com/office/drawing/2014/main" id="{DBDD0FCA-25E7-450D-8030-54F47619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38575"/>
            <a:ext cx="1657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Receptor</a:t>
            </a:r>
          </a:p>
        </p:txBody>
      </p:sp>
      <p:sp>
        <p:nvSpPr>
          <p:cNvPr id="16" name="U04-DG-003-label-c0-c1-text">
            <a:extLst xmlns:a="http://schemas.openxmlformats.org/drawingml/2006/main">
              <a:ext uri="{FF2B5EF4-FFF2-40B4-BE49-F238E27FC236}">
                <a16:creationId xmlns:a16="http://schemas.microsoft.com/office/drawing/2014/main" id="{CECF5AF0-F457-4314-AA55-AACD30E4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8617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E83"/>
                </a:solidFill>
              </a:defRPr>
            </a:pPr>
            <a:r>
              <a:rPr sz="1575" b="1">
                <a:solidFill>
                  <a:srgbClr val="2F7E83"/>
                </a:solidFill>
              </a:rPr>
              <a:t>perturba</a:t>
            </a:r>
          </a:p>
        </p:txBody>
      </p:sp>
      <p:sp>
        <p:nvSpPr>
          <p:cNvPr id="17" name="U04-DG-003-label-c1-c2-text">
            <a:extLst xmlns:a="http://schemas.openxmlformats.org/drawingml/2006/main">
              <a:ext uri="{FF2B5EF4-FFF2-40B4-BE49-F238E27FC236}">
                <a16:creationId xmlns:a16="http://schemas.microsoft.com/office/drawing/2014/main" id="{066DE1EE-780D-49C6-BB4B-FEF6A07E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8617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E83"/>
                </a:solidFill>
              </a:defRPr>
            </a:pPr>
            <a:r>
              <a:rPr sz="1575" b="1">
                <a:solidFill>
                  <a:srgbClr val="2F7E83"/>
                </a:solidFill>
              </a:rPr>
              <a:t>sostiene</a:t>
            </a:r>
          </a:p>
        </p:txBody>
      </p:sp>
      <p:sp>
        <p:nvSpPr>
          <p:cNvPr id="18" name="U04-DG-003-label-c2-c3-text">
            <a:extLst xmlns:a="http://schemas.openxmlformats.org/drawingml/2006/main">
              <a:ext uri="{FF2B5EF4-FFF2-40B4-BE49-F238E27FC236}">
                <a16:creationId xmlns:a16="http://schemas.microsoft.com/office/drawing/2014/main" id="{038FF415-FD45-477D-A67A-CEC358E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8617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F541A"/>
                </a:solidFill>
              </a:defRPr>
            </a:pPr>
            <a:r>
              <a:rPr sz="1575" b="1">
                <a:solidFill>
                  <a:srgbClr val="9F541A"/>
                </a:solidFill>
              </a:rPr>
              <a:t>responde</a:t>
            </a:r>
          </a:p>
        </p:txBody>
      </p:sp>
      <p:sp>
        <p:nvSpPr>
          <p:cNvPr id="19" name="sum-text">
            <a:extLst xmlns:a="http://schemas.openxmlformats.org/drawingml/2006/main">
              <a:ext uri="{FF2B5EF4-FFF2-40B4-BE49-F238E27FC236}">
                <a16:creationId xmlns:a16="http://schemas.microsoft.com/office/drawing/2014/main" id="{DAD87C5F-5C7B-413B-B632-5E082B46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D1434"/>
                </a:solidFill>
              </a:defRPr>
            </a:pPr>
            <a:r>
              <a:rPr sz="1875" b="1">
                <a:solidFill>
                  <a:srgbClr val="4D1434"/>
                </a:solidFill>
              </a:rPr>
              <a:t>Medir el campo no equivale a describir una sensación.</a:t>
            </a:r>
          </a:p>
        </p:txBody>
      </p:sp>
    </p:spTree>
    <p:extLst>
      <p:ext uri="{BB962C8B-B14F-4D97-AF65-F5344CB8AC3E}">
        <p14:creationId xmlns:p14="http://schemas.microsoft.com/office/powerpoint/2010/main" val="19774612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2026-07-31T14:01:10.6860000Z</dcterms:created>
  <dcterms:modified xsi:type="dcterms:W3CDTF">2026-07-31T14:01:10.6860000Z</dcterms:modified>
</coreProperties>
</file>