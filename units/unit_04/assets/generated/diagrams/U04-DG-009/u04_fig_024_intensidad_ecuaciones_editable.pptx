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af624628b0455b" /><Relationship Type="http://schemas.openxmlformats.org/officeDocument/2006/relationships/extended-properties" Target="/docProps/app.xml" Id="Ref961422980a427b" /><Relationship Type="http://schemas.openxmlformats.org/officeDocument/2006/relationships/officeDocument" Target="/ppt/presentation.xml" Id="R1c49dc9c73de40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32a33a7a614bf3"/>
  </p:sldMasterIdLst>
  <p:notesMasterIdLst>
    <p:notesMasterId xmlns:r="http://schemas.openxmlformats.org/officeDocument/2006/relationships" r:id="R641681b4f1a742c0"/>
  </p:notesMasterIdLst>
  <p:sldIdLst>
    <p:sldId xmlns:r="http://schemas.openxmlformats.org/officeDocument/2006/relationships" id="256" r:id="Rdb081464e0f546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e1c9ac362442f7" /><Relationship Type="http://schemas.openxmlformats.org/officeDocument/2006/relationships/slideMaster" Target="/ppt/slideMasters/slideMaster1.xml" Id="Re332a33a7a614bf3" /><Relationship Type="http://schemas.openxmlformats.org/officeDocument/2006/relationships/notesMaster" Target="/ppt/notesMasters/notesMaster1.xml" Id="R641681b4f1a742c0" /><Relationship Type="http://schemas.openxmlformats.org/officeDocument/2006/relationships/presProps" Target="/ppt/presProps.xml" Id="R7436a9d2f10646b5" /><Relationship Type="http://schemas.openxmlformats.org/officeDocument/2006/relationships/tableStyles" Target="/ppt/tableStyles.xml" Id="Rd41c6204e6474646" /><Relationship Type="http://schemas.openxmlformats.org/officeDocument/2006/relationships/slide" Target="/ppt/slides/slide1.xml" Id="Rdb081464e0f546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0b8440dea54d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edea557c5c4edc" /><Relationship Type="http://schemas.openxmlformats.org/officeDocument/2006/relationships/notesMaster" Target="/ppt/notesMasters/notesMaster1.xml" Id="Rba13db60a9dc4a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4.5.5.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La intensidad instantánea es un producto; la media depende de una ventana y de las hipótesis.</a:t>
            </a:r>
          </a:p>
          <a:p xmlns:a="http://schemas.openxmlformats.org/drawingml/2006/main">
            <a:r>
              <a:t>Alt: Ecuaciones de intensidad instantánea, media y onda plana con callouts de unidades y condiciones.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574d6084949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e2f9ef0b734d02" /><Relationship Type="http://schemas.openxmlformats.org/officeDocument/2006/relationships/slideLayout" Target="/ppt/slideLayouts/slideLayout1.xml" Id="Rbc3f1716432744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3f1716432744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0019414be44ee" /><Relationship Type="http://schemas.openxmlformats.org/officeDocument/2006/relationships/notesSlide" Target="/ppt/notesSlides/notesSlide1.xml" Id="R0fe9acd76f2640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U04-DG-009-EQ-frame">
            <a:extLst xmlns:a="http://schemas.openxmlformats.org/drawingml/2006/main">
              <a:ext uri="{FF2B5EF4-FFF2-40B4-BE49-F238E27FC236}">
                <a16:creationId xmlns:a16="http://schemas.microsoft.com/office/drawing/2014/main" id="{A13233F9-68AE-446D-9D0F-55914193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59055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2" name="U04-DG-009-A1-frame">
            <a:extLst xmlns:a="http://schemas.openxmlformats.org/drawingml/2006/main">
              <a:ext uri="{FF2B5EF4-FFF2-40B4-BE49-F238E27FC236}">
                <a16:creationId xmlns:a16="http://schemas.microsoft.com/office/drawing/2014/main" id="{6823A870-905F-418C-8058-D536D967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003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3" name="U04-DG-009-A2-frame">
            <a:extLst xmlns:a="http://schemas.openxmlformats.org/drawingml/2006/main">
              <a:ext uri="{FF2B5EF4-FFF2-40B4-BE49-F238E27FC236}">
                <a16:creationId xmlns:a16="http://schemas.microsoft.com/office/drawing/2014/main" id="{B5CF54A1-0C21-4346-935A-89C14465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4" name="U04-DG-009-A3-frame">
            <a:extLst xmlns:a="http://schemas.openxmlformats.org/drawingml/2006/main">
              <a:ext uri="{FF2B5EF4-FFF2-40B4-BE49-F238E27FC236}">
                <a16:creationId xmlns:a16="http://schemas.microsoft.com/office/drawing/2014/main" id="{0352F9D1-DB1F-4B3B-B116-2750E9E8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76625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5" name="U04-DG-009-A4-frame">
            <a:extLst xmlns:a="http://schemas.openxmlformats.org/drawingml/2006/main">
              <a:ext uri="{FF2B5EF4-FFF2-40B4-BE49-F238E27FC236}">
                <a16:creationId xmlns:a16="http://schemas.microsoft.com/office/drawing/2014/main" id="{E0CCD6EB-0BDD-4944-9E9F-FA5C0D95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76625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</p:sp>
      <p:sp>
        <p:nvSpPr>
          <p:cNvPr id="6" name="U04-DG-009-C1-frame">
            <a:extLst xmlns:a="http://schemas.openxmlformats.org/drawingml/2006/main">
              <a:ext uri="{FF2B5EF4-FFF2-40B4-BE49-F238E27FC236}">
                <a16:creationId xmlns:a16="http://schemas.microsoft.com/office/drawing/2014/main" id="{4875A76F-EC42-4D3C-AE57-0488C280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09625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U04-DG-009-C2-frame">
            <a:extLst xmlns:a="http://schemas.openxmlformats.org/drawingml/2006/main">
              <a:ext uri="{FF2B5EF4-FFF2-40B4-BE49-F238E27FC236}">
                <a16:creationId xmlns:a16="http://schemas.microsoft.com/office/drawing/2014/main" id="{E8728E5C-DC46-4BAA-B5EB-5625DEB9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809625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U04-DG-009-C3-frame">
            <a:extLst xmlns:a="http://schemas.openxmlformats.org/drawingml/2006/main">
              <a:ext uri="{FF2B5EF4-FFF2-40B4-BE49-F238E27FC236}">
                <a16:creationId xmlns:a16="http://schemas.microsoft.com/office/drawing/2014/main" id="{97829035-1F72-4BE9-BC4A-840BB25D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U04-DG-009-C4-frame">
            <a:extLst xmlns:a="http://schemas.openxmlformats.org/drawingml/2006/main">
              <a:ext uri="{FF2B5EF4-FFF2-40B4-BE49-F238E27FC236}">
                <a16:creationId xmlns:a16="http://schemas.microsoft.com/office/drawing/2014/main" id="{D14D8736-D8B1-404B-8B8A-224E5874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86250"/>
            <a:ext cx="2476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rms-frame">
            <a:extLst xmlns:a="http://schemas.openxmlformats.org/drawingml/2006/main">
              <a:ext uri="{FF2B5EF4-FFF2-40B4-BE49-F238E27FC236}">
                <a16:creationId xmlns:a16="http://schemas.microsoft.com/office/drawing/2014/main" id="{71B8448C-BA0A-40EF-AB62-38592D6F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0"/>
            <a:ext cx="58102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1" name="U04-DG-009-edge-U04-DG-009-C1-U04-DG-009-A1"/>
          <p:cNvCxnSpPr>
            <a:stCxn xmlns:a="http://schemas.openxmlformats.org/drawingml/2006/main" id="6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>
            <a:off x="1952625" y="2009775"/>
            <a:ext cx="3543300" cy="390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32" name="U04-DG-009-edge-U04-DG-009-C2-U04-DG-009-A2"/>
          <p:cNvCxnSpPr>
            <a:stCxn xmlns:a="http://schemas.openxmlformats.org/drawingml/2006/main" id="7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6734175" y="2009775"/>
            <a:ext cx="3505200" cy="390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33" name="U04-DG-009-edge-U04-DG-009-C3-U04-DG-009-A3"/>
          <p:cNvCxnSpPr>
            <a:stCxn xmlns:a="http://schemas.openxmlformats.org/drawingml/2006/main" id="8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1952625" y="3514725"/>
            <a:ext cx="2924175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34" name="U04-DG-009-edge-U04-DG-009-C4-U04-DG-009-A4"/>
          <p:cNvCxnSpPr>
            <a:stCxn xmlns:a="http://schemas.openxmlformats.org/drawingml/2006/main" id="9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7496175" y="3514725"/>
            <a:ext cx="2743200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5" name="U04-DG-009-EQ-text">
            <a:extLst xmlns:a="http://schemas.openxmlformats.org/drawingml/2006/main">
              <a:ext uri="{FF2B5EF4-FFF2-40B4-BE49-F238E27FC236}">
                <a16:creationId xmlns:a16="http://schemas.microsoft.com/office/drawing/2014/main" id="{3445F5A6-6C07-4B49-9DAE-FAEE9954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62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42A2E"/>
                </a:solidFill>
              </a:defRPr>
            </a:pPr>
            <a:r>
              <a:rPr sz="3000" b="1">
                <a:solidFill>
                  <a:srgbClr val="242A2E"/>
                </a:solidFill>
              </a:rPr>
              <a:t>i(t) = p(t) · u(t)</a:t>
            </a:r>
          </a:p>
        </p:txBody>
      </p:sp>
      <p:sp>
        <p:nvSpPr>
          <p:cNvPr id="16" name="U04-DG-009-C1-text">
            <a:extLst xmlns:a="http://schemas.openxmlformats.org/drawingml/2006/main">
              <a:ext uri="{FF2B5EF4-FFF2-40B4-BE49-F238E27FC236}">
                <a16:creationId xmlns:a16="http://schemas.microsoft.com/office/drawing/2014/main" id="{15041DB4-70A4-4515-A120-69BC2AA2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981075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 en Pa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presión local</a:t>
            </a:r>
          </a:p>
        </p:txBody>
      </p:sp>
      <p:sp>
        <p:nvSpPr>
          <p:cNvPr id="17" name="U04-DG-009-C2-text">
            <a:extLst xmlns:a="http://schemas.openxmlformats.org/drawingml/2006/main">
              <a:ext uri="{FF2B5EF4-FFF2-40B4-BE49-F238E27FC236}">
                <a16:creationId xmlns:a16="http://schemas.microsoft.com/office/drawing/2014/main" id="{D8563488-9866-40E3-B14D-4FE9564C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981075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u en m/s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movimiento local</a:t>
            </a:r>
          </a:p>
        </p:txBody>
      </p:sp>
      <p:sp>
        <p:nvSpPr>
          <p:cNvPr id="18" name="U04-DG-009-C3-text">
            <a:extLst xmlns:a="http://schemas.openxmlformats.org/drawingml/2006/main">
              <a:ext uri="{FF2B5EF4-FFF2-40B4-BE49-F238E27FC236}">
                <a16:creationId xmlns:a16="http://schemas.microsoft.com/office/drawing/2014/main" id="{86396032-8544-478C-BA4A-0DE90F7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57700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i en W/m²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el signo da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dirección</a:t>
            </a:r>
          </a:p>
        </p:txBody>
      </p:sp>
      <p:sp>
        <p:nvSpPr>
          <p:cNvPr id="19" name="U04-DG-009-C4-text">
            <a:extLst xmlns:a="http://schemas.openxmlformats.org/drawingml/2006/main">
              <a:ext uri="{FF2B5EF4-FFF2-40B4-BE49-F238E27FC236}">
                <a16:creationId xmlns:a16="http://schemas.microsoft.com/office/drawing/2014/main" id="{5655908E-FE2C-45C4-9033-27BCF2C6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57700"/>
            <a:ext cx="2133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I: promedio en Δt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ventana declarada</a:t>
            </a:r>
          </a:p>
        </p:txBody>
      </p:sp>
      <p:sp>
        <p:nvSpPr>
          <p:cNvPr id="20" name="rms-text">
            <a:extLst xmlns:a="http://schemas.openxmlformats.org/drawingml/2006/main">
              <a:ext uri="{FF2B5EF4-FFF2-40B4-BE49-F238E27FC236}">
                <a16:creationId xmlns:a16="http://schemas.microsoft.com/office/drawing/2014/main" id="{662F8C28-B661-44F4-8BF9-C62B44A5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43450"/>
            <a:ext cx="5467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2A2E"/>
                </a:solidFill>
              </a:defRPr>
            </a:pPr>
            <a:r>
              <a:rPr sz="2250" b="1">
                <a:solidFill>
                  <a:srgbClr val="242A2E"/>
                </a:solidFill>
              </a:rPr>
              <a:t>Onda plana progresiva</a:t>
            </a:r>
          </a:p>
          <a:p xmlns:a="http://schemas.openxmlformats.org/drawingml/2006/main">
            <a:pPr algn="ctr">
              <a:defRPr sz="2250" b="1">
                <a:solidFill>
                  <a:srgbClr val="242A2E"/>
                </a:solidFill>
              </a:defRPr>
            </a:pPr>
            <a:r>
              <a:rPr sz="2250" b="1">
                <a:solidFill>
                  <a:srgbClr val="242A2E"/>
                </a:solidFill>
              </a:rPr>
              <a:t>I = pᵣₘₛ² / Z₀</a:t>
            </a:r>
          </a:p>
        </p:txBody>
      </p:sp>
    </p:spTree>
    <p:extLst>
      <p:ext uri="{BB962C8B-B14F-4D97-AF65-F5344CB8AC3E}">
        <p14:creationId xmlns:p14="http://schemas.microsoft.com/office/powerpoint/2010/main" val="1981591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2026-07-31T14:01:16.5480000Z</dcterms:created>
  <dcterms:modified xsi:type="dcterms:W3CDTF">2026-07-31T14:01:16.5480000Z</dcterms:modified>
</coreProperties>
</file>