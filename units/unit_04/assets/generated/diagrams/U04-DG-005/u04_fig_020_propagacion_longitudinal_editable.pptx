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baf42f512a4e2d" /><Relationship Type="http://schemas.openxmlformats.org/officeDocument/2006/relationships/extended-properties" Target="/docProps/app.xml" Id="R113716af258042a9" /><Relationship Type="http://schemas.openxmlformats.org/officeDocument/2006/relationships/officeDocument" Target="/ppt/presentation.xml" Id="R8933baa66e9140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b5e92d2719463a"/>
  </p:sldMasterIdLst>
  <p:notesMasterIdLst>
    <p:notesMasterId xmlns:r="http://schemas.openxmlformats.org/officeDocument/2006/relationships" r:id="Rd88368bf33db4e3a"/>
  </p:notesMasterIdLst>
  <p:sldIdLst>
    <p:sldId xmlns:r="http://schemas.openxmlformats.org/officeDocument/2006/relationships" id="256" r:id="Rd2f1b931a78d45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7513a2eb0b46f7" /><Relationship Type="http://schemas.openxmlformats.org/officeDocument/2006/relationships/slideMaster" Target="/ppt/slideMasters/slideMaster1.xml" Id="Rebb5e92d2719463a" /><Relationship Type="http://schemas.openxmlformats.org/officeDocument/2006/relationships/notesMaster" Target="/ppt/notesMasters/notesMaster1.xml" Id="Rd88368bf33db4e3a" /><Relationship Type="http://schemas.openxmlformats.org/officeDocument/2006/relationships/presProps" Target="/ppt/presProps.xml" Id="R6a4cadc0a931443b" /><Relationship Type="http://schemas.openxmlformats.org/officeDocument/2006/relationships/tableStyles" Target="/ppt/tableStyles.xml" Id="R1d551696174549a8" /><Relationship Type="http://schemas.openxmlformats.org/officeDocument/2006/relationships/slide" Target="/ppt/slides/slide1.xml" Id="Rd2f1b931a78d45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f5ea74683149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190ca706374ba8" /><Relationship Type="http://schemas.openxmlformats.org/officeDocument/2006/relationships/notesMaster" Target="/ppt/notesMasters/notesMaster1.xml" Id="R29f1f87b9bda4d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4.4. Figura conceptual, no a escala.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Restauración e inercia transmiten la perturbación a regiones vecinas.</a:t>
            </a:r>
          </a:p>
          <a:p xmlns:a="http://schemas.openxmlformats.org/drawingml/2006/main">
            <a:r>
              <a:t>Alt: Cinco estados distinguen compresión, fuerza restauradora, movimiento local, nueva compresión y avance del frente.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c8accb3bb74e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bbc7f40f914d92" /><Relationship Type="http://schemas.openxmlformats.org/officeDocument/2006/relationships/slideLayout" Target="/ppt/slideLayouts/slideLayout1.xml" Id="Ra72e5e8e8c1346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2e5e8e8c1346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0ca67e70240a9" /><Relationship Type="http://schemas.openxmlformats.org/officeDocument/2006/relationships/notesSlide" Target="/ppt/notesSlides/notesSlide1.xml" Id="Rec98b46fac2b46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U04-DG-005-N1-frame">
            <a:extLst xmlns:a="http://schemas.openxmlformats.org/drawingml/2006/main">
              <a:ext uri="{FF2B5EF4-FFF2-40B4-BE49-F238E27FC236}">
                <a16:creationId xmlns:a16="http://schemas.microsoft.com/office/drawing/2014/main" id="{00798AC3-20C8-4A2D-BEAD-AB6AF0D8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80975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U04-DG-005-N2-frame">
            <a:extLst xmlns:a="http://schemas.openxmlformats.org/drawingml/2006/main">
              <a:ext uri="{FF2B5EF4-FFF2-40B4-BE49-F238E27FC236}">
                <a16:creationId xmlns:a16="http://schemas.microsoft.com/office/drawing/2014/main" id="{D4FDEE46-A547-4056-9C72-AD380CDB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2286000"/>
            <a:ext cx="180975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U04-DG-005-N3-frame">
            <a:extLst xmlns:a="http://schemas.openxmlformats.org/drawingml/2006/main">
              <a:ext uri="{FF2B5EF4-FFF2-40B4-BE49-F238E27FC236}">
                <a16:creationId xmlns:a16="http://schemas.microsoft.com/office/drawing/2014/main" id="{CAA82E8E-71F5-4761-ABB5-3B709891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86000"/>
            <a:ext cx="180975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U04-DG-005-N4-frame">
            <a:extLst xmlns:a="http://schemas.openxmlformats.org/drawingml/2006/main">
              <a:ext uri="{FF2B5EF4-FFF2-40B4-BE49-F238E27FC236}">
                <a16:creationId xmlns:a16="http://schemas.microsoft.com/office/drawing/2014/main" id="{9C73B0FF-20B9-4329-8B14-C3A66C63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88" y="2286000"/>
            <a:ext cx="180975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5" name="U04-DG-005-N5-frame">
            <a:extLst xmlns:a="http://schemas.openxmlformats.org/drawingml/2006/main">
              <a:ext uri="{FF2B5EF4-FFF2-40B4-BE49-F238E27FC236}">
                <a16:creationId xmlns:a16="http://schemas.microsoft.com/office/drawing/2014/main" id="{1F6EEDB4-A2A6-4684-AC03-58BEDC7E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86000"/>
            <a:ext cx="180975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22" name="U04-DG-005-edge-U04-DG-005-N1-U04-DG-005-N2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2571750" y="2928938"/>
            <a:ext cx="404813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D14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3" name="U04-DG-005-edge-U04-DG-005-N2-U04-DG-005-N3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786313" y="2928938"/>
            <a:ext cx="404812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4" name="U04-DG-005-edge-U04-DG-005-N3-U04-DG-005-N4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7000875" y="2928938"/>
            <a:ext cx="404813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D14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5" name="U04-DG-005-edge-U04-DG-005-N4-U04-DG-005-N5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9215438" y="2928938"/>
            <a:ext cx="404812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" name="U04-DG-005-N1-text">
            <a:extLst xmlns:a="http://schemas.openxmlformats.org/drawingml/2006/main">
              <a:ext uri="{FF2B5EF4-FFF2-40B4-BE49-F238E27FC236}">
                <a16:creationId xmlns:a16="http://schemas.microsoft.com/office/drawing/2014/main" id="{1D0D059B-4ADF-421D-95B7-82F8B8C4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14668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Compresión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local</a:t>
            </a:r>
          </a:p>
        </p:txBody>
      </p:sp>
      <p:sp>
        <p:nvSpPr>
          <p:cNvPr id="11" name="U04-DG-005-N2-text">
            <a:extLst xmlns:a="http://schemas.openxmlformats.org/drawingml/2006/main">
              <a:ext uri="{FF2B5EF4-FFF2-40B4-BE49-F238E27FC236}">
                <a16:creationId xmlns:a16="http://schemas.microsoft.com/office/drawing/2014/main" id="{C917349F-CD1F-4E43-B1A7-D549DDF8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013" y="2457450"/>
            <a:ext cx="14668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Fuerza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restauradora</a:t>
            </a:r>
          </a:p>
        </p:txBody>
      </p:sp>
      <p:sp>
        <p:nvSpPr>
          <p:cNvPr id="12" name="U04-DG-005-N3-text">
            <a:extLst xmlns:a="http://schemas.openxmlformats.org/drawingml/2006/main">
              <a:ext uri="{FF2B5EF4-FFF2-40B4-BE49-F238E27FC236}">
                <a16:creationId xmlns:a16="http://schemas.microsoft.com/office/drawing/2014/main" id="{9558E79B-F792-421B-9099-C6C3135D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457450"/>
            <a:ext cx="14668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Movimiento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local</a:t>
            </a:r>
          </a:p>
        </p:txBody>
      </p:sp>
      <p:sp>
        <p:nvSpPr>
          <p:cNvPr id="13" name="U04-DG-005-N4-text">
            <a:extLst xmlns:a="http://schemas.openxmlformats.org/drawingml/2006/main">
              <a:ext uri="{FF2B5EF4-FFF2-40B4-BE49-F238E27FC236}">
                <a16:creationId xmlns:a16="http://schemas.microsoft.com/office/drawing/2014/main" id="{5C75B6A7-B9AC-4EBA-ACDC-06345575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138" y="2457450"/>
            <a:ext cx="14668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Nueva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compresión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vecina</a:t>
            </a:r>
          </a:p>
        </p:txBody>
      </p:sp>
      <p:sp>
        <p:nvSpPr>
          <p:cNvPr id="14" name="U04-DG-005-N5-text">
            <a:extLst xmlns:a="http://schemas.openxmlformats.org/drawingml/2006/main">
              <a:ext uri="{FF2B5EF4-FFF2-40B4-BE49-F238E27FC236}">
                <a16:creationId xmlns:a16="http://schemas.microsoft.com/office/drawing/2014/main" id="{A30EE2CE-F40C-4F50-989D-4AACCE4E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57450"/>
            <a:ext cx="14668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Avance del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frente</a:t>
            </a:r>
          </a:p>
        </p:txBody>
      </p:sp>
      <p:sp>
        <p:nvSpPr>
          <p:cNvPr id="15" name="legend-text">
            <a:extLst xmlns:a="http://schemas.openxmlformats.org/drawingml/2006/main">
              <a:ext uri="{FF2B5EF4-FFF2-40B4-BE49-F238E27FC236}">
                <a16:creationId xmlns:a16="http://schemas.microsoft.com/office/drawing/2014/main" id="{D6F2737E-A950-476A-A5CE-1858B5B5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bordó: fuerza · teal: movimiento local · gris: propagación</a:t>
            </a:r>
          </a:p>
        </p:txBody>
      </p:sp>
      <p:sp>
        <p:nvSpPr>
          <p:cNvPr id="16" name="U04-DG-005-scale-text">
            <a:extLst xmlns:a="http://schemas.openxmlformats.org/drawingml/2006/main">
              <a:ext uri="{FF2B5EF4-FFF2-40B4-BE49-F238E27FC236}">
                <a16:creationId xmlns:a16="http://schemas.microsoft.com/office/drawing/2014/main" id="{135AEDFB-B924-408B-9D14-00FBCE73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103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69FA7"/>
                </a:solidFill>
              </a:defRPr>
            </a:pPr>
            <a:r>
              <a:rPr sz="1350" b="1">
                <a:solidFill>
                  <a:srgbClr val="969FA7"/>
                </a:solidFill>
              </a:rPr>
              <a:t>FIGURA NO A ESCALA</a:t>
            </a:r>
          </a:p>
        </p:txBody>
      </p:sp>
    </p:spTree>
    <p:extLst>
      <p:ext uri="{BB962C8B-B14F-4D97-AF65-F5344CB8AC3E}">
        <p14:creationId xmlns:p14="http://schemas.microsoft.com/office/powerpoint/2010/main" val="13216159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2026-07-31T14:01:13.2130000Z</dcterms:created>
  <dcterms:modified xsi:type="dcterms:W3CDTF">2026-07-31T14:01:13.2130000Z</dcterms:modified>
</coreProperties>
</file>