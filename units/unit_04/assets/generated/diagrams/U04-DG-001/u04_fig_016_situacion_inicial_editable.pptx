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3760edcba4ce8" /><Relationship Type="http://schemas.openxmlformats.org/officeDocument/2006/relationships/extended-properties" Target="/docProps/app.xml" Id="Rc79bbbdd424b45e7" /><Relationship Type="http://schemas.openxmlformats.org/officeDocument/2006/relationships/officeDocument" Target="/ppt/presentation.xml" Id="R415076d19dc1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f68c4153e1441f"/>
  </p:sldMasterIdLst>
  <p:notesMasterIdLst>
    <p:notesMasterId xmlns:r="http://schemas.openxmlformats.org/officeDocument/2006/relationships" r:id="R7638fb400a5c47bd"/>
  </p:notesMasterIdLst>
  <p:sldIdLst>
    <p:sldId xmlns:r="http://schemas.openxmlformats.org/officeDocument/2006/relationships" id="256" r:id="Rb9f5b0fddac14d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3b8cbc8434a11" /><Relationship Type="http://schemas.openxmlformats.org/officeDocument/2006/relationships/slideMaster" Target="/ppt/slideMasters/slideMaster1.xml" Id="R49f68c4153e1441f" /><Relationship Type="http://schemas.openxmlformats.org/officeDocument/2006/relationships/notesMaster" Target="/ppt/notesMasters/notesMaster1.xml" Id="R7638fb400a5c47bd" /><Relationship Type="http://schemas.openxmlformats.org/officeDocument/2006/relationships/presProps" Target="/ppt/presProps.xml" Id="Rfec2323c1526455e" /><Relationship Type="http://schemas.openxmlformats.org/officeDocument/2006/relationships/tableStyles" Target="/ppt/tableStyles.xml" Id="R3124cfec7a874019" /><Relationship Type="http://schemas.openxmlformats.org/officeDocument/2006/relationships/slide" Target="/ppt/slides/slide1.xml" Id="Rb9f5b0fddac14d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cf4ddc9d5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69935a99b418a" /><Relationship Type="http://schemas.openxmlformats.org/officeDocument/2006/relationships/notesMaster" Target="/ppt/notesMasters/notesMaster1.xml" Id="R1ee8e715dbd3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Storyboard U04-002 y TEX 4.3.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Una fuente perturba el medio; el instrumento mide y el receptor responde.</a:t>
            </a:r>
          </a:p>
          <a:p xmlns:a="http://schemas.openxmlformats.org/drawingml/2006/main">
            <a:r>
              <a:t>Alt: Fuente, medio, punto de medición y receptor conectados por propagación, con cinco preguntas físicas alrededor.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906f634f445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2ef2593bb4c80" /><Relationship Type="http://schemas.openxmlformats.org/officeDocument/2006/relationships/slideLayout" Target="/ppt/slideLayouts/slideLayout1.xml" Id="Rea8706ec53c34b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8706ec53c34b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436997697419e" /><Relationship Type="http://schemas.openxmlformats.org/officeDocument/2006/relationships/notesSlide" Target="/ppt/notesSlides/notesSlide1.xml" Id="R4d5faa5c02f24d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U04-DG-001-N1-frame">
            <a:extLst xmlns:a="http://schemas.openxmlformats.org/drawingml/2006/main">
              <a:ext uri="{FF2B5EF4-FFF2-40B4-BE49-F238E27FC236}">
                <a16:creationId xmlns:a16="http://schemas.microsoft.com/office/drawing/2014/main" id="{658EA1DB-CCC2-4542-8D4E-F33444FA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01-N2-frame">
            <a:extLst xmlns:a="http://schemas.openxmlformats.org/drawingml/2006/main">
              <a:ext uri="{FF2B5EF4-FFF2-40B4-BE49-F238E27FC236}">
                <a16:creationId xmlns:a16="http://schemas.microsoft.com/office/drawing/2014/main" id="{B84F962D-93C0-4760-B697-C87BDCF4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01-N3-frame">
            <a:extLst xmlns:a="http://schemas.openxmlformats.org/drawingml/2006/main">
              <a:ext uri="{FF2B5EF4-FFF2-40B4-BE49-F238E27FC236}">
                <a16:creationId xmlns:a16="http://schemas.microsoft.com/office/drawing/2014/main" id="{FA2A1DD6-1E7B-4461-A8B4-76E8E2E8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01-N4-frame">
            <a:extLst xmlns:a="http://schemas.openxmlformats.org/drawingml/2006/main">
              <a:ext uri="{FF2B5EF4-FFF2-40B4-BE49-F238E27FC236}">
                <a16:creationId xmlns:a16="http://schemas.microsoft.com/office/drawing/2014/main" id="{6411E32F-F9EF-4DFA-987F-0C1D7DC1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0955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24" name="U04-DG-001-edge-U04-DG-001-N1-U04-DG-001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30241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01-edge-U04-DG-001-N2-U04-DG-001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715000" y="30241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01-edge-U04-DG-001-N3-U04-DG-001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572500" y="30241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U04-DG-001-N1-text">
            <a:extLst xmlns:a="http://schemas.openxmlformats.org/drawingml/2006/main">
              <a:ext uri="{FF2B5EF4-FFF2-40B4-BE49-F238E27FC236}">
                <a16:creationId xmlns:a16="http://schemas.microsoft.com/office/drawing/2014/main" id="{41DFED89-CAEB-48DA-9F86-FA181555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FUENTE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origina la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perturbación</a:t>
            </a:r>
          </a:p>
        </p:txBody>
      </p:sp>
      <p:sp>
        <p:nvSpPr>
          <p:cNvPr id="9" name="U04-DG-001-N2-text">
            <a:extLst xmlns:a="http://schemas.openxmlformats.org/drawingml/2006/main">
              <a:ext uri="{FF2B5EF4-FFF2-40B4-BE49-F238E27FC236}">
                <a16:creationId xmlns:a16="http://schemas.microsoft.com/office/drawing/2014/main" id="{AF642107-3B8D-4F8A-A8E1-A4E5C4F1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MEDIO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sostiene la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propagación</a:t>
            </a:r>
          </a:p>
        </p:txBody>
      </p:sp>
      <p:sp>
        <p:nvSpPr>
          <p:cNvPr id="10" name="U04-DG-001-N3-text">
            <a:extLst xmlns:a="http://schemas.openxmlformats.org/drawingml/2006/main">
              <a:ext uri="{FF2B5EF4-FFF2-40B4-BE49-F238E27FC236}">
                <a16:creationId xmlns:a16="http://schemas.microsoft.com/office/drawing/2014/main" id="{82215BB2-9FA7-4A3A-BCFE-2D154A4F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MEDICIÓN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estima en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un punto</a:t>
            </a:r>
          </a:p>
        </p:txBody>
      </p:sp>
      <p:sp>
        <p:nvSpPr>
          <p:cNvPr id="11" name="U04-DG-001-N4-text">
            <a:extLst xmlns:a="http://schemas.openxmlformats.org/drawingml/2006/main">
              <a:ext uri="{FF2B5EF4-FFF2-40B4-BE49-F238E27FC236}">
                <a16:creationId xmlns:a16="http://schemas.microsoft.com/office/drawing/2014/main" id="{45B93A6B-1DF7-44BE-BFAD-ACC497F1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17526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RECEPTOR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detecta 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percibe</a:t>
            </a:r>
          </a:p>
        </p:txBody>
      </p:sp>
      <p:sp>
        <p:nvSpPr>
          <p:cNvPr id="12" name="U04-DG-001-label-U04-DG-001-N1-U04-DG-001-N2-text">
            <a:extLst xmlns:a="http://schemas.openxmlformats.org/drawingml/2006/main">
              <a:ext uri="{FF2B5EF4-FFF2-40B4-BE49-F238E27FC236}">
                <a16:creationId xmlns:a16="http://schemas.microsoft.com/office/drawing/2014/main" id="{E1182E7B-6FB6-43E1-9001-7A4134D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66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perturba</a:t>
            </a:r>
          </a:p>
        </p:txBody>
      </p:sp>
      <p:sp>
        <p:nvSpPr>
          <p:cNvPr id="13" name="U04-DG-001-label-U04-DG-001-N2-U04-DG-001-N3-text">
            <a:extLst xmlns:a="http://schemas.openxmlformats.org/drawingml/2006/main">
              <a:ext uri="{FF2B5EF4-FFF2-40B4-BE49-F238E27FC236}">
                <a16:creationId xmlns:a16="http://schemas.microsoft.com/office/drawing/2014/main" id="{F5882997-117B-4E1C-A244-CAC5E38F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6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se propaga</a:t>
            </a:r>
          </a:p>
        </p:txBody>
      </p:sp>
      <p:sp>
        <p:nvSpPr>
          <p:cNvPr id="14" name="U04-DG-001-label-U04-DG-001-N3-U04-DG-001-N4-text">
            <a:extLst xmlns:a="http://schemas.openxmlformats.org/drawingml/2006/main">
              <a:ext uri="{FF2B5EF4-FFF2-40B4-BE49-F238E27FC236}">
                <a16:creationId xmlns:a16="http://schemas.microsoft.com/office/drawing/2014/main" id="{D872F6E2-D3BB-4C1F-A2BC-8749D0E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66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responde</a:t>
            </a:r>
          </a:p>
        </p:txBody>
      </p:sp>
      <p:sp>
        <p:nvSpPr>
          <p:cNvPr id="15" name="q1-text">
            <a:extLst xmlns:a="http://schemas.openxmlformats.org/drawingml/2006/main">
              <a:ext uri="{FF2B5EF4-FFF2-40B4-BE49-F238E27FC236}">
                <a16:creationId xmlns:a16="http://schemas.microsoft.com/office/drawing/2014/main" id="{22EE320D-DF36-440E-95D2-25F821AE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1434"/>
                </a:solidFill>
              </a:defRPr>
            </a:pPr>
            <a:r>
              <a:rPr sz="1650" b="1">
                <a:solidFill>
                  <a:srgbClr val="4D1434"/>
                </a:solidFill>
              </a:rPr>
              <a:t>¿qué varía?</a:t>
            </a:r>
          </a:p>
        </p:txBody>
      </p:sp>
      <p:sp>
        <p:nvSpPr>
          <p:cNvPr id="16" name="q2-text">
            <a:extLst xmlns:a="http://schemas.openxmlformats.org/drawingml/2006/main">
              <a:ext uri="{FF2B5EF4-FFF2-40B4-BE49-F238E27FC236}">
                <a16:creationId xmlns:a16="http://schemas.microsoft.com/office/drawing/2014/main" id="{CACE67F3-CB0E-4F40-8AF6-715E08D5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E83"/>
                </a:solidFill>
              </a:defRPr>
            </a:pPr>
            <a:r>
              <a:rPr sz="1650" b="1">
                <a:solidFill>
                  <a:srgbClr val="2F7E83"/>
                </a:solidFill>
              </a:rPr>
              <a:t>¿qué se mueve?</a:t>
            </a:r>
          </a:p>
        </p:txBody>
      </p:sp>
      <p:sp>
        <p:nvSpPr>
          <p:cNvPr id="17" name="q3-text">
            <a:extLst xmlns:a="http://schemas.openxmlformats.org/drawingml/2006/main">
              <a:ext uri="{FF2B5EF4-FFF2-40B4-BE49-F238E27FC236}">
                <a16:creationId xmlns:a16="http://schemas.microsoft.com/office/drawing/2014/main" id="{8E09F1D3-8858-4336-8CDF-891A4678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047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¿qué fluye?</a:t>
            </a:r>
          </a:p>
        </p:txBody>
      </p:sp>
      <p:sp>
        <p:nvSpPr>
          <p:cNvPr id="18" name="q4-text">
            <a:extLst xmlns:a="http://schemas.openxmlformats.org/drawingml/2006/main">
              <a:ext uri="{FF2B5EF4-FFF2-40B4-BE49-F238E27FC236}">
                <a16:creationId xmlns:a16="http://schemas.microsoft.com/office/drawing/2014/main" id="{37968C7C-B69E-40BF-9E19-21A12D3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D1434"/>
                </a:solidFill>
              </a:defRPr>
            </a:pPr>
            <a:r>
              <a:rPr sz="1650" b="1">
                <a:solidFill>
                  <a:srgbClr val="4D1434"/>
                </a:solidFill>
              </a:rPr>
              <a:t>¿qué se mide?</a:t>
            </a:r>
          </a:p>
        </p:txBody>
      </p:sp>
      <p:sp>
        <p:nvSpPr>
          <p:cNvPr id="19" name="q5-text">
            <a:extLst xmlns:a="http://schemas.openxmlformats.org/drawingml/2006/main">
              <a:ext uri="{FF2B5EF4-FFF2-40B4-BE49-F238E27FC236}">
                <a16:creationId xmlns:a16="http://schemas.microsoft.com/office/drawing/2014/main" id="{8A3EE287-6471-4B08-AF4E-F04E3930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¿qué se percibe?</a:t>
            </a:r>
          </a:p>
        </p:txBody>
      </p:sp>
    </p:spTree>
    <p:extLst>
      <p:ext uri="{BB962C8B-B14F-4D97-AF65-F5344CB8AC3E}">
        <p14:creationId xmlns:p14="http://schemas.microsoft.com/office/powerpoint/2010/main" val="1679582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2026-07-31T14:01:06.5630000Z</dcterms:created>
  <dcterms:modified xsi:type="dcterms:W3CDTF">2026-07-31T14:01:06.5640000Z</dcterms:modified>
</coreProperties>
</file>