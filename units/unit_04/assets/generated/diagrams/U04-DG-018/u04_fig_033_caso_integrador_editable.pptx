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14e6004d54fcf" /><Relationship Type="http://schemas.openxmlformats.org/officeDocument/2006/relationships/extended-properties" Target="/docProps/app.xml" Id="R55916edd5344451e" /><Relationship Type="http://schemas.openxmlformats.org/officeDocument/2006/relationships/officeDocument" Target="/ppt/presentation.xml" Id="Rc85c19222fac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77e4c98ef4353"/>
  </p:sldMasterIdLst>
  <p:notesMasterIdLst>
    <p:notesMasterId xmlns:r="http://schemas.openxmlformats.org/officeDocument/2006/relationships" r:id="Rd110a122addd4dd0"/>
  </p:notesMasterIdLst>
  <p:sldIdLst>
    <p:sldId xmlns:r="http://schemas.openxmlformats.org/officeDocument/2006/relationships" id="256" r:id="R49d4e87c762f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f144c0bd5f40e2" /><Relationship Type="http://schemas.openxmlformats.org/officeDocument/2006/relationships/slideMaster" Target="/ppt/slideMasters/slideMaster1.xml" Id="R67677e4c98ef4353" /><Relationship Type="http://schemas.openxmlformats.org/officeDocument/2006/relationships/notesMaster" Target="/ppt/notesMasters/notesMaster1.xml" Id="Rd110a122addd4dd0" /><Relationship Type="http://schemas.openxmlformats.org/officeDocument/2006/relationships/presProps" Target="/ppt/presProps.xml" Id="R9dffeb7ad9d54c37" /><Relationship Type="http://schemas.openxmlformats.org/officeDocument/2006/relationships/tableStyles" Target="/ppt/tableStyles.xml" Id="R70b42d82f195444f" /><Relationship Type="http://schemas.openxmlformats.org/officeDocument/2006/relationships/slide" Target="/ppt/slides/slide1.xml" Id="R49d4e87c762f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e502e0fd91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21e5617f94bc2" /><Relationship Type="http://schemas.openxmlformats.org/officeDocument/2006/relationships/notesMaster" Target="/ppt/notesMasters/notesMaster1.xml" Id="R26f7e8b69cb4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4.8–4.12 y storyboard U04-104–107/124.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Una medición interpretable exige una cadena explícita de decisiones.</a:t>
            </a:r>
          </a:p>
          <a:p xmlns:a="http://schemas.openxmlformats.org/drawingml/2006/main">
            <a:r>
              <a:t>Alt: Proceso de seis nodos desde fuente y campo hasta sensor, procesamiento, nivel e informe.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e02c0e44e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ea93b043904edb" /><Relationship Type="http://schemas.openxmlformats.org/officeDocument/2006/relationships/slideLayout" Target="/ppt/slideLayouts/slideLayout1.xml" Id="R753389dfcc0f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3389dfcc0f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3a2b44e334253" /><Relationship Type="http://schemas.openxmlformats.org/officeDocument/2006/relationships/notesSlide" Target="/ppt/notesSlides/notesSlide1.xml" Id="Rfba51010d984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U04-DG-018-N1-frame">
            <a:extLst xmlns:a="http://schemas.openxmlformats.org/drawingml/2006/main">
              <a:ext uri="{FF2B5EF4-FFF2-40B4-BE49-F238E27FC236}">
                <a16:creationId xmlns:a16="http://schemas.microsoft.com/office/drawing/2014/main" id="{21A0DE1E-9881-4AA2-B1A8-E0C18129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U04-DG-018-N2-frame">
            <a:extLst xmlns:a="http://schemas.openxmlformats.org/drawingml/2006/main">
              <a:ext uri="{FF2B5EF4-FFF2-40B4-BE49-F238E27FC236}">
                <a16:creationId xmlns:a16="http://schemas.microsoft.com/office/drawing/2014/main" id="{2C144DA9-9DF8-46E8-B032-02F90AA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U04-DG-018-N3-frame">
            <a:extLst xmlns:a="http://schemas.openxmlformats.org/drawingml/2006/main">
              <a:ext uri="{FF2B5EF4-FFF2-40B4-BE49-F238E27FC236}">
                <a16:creationId xmlns:a16="http://schemas.microsoft.com/office/drawing/2014/main" id="{36183748-6594-430D-9AC3-F28B081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U04-DG-018-N4-frame">
            <a:extLst xmlns:a="http://schemas.openxmlformats.org/drawingml/2006/main">
              <a:ext uri="{FF2B5EF4-FFF2-40B4-BE49-F238E27FC236}">
                <a16:creationId xmlns:a16="http://schemas.microsoft.com/office/drawing/2014/main" id="{93596ED1-1CF8-4939-A5F0-0B061EF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U04-DG-018-N5-frame">
            <a:extLst xmlns:a="http://schemas.openxmlformats.org/drawingml/2006/main">
              <a:ext uri="{FF2B5EF4-FFF2-40B4-BE49-F238E27FC236}">
                <a16:creationId xmlns:a16="http://schemas.microsoft.com/office/drawing/2014/main" id="{213D6680-ACEE-4030-B3D5-00216F65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U04-DG-018-N6-frame">
            <a:extLst xmlns:a="http://schemas.openxmlformats.org/drawingml/2006/main">
              <a:ext uri="{FF2B5EF4-FFF2-40B4-BE49-F238E27FC236}">
                <a16:creationId xmlns:a16="http://schemas.microsoft.com/office/drawing/2014/main" id="{8F9D9208-E7F9-40CF-A6E2-E59AAF88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667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28" name="U04-DG-018-edge-U04-DG-018-N1-U04-DG-018-N2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429000" y="18811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U04-DG-018-edge-U04-DG-018-N2-U04-DG-018-N3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429500" y="18811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U04-DG-018-edge-U04-DG-018-N4-U04-DG-018-N5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48815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U04-DG-018-edge-U04-DG-018-N5-U04-DG-018-N6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29500" y="48815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U04-DG-018-edge-U04-DG-018-N3-U04-DG-018-N4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095500" y="2381250"/>
            <a:ext cx="8001000" cy="2000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69FA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U04-DG-018-N1-text">
            <a:extLst xmlns:a="http://schemas.openxmlformats.org/drawingml/2006/main">
              <a:ext uri="{FF2B5EF4-FFF2-40B4-BE49-F238E27FC236}">
                <a16:creationId xmlns:a16="http://schemas.microsoft.com/office/drawing/2014/main" id="{F0B0653A-2B9F-40CA-BE14-42BB693C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Fuente</a:t>
            </a:r>
          </a:p>
        </p:txBody>
      </p:sp>
      <p:sp>
        <p:nvSpPr>
          <p:cNvPr id="13" name="U04-DG-018-N2-text">
            <a:extLst xmlns:a="http://schemas.openxmlformats.org/drawingml/2006/main">
              <a:ext uri="{FF2B5EF4-FFF2-40B4-BE49-F238E27FC236}">
                <a16:creationId xmlns:a16="http://schemas.microsoft.com/office/drawing/2014/main" id="{8B7933A6-742F-49CC-8CF3-EF510E5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Campo en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un punto</a:t>
            </a:r>
          </a:p>
        </p:txBody>
      </p:sp>
      <p:sp>
        <p:nvSpPr>
          <p:cNvPr id="14" name="U04-DG-018-N3-text">
            <a:extLst xmlns:a="http://schemas.openxmlformats.org/drawingml/2006/main">
              <a:ext uri="{FF2B5EF4-FFF2-40B4-BE49-F238E27FC236}">
                <a16:creationId xmlns:a16="http://schemas.microsoft.com/office/drawing/2014/main" id="{607F51AB-7EAD-498B-AAF4-83AA8EB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5257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Sensor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calibrado</a:t>
            </a:r>
          </a:p>
        </p:txBody>
      </p:sp>
      <p:sp>
        <p:nvSpPr>
          <p:cNvPr id="15" name="U04-DG-018-N4-text">
            <a:extLst xmlns:a="http://schemas.openxmlformats.org/drawingml/2006/main">
              <a:ext uri="{FF2B5EF4-FFF2-40B4-BE49-F238E27FC236}">
                <a16:creationId xmlns:a16="http://schemas.microsoft.com/office/drawing/2014/main" id="{7E9BB334-CE75-4652-B396-8E5DC16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Procesamiento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RMS/ajustes</a:t>
            </a:r>
          </a:p>
        </p:txBody>
      </p:sp>
      <p:sp>
        <p:nvSpPr>
          <p:cNvPr id="16" name="U04-DG-018-N5-text">
            <a:extLst xmlns:a="http://schemas.openxmlformats.org/drawingml/2006/main">
              <a:ext uri="{FF2B5EF4-FFF2-40B4-BE49-F238E27FC236}">
                <a16:creationId xmlns:a16="http://schemas.microsoft.com/office/drawing/2014/main" id="{1A375B25-5D8E-4DD1-900A-EC39844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Nivel con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referencia</a:t>
            </a:r>
          </a:p>
        </p:txBody>
      </p:sp>
      <p:sp>
        <p:nvSpPr>
          <p:cNvPr id="17" name="U04-DG-018-N6-text">
            <a:extLst xmlns:a="http://schemas.openxmlformats.org/drawingml/2006/main">
              <a:ext uri="{FF2B5EF4-FFF2-40B4-BE49-F238E27FC236}">
                <a16:creationId xmlns:a16="http://schemas.microsoft.com/office/drawing/2014/main" id="{5D16F549-14FB-4045-AABD-9552DB7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Informe con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condiciones</a:t>
            </a:r>
          </a:p>
        </p:txBody>
      </p:sp>
      <p:sp>
        <p:nvSpPr>
          <p:cNvPr id="18" name="U04-DG-018-label-U04-DG-018-N1-U04-DG-018-N2-text">
            <a:extLst xmlns:a="http://schemas.openxmlformats.org/drawingml/2006/main">
              <a:ext uri="{FF2B5EF4-FFF2-40B4-BE49-F238E27FC236}">
                <a16:creationId xmlns:a16="http://schemas.microsoft.com/office/drawing/2014/main" id="{E89BCDCA-1013-4BCD-963E-744AF93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origina</a:t>
            </a:r>
          </a:p>
        </p:txBody>
      </p:sp>
      <p:sp>
        <p:nvSpPr>
          <p:cNvPr id="19" name="U04-DG-018-label-U04-DG-018-N2-U04-DG-018-N3-text">
            <a:extLst xmlns:a="http://schemas.openxmlformats.org/drawingml/2006/main">
              <a:ext uri="{FF2B5EF4-FFF2-40B4-BE49-F238E27FC236}">
                <a16:creationId xmlns:a16="http://schemas.microsoft.com/office/drawing/2014/main" id="{A0ECD021-1130-443A-815B-1D4E2AD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3988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mide</a:t>
            </a:r>
          </a:p>
        </p:txBody>
      </p:sp>
      <p:sp>
        <p:nvSpPr>
          <p:cNvPr id="20" name="U04-DG-018-label-U04-DG-018-N4-U04-DG-018-N5-text">
            <a:extLst xmlns:a="http://schemas.openxmlformats.org/drawingml/2006/main">
              <a:ext uri="{FF2B5EF4-FFF2-40B4-BE49-F238E27FC236}">
                <a16:creationId xmlns:a16="http://schemas.microsoft.com/office/drawing/2014/main" id="{15007D3D-542D-4C49-96F2-3A67CD38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43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expresa</a:t>
            </a:r>
          </a:p>
        </p:txBody>
      </p:sp>
      <p:sp>
        <p:nvSpPr>
          <p:cNvPr id="21" name="U04-DG-018-label-U04-DG-018-N5-U04-DG-018-N6-text">
            <a:extLst xmlns:a="http://schemas.openxmlformats.org/drawingml/2006/main">
              <a:ext uri="{FF2B5EF4-FFF2-40B4-BE49-F238E27FC236}">
                <a16:creationId xmlns:a16="http://schemas.microsoft.com/office/drawing/2014/main" id="{92263D76-02AF-4A9B-ABEB-900A016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24363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69FA7"/>
                </a:solidFill>
              </a:defRPr>
            </a:pPr>
            <a:r>
              <a:rPr sz="1575" b="1">
                <a:solidFill>
                  <a:srgbClr val="969FA7"/>
                </a:solidFill>
              </a:rPr>
              <a:t>interpreta</a:t>
            </a:r>
          </a:p>
        </p:txBody>
      </p:sp>
    </p:spTree>
    <p:extLst>
      <p:ext uri="{BB962C8B-B14F-4D97-AF65-F5344CB8AC3E}">
        <p14:creationId xmlns:p14="http://schemas.microsoft.com/office/powerpoint/2010/main" val="8987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2026-07-31T14:01:23.7570000Z</dcterms:created>
  <dcterms:modified xsi:type="dcterms:W3CDTF">2026-07-31T14:01:23.7570000Z</dcterms:modified>
</coreProperties>
</file>