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a311971f354421" /><Relationship Type="http://schemas.openxmlformats.org/officeDocument/2006/relationships/extended-properties" Target="/docProps/app.xml" Id="R7ae9280259884f77" /><Relationship Type="http://schemas.openxmlformats.org/officeDocument/2006/relationships/officeDocument" Target="/ppt/presentation.xml" Id="R28774f813e0447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eb513e0db145e5"/>
  </p:sldMasterIdLst>
  <p:notesMasterIdLst>
    <p:notesMasterId xmlns:r="http://schemas.openxmlformats.org/officeDocument/2006/relationships" r:id="R76a6695a30b749cf"/>
  </p:notesMasterIdLst>
  <p:sldIdLst>
    <p:sldId xmlns:r="http://schemas.openxmlformats.org/officeDocument/2006/relationships" id="256" r:id="R4fe274076a3840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5f6c1076a4e45" /><Relationship Type="http://schemas.openxmlformats.org/officeDocument/2006/relationships/slideMaster" Target="/ppt/slideMasters/slideMaster1.xml" Id="R5eeb513e0db145e5" /><Relationship Type="http://schemas.openxmlformats.org/officeDocument/2006/relationships/notesMaster" Target="/ppt/notesMasters/notesMaster1.xml" Id="R76a6695a30b749cf" /><Relationship Type="http://schemas.openxmlformats.org/officeDocument/2006/relationships/presProps" Target="/ppt/presProps.xml" Id="Rf086b199ccf44f32" /><Relationship Type="http://schemas.openxmlformats.org/officeDocument/2006/relationships/tableStyles" Target="/ppt/tableStyles.xml" Id="Rec4a678feeb049d8" /><Relationship Type="http://schemas.openxmlformats.org/officeDocument/2006/relationships/slide" Target="/ppt/slides/slide1.xml" Id="R4fe274076a3840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5fad92039f4e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29783d39234f86" /><Relationship Type="http://schemas.openxmlformats.org/officeDocument/2006/relationships/notesMaster" Target="/ppt/notesMasters/notesMaster1.xml" Id="R0c7136c97c724e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 4.8.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Primero se decide la relación temporal; después se elige la suma.</a:t>
            </a:r>
          </a:p>
          <a:p xmlns:a="http://schemas.openxmlformats.org/drawingml/2006/main">
            <a:r>
              <a:t>Alt: Árbol con rutas coherente y no correlacionada, condiciones y resultados más seis o más tres decibeles.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ee52157534e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708eea9da04f2b" /><Relationship Type="http://schemas.openxmlformats.org/officeDocument/2006/relationships/slideLayout" Target="/ppt/slideLayouts/slideLayout1.xml" Id="R75abf43df7e1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abf43df7e1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5c94be0a74534" /><Relationship Type="http://schemas.openxmlformats.org/officeDocument/2006/relationships/notesSlide" Target="/ppt/notesSlides/notesSlide1.xml" Id="R92681a0af7d04b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art-frame">
            <a:extLst xmlns:a="http://schemas.openxmlformats.org/drawingml/2006/main">
              <a:ext uri="{FF2B5EF4-FFF2-40B4-BE49-F238E27FC236}">
                <a16:creationId xmlns:a16="http://schemas.microsoft.com/office/drawing/2014/main" id="{C48D49FF-90E4-4422-8A90-96E1C6F2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62000"/>
            <a:ext cx="38100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coh-frame">
            <a:extLst xmlns:a="http://schemas.openxmlformats.org/drawingml/2006/main">
              <a:ext uri="{FF2B5EF4-FFF2-40B4-BE49-F238E27FC236}">
                <a16:creationId xmlns:a16="http://schemas.microsoft.com/office/drawing/2014/main" id="{D37CA79C-77A7-4845-A30F-97CF242D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4000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unc-frame">
            <a:extLst xmlns:a="http://schemas.openxmlformats.org/drawingml/2006/main">
              <a:ext uri="{FF2B5EF4-FFF2-40B4-BE49-F238E27FC236}">
                <a16:creationId xmlns:a16="http://schemas.microsoft.com/office/drawing/2014/main" id="{306F7C38-96E7-4F8B-9162-67AC1B3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28875"/>
            <a:ext cx="4000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cohr-frame">
            <a:extLst xmlns:a="http://schemas.openxmlformats.org/drawingml/2006/main">
              <a:ext uri="{FF2B5EF4-FFF2-40B4-BE49-F238E27FC236}">
                <a16:creationId xmlns:a16="http://schemas.microsoft.com/office/drawing/2014/main" id="{FCD52D29-F624-44A2-8C84-0431A39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4000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5" name="uncr-frame">
            <a:extLst xmlns:a="http://schemas.openxmlformats.org/drawingml/2006/main">
              <a:ext uri="{FF2B5EF4-FFF2-40B4-BE49-F238E27FC236}">
                <a16:creationId xmlns:a16="http://schemas.microsoft.com/office/drawing/2014/main" id="{D10C490C-D0D2-4CDC-B6F0-C77814F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67250"/>
            <a:ext cx="40005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4" name="U04-DG-014-edge-start-coh"/>
          <p:cNvCxnSpPr>
            <a:stCxn xmlns:a="http://schemas.openxmlformats.org/drawingml/2006/main" id="1" idx="1"/>
            <a:endCxn xmlns:a="http://schemas.openxmlformats.org/drawingml/2006/main" id="2" idx="0"/>
          </p:cNvCxnSpPr>
          <p:nvPr/>
        </p:nvCxnSpPr>
        <p:spPr>
          <a:xfrm xmlns:a="http://schemas.openxmlformats.org/drawingml/2006/main" flipH="1">
            <a:off x="2905125" y="1285875"/>
            <a:ext cx="1285875" cy="11430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U04-DG-014-edge-start-unc"/>
          <p:cNvCxnSpPr>
            <a:stCxn xmlns:a="http://schemas.openxmlformats.org/drawingml/2006/main" id="1" idx="3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8001000" y="1285875"/>
            <a:ext cx="1285875" cy="1143000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6" name="U04-DG-014-edge-coh-cohr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905125" y="36671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8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U04-DG-014-edge-unc-uncr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286875" y="36671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F541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start-text">
            <a:extLst xmlns:a="http://schemas.openxmlformats.org/drawingml/2006/main">
              <a:ext uri="{FF2B5EF4-FFF2-40B4-BE49-F238E27FC236}">
                <a16:creationId xmlns:a16="http://schemas.microsoft.com/office/drawing/2014/main" id="{E5AC701F-87A0-4563-A696-7EFAEC3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933450"/>
            <a:ext cx="3467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¿Qué relación</a:t>
            </a:r>
          </a:p>
          <a:p xmlns:a="http://schemas.openxmlformats.org/drawingml/2006/main">
            <a:pPr algn="ctr">
              <a:defRPr sz="1950" b="1">
                <a:solidFill>
                  <a:srgbClr val="242A2E"/>
                </a:solidFill>
              </a:defRPr>
            </a:pPr>
            <a:r>
              <a:rPr sz="1950" b="1">
                <a:solidFill>
                  <a:srgbClr val="242A2E"/>
                </a:solidFill>
              </a:rPr>
              <a:t>temporal tienen?</a:t>
            </a:r>
          </a:p>
        </p:txBody>
      </p:sp>
      <p:sp>
        <p:nvSpPr>
          <p:cNvPr id="11" name="coh-text">
            <a:extLst xmlns:a="http://schemas.openxmlformats.org/drawingml/2006/main">
              <a:ext uri="{FF2B5EF4-FFF2-40B4-BE49-F238E27FC236}">
                <a16:creationId xmlns:a16="http://schemas.microsoft.com/office/drawing/2014/main" id="{0E6D401F-D89C-4FD5-B89C-A409961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00325"/>
            <a:ext cx="365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COHERENTES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fase estable</a:t>
            </a:r>
          </a:p>
        </p:txBody>
      </p:sp>
      <p:sp>
        <p:nvSpPr>
          <p:cNvPr id="12" name="unc-text">
            <a:extLst xmlns:a="http://schemas.openxmlformats.org/drawingml/2006/main">
              <a:ext uri="{FF2B5EF4-FFF2-40B4-BE49-F238E27FC236}">
                <a16:creationId xmlns:a16="http://schemas.microsoft.com/office/drawing/2014/main" id="{8D5ACB73-046E-4E0B-94B7-559C9556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0325"/>
            <a:ext cx="365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NO CORRELACIONADAS</a:t>
            </a:r>
          </a:p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término cruzado</a:t>
            </a:r>
          </a:p>
          <a:p xmlns:a="http://schemas.openxmlformats.org/drawingml/2006/main">
            <a:pPr algn="ctr">
              <a:defRPr sz="1800" b="1">
                <a:solidFill>
                  <a:srgbClr val="242A2E"/>
                </a:solidFill>
              </a:defRPr>
            </a:pPr>
            <a:r>
              <a:rPr sz="1800" b="1">
                <a:solidFill>
                  <a:srgbClr val="242A2E"/>
                </a:solidFill>
              </a:rPr>
              <a:t>promedia a cero</a:t>
            </a:r>
          </a:p>
        </p:txBody>
      </p:sp>
      <p:sp>
        <p:nvSpPr>
          <p:cNvPr id="13" name="cohr-text">
            <a:extLst xmlns:a="http://schemas.openxmlformats.org/drawingml/2006/main">
              <a:ext uri="{FF2B5EF4-FFF2-40B4-BE49-F238E27FC236}">
                <a16:creationId xmlns:a16="http://schemas.microsoft.com/office/drawing/2014/main" id="{8F8B82E3-D895-4FC7-855F-51787AB9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38700"/>
            <a:ext cx="36576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Sumar presiones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en fase: +6,02 dB</a:t>
            </a:r>
          </a:p>
        </p:txBody>
      </p:sp>
      <p:sp>
        <p:nvSpPr>
          <p:cNvPr id="14" name="uncr-text">
            <a:extLst xmlns:a="http://schemas.openxmlformats.org/drawingml/2006/main">
              <a:ext uri="{FF2B5EF4-FFF2-40B4-BE49-F238E27FC236}">
                <a16:creationId xmlns:a16="http://schemas.microsoft.com/office/drawing/2014/main" id="{4A2CDA76-E617-47D7-8471-C87913E0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838700"/>
            <a:ext cx="36576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Sumar cuadrados RMS</a:t>
            </a:r>
          </a:p>
          <a:p xmlns:a="http://schemas.openxmlformats.org/drawingml/2006/main">
            <a:pPr algn="ctr">
              <a:defRPr sz="1875" b="1">
                <a:solidFill>
                  <a:srgbClr val="242A2E"/>
                </a:solidFill>
              </a:defRPr>
            </a:pPr>
            <a:r>
              <a:rPr sz="1875" b="1">
                <a:solidFill>
                  <a:srgbClr val="242A2E"/>
                </a:solidFill>
              </a:rPr>
              <a:t>iguales: +3,01 dB</a:t>
            </a:r>
          </a:p>
        </p:txBody>
      </p:sp>
      <p:sp>
        <p:nvSpPr>
          <p:cNvPr id="15" name="U04-DG-014-label-start-coh-text">
            <a:extLst xmlns:a="http://schemas.openxmlformats.org/drawingml/2006/main">
              <a:ext uri="{FF2B5EF4-FFF2-40B4-BE49-F238E27FC236}">
                <a16:creationId xmlns:a16="http://schemas.microsoft.com/office/drawing/2014/main" id="{4E78E1DA-8D74-4D0D-B4DD-608EB9DF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fase estable</a:t>
            </a:r>
          </a:p>
        </p:txBody>
      </p:sp>
      <p:sp>
        <p:nvSpPr>
          <p:cNvPr id="16" name="U04-DG-014-label-start-unc-text">
            <a:extLst xmlns:a="http://schemas.openxmlformats.org/drawingml/2006/main">
              <a:ext uri="{FF2B5EF4-FFF2-40B4-BE49-F238E27FC236}">
                <a16:creationId xmlns:a16="http://schemas.microsoft.com/office/drawing/2014/main" id="{D98111EA-F45E-44B6-8913-7556E963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sin correlación</a:t>
            </a:r>
          </a:p>
        </p:txBody>
      </p:sp>
      <p:sp>
        <p:nvSpPr>
          <p:cNvPr id="17" name="U04-DG-014-label-coh-cohr-text">
            <a:extLst xmlns:a="http://schemas.openxmlformats.org/drawingml/2006/main">
              <a:ext uri="{FF2B5EF4-FFF2-40B4-BE49-F238E27FC236}">
                <a16:creationId xmlns:a16="http://schemas.microsoft.com/office/drawing/2014/main" id="{4A9D7C2F-C8E5-40D3-9CA3-AE7CFA9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7E83"/>
                </a:solidFill>
              </a:defRPr>
            </a:pPr>
            <a:r>
              <a:rPr sz="1575" b="1">
                <a:solidFill>
                  <a:srgbClr val="2F7E83"/>
                </a:solidFill>
              </a:rPr>
              <a:t>conservar término cruzado</a:t>
            </a:r>
          </a:p>
        </p:txBody>
      </p:sp>
      <p:sp>
        <p:nvSpPr>
          <p:cNvPr id="18" name="U04-DG-014-label-unc-uncr-text">
            <a:extLst xmlns:a="http://schemas.openxmlformats.org/drawingml/2006/main">
              <a:ext uri="{FF2B5EF4-FFF2-40B4-BE49-F238E27FC236}">
                <a16:creationId xmlns:a16="http://schemas.microsoft.com/office/drawing/2014/main" id="{8980C18F-3D7E-41B0-AD20-BE85079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F541A"/>
                </a:solidFill>
              </a:defRPr>
            </a:pPr>
            <a:r>
              <a:rPr sz="1575" b="1">
                <a:solidFill>
                  <a:srgbClr val="9F541A"/>
                </a:solidFill>
              </a:rPr>
              <a:t>sumar energías</a:t>
            </a:r>
          </a:p>
        </p:txBody>
      </p:sp>
    </p:spTree>
    <p:extLst>
      <p:ext uri="{BB962C8B-B14F-4D97-AF65-F5344CB8AC3E}">
        <p14:creationId xmlns:p14="http://schemas.microsoft.com/office/powerpoint/2010/main" val="124555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2026-07-31T14:01:20.2280000Z</dcterms:created>
  <dcterms:modified xsi:type="dcterms:W3CDTF">2026-07-31T14:01:20.2280000Z</dcterms:modified>
</coreProperties>
</file>