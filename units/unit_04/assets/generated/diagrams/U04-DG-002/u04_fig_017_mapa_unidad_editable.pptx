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0c784f4d254d46" /><Relationship Type="http://schemas.openxmlformats.org/officeDocument/2006/relationships/extended-properties" Target="/docProps/app.xml" Id="R91620a82eb5e4b57" /><Relationship Type="http://schemas.openxmlformats.org/officeDocument/2006/relationships/officeDocument" Target="/ppt/presentation.xml" Id="R5e84d78e56434c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c0cb8e8dd3444d"/>
  </p:sldMasterIdLst>
  <p:notesMasterIdLst>
    <p:notesMasterId xmlns:r="http://schemas.openxmlformats.org/officeDocument/2006/relationships" r:id="R7912585d6ebd4baa"/>
  </p:notesMasterIdLst>
  <p:sldIdLst>
    <p:sldId xmlns:r="http://schemas.openxmlformats.org/officeDocument/2006/relationships" id="256" r:id="R998206959f024d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5653bec3954255" /><Relationship Type="http://schemas.openxmlformats.org/officeDocument/2006/relationships/slideMaster" Target="/ppt/slideMasters/slideMaster1.xml" Id="Radc0cb8e8dd3444d" /><Relationship Type="http://schemas.openxmlformats.org/officeDocument/2006/relationships/notesMaster" Target="/ppt/notesMasters/notesMaster1.xml" Id="R7912585d6ebd4baa" /><Relationship Type="http://schemas.openxmlformats.org/officeDocument/2006/relationships/presProps" Target="/ppt/presProps.xml" Id="R1360571058a04ab1" /><Relationship Type="http://schemas.openxmlformats.org/officeDocument/2006/relationships/tableStyles" Target="/ppt/tableStyles.xml" Id="R0b05d2b4e5a84c19" /><Relationship Type="http://schemas.openxmlformats.org/officeDocument/2006/relationships/slide" Target="/ppt/slides/slide1.xml" Id="R998206959f024d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67f584fe5a44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5ca706046246ff" /><Relationship Type="http://schemas.openxmlformats.org/officeDocument/2006/relationships/notesMaster" Target="/ppt/notesMasters/notesMaster1.xml" Id="Ra0a3ea2b6cca40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Storyboard U04-006/014/107.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La unidad avanza del fenómeno hacia una interpretación responsable.</a:t>
            </a:r>
          </a:p>
          <a:p xmlns:a="http://schemas.openxmlformats.org/drawingml/2006/main">
            <a:r>
              <a:t>Alt: Mapa de once etapas organizado en tres encuentros y leído de izquierda a derecha.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01bcf1bf54f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e16455ae1e4f5e" /><Relationship Type="http://schemas.openxmlformats.org/officeDocument/2006/relationships/slideLayout" Target="/ppt/slideLayouts/slideLayout1.xml" Id="R6437a1a633414a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37a1a633414a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820d1ea364d1c" /><Relationship Type="http://schemas.openxmlformats.org/officeDocument/2006/relationships/notesSlide" Target="/ppt/notesSlides/notesSlide1.xml" Id="R5b428abed20c40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U04-DG-002-N1-frame">
            <a:extLst xmlns:a="http://schemas.openxmlformats.org/drawingml/2006/main">
              <a:ext uri="{FF2B5EF4-FFF2-40B4-BE49-F238E27FC236}">
                <a16:creationId xmlns:a16="http://schemas.microsoft.com/office/drawing/2014/main" id="{B07EB5F2-0E62-4638-BA7C-54D549D0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U04-DG-002-N2-frame">
            <a:extLst xmlns:a="http://schemas.openxmlformats.org/drawingml/2006/main">
              <a:ext uri="{FF2B5EF4-FFF2-40B4-BE49-F238E27FC236}">
                <a16:creationId xmlns:a16="http://schemas.microsoft.com/office/drawing/2014/main" id="{1E358553-56DF-45AC-A363-4E5906FC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000125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4-DG-002-N3-frame">
            <a:extLst xmlns:a="http://schemas.openxmlformats.org/drawingml/2006/main">
              <a:ext uri="{FF2B5EF4-FFF2-40B4-BE49-F238E27FC236}">
                <a16:creationId xmlns:a16="http://schemas.microsoft.com/office/drawing/2014/main" id="{4F0B9258-0E37-410E-B773-0B507F25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00125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U04-DG-002-N4-frame">
            <a:extLst xmlns:a="http://schemas.openxmlformats.org/drawingml/2006/main">
              <a:ext uri="{FF2B5EF4-FFF2-40B4-BE49-F238E27FC236}">
                <a16:creationId xmlns:a16="http://schemas.microsoft.com/office/drawing/2014/main" id="{FC9740BC-EBAE-4FCE-B82E-EA9501EA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000125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5" name="U04-DG-002-N5-frame">
            <a:extLst xmlns:a="http://schemas.openxmlformats.org/drawingml/2006/main">
              <a:ext uri="{FF2B5EF4-FFF2-40B4-BE49-F238E27FC236}">
                <a16:creationId xmlns:a16="http://schemas.microsoft.com/office/drawing/2014/main" id="{E2762C62-7908-489E-951E-C2C1D915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U04-DG-002-N6-frame">
            <a:extLst xmlns:a="http://schemas.openxmlformats.org/drawingml/2006/main">
              <a:ext uri="{FF2B5EF4-FFF2-40B4-BE49-F238E27FC236}">
                <a16:creationId xmlns:a16="http://schemas.microsoft.com/office/drawing/2014/main" id="{50FDB861-89B7-4665-A288-008A2DAA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48000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U04-DG-002-N7-frame">
            <a:extLst xmlns:a="http://schemas.openxmlformats.org/drawingml/2006/main">
              <a:ext uri="{FF2B5EF4-FFF2-40B4-BE49-F238E27FC236}">
                <a16:creationId xmlns:a16="http://schemas.microsoft.com/office/drawing/2014/main" id="{8833F678-B388-4091-B97D-7DB2C4BE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U04-DG-002-N8-frame">
            <a:extLst xmlns:a="http://schemas.openxmlformats.org/drawingml/2006/main">
              <a:ext uri="{FF2B5EF4-FFF2-40B4-BE49-F238E27FC236}">
                <a16:creationId xmlns:a16="http://schemas.microsoft.com/office/drawing/2014/main" id="{DB9209E8-12D7-47A8-A6D3-F6EABE86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0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9" name="U04-DG-002-N9-frame">
            <a:extLst xmlns:a="http://schemas.openxmlformats.org/drawingml/2006/main">
              <a:ext uri="{FF2B5EF4-FFF2-40B4-BE49-F238E27FC236}">
                <a16:creationId xmlns:a16="http://schemas.microsoft.com/office/drawing/2014/main" id="{E1AE12EA-CF36-446B-A445-6FE135B1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U04-DG-002-N10-frame">
            <a:extLst xmlns:a="http://schemas.openxmlformats.org/drawingml/2006/main">
              <a:ext uri="{FF2B5EF4-FFF2-40B4-BE49-F238E27FC236}">
                <a16:creationId xmlns:a16="http://schemas.microsoft.com/office/drawing/2014/main" id="{67EEC92A-EF4D-4ACC-BC76-4485120A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95875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1" name="U04-DG-002-N11-frame">
            <a:extLst xmlns:a="http://schemas.openxmlformats.org/drawingml/2006/main">
              <a:ext uri="{FF2B5EF4-FFF2-40B4-BE49-F238E27FC236}">
                <a16:creationId xmlns:a16="http://schemas.microsoft.com/office/drawing/2014/main" id="{B89A28D7-6796-4D53-BB24-76BC014D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95875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44" name="U04-DG-002-edge-U04-DG-002-N1-U04-DG-002-N2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2857500" y="1476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5" name="U04-DG-002-edge-U04-DG-002-N2-U04-DG-002-N3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5715000" y="1476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6" name="U04-DG-002-edge-U04-DG-002-N3-U04-DG-002-N4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8572500" y="1476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7" name="U04-DG-002-edge-U04-DG-002-N5-U04-DG-002-N6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57500" y="3524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8" name="U04-DG-002-edge-U04-DG-002-N6-U04-DG-002-N7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15000" y="3524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9" name="U04-DG-002-edge-U04-DG-002-N7-U04-DG-002-N8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72500" y="3524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0" name="U04-DG-002-edge-U04-DG-002-N9-U04-DG-002-N10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57500" y="5572125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1" name="U04-DG-002-edge-U04-DG-002-N10-U04-DG-002-N11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143750" y="5572125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2" name="U04-DG-002-edge-U04-DG-002-N4-U04-DG-002-N5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1809750" y="1952625"/>
            <a:ext cx="8572500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3" name="U04-DG-002-edge-U04-DG-002-N8-U04-DG-002-N9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1809750" y="4000500"/>
            <a:ext cx="8572500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2" name="U04-DG-002-N1-text">
            <a:extLst xmlns:a="http://schemas.openxmlformats.org/drawingml/2006/main">
              <a:ext uri="{FF2B5EF4-FFF2-40B4-BE49-F238E27FC236}">
                <a16:creationId xmlns:a16="http://schemas.microsoft.com/office/drawing/2014/main" id="{EC08553F-94F8-4D38-801D-5B0C38E9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171575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Fenómeno</a:t>
            </a:r>
          </a:p>
        </p:txBody>
      </p:sp>
      <p:sp>
        <p:nvSpPr>
          <p:cNvPr id="23" name="U04-DG-002-N2-text">
            <a:extLst xmlns:a="http://schemas.openxmlformats.org/drawingml/2006/main">
              <a:ext uri="{FF2B5EF4-FFF2-40B4-BE49-F238E27FC236}">
                <a16:creationId xmlns:a16="http://schemas.microsoft.com/office/drawing/2014/main" id="{F9FC26E7-2D6E-4AD4-AC8F-86A976C5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171575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Medio</a:t>
            </a:r>
          </a:p>
        </p:txBody>
      </p:sp>
      <p:sp>
        <p:nvSpPr>
          <p:cNvPr id="24" name="U04-DG-002-N3-text">
            <a:extLst xmlns:a="http://schemas.openxmlformats.org/drawingml/2006/main">
              <a:ext uri="{FF2B5EF4-FFF2-40B4-BE49-F238E27FC236}">
                <a16:creationId xmlns:a16="http://schemas.microsoft.com/office/drawing/2014/main" id="{CFD64AB8-3A7A-4F22-9400-F37D695C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171575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Campo</a:t>
            </a:r>
          </a:p>
        </p:txBody>
      </p:sp>
      <p:sp>
        <p:nvSpPr>
          <p:cNvPr id="25" name="U04-DG-002-N4-text">
            <a:extLst xmlns:a="http://schemas.openxmlformats.org/drawingml/2006/main">
              <a:ext uri="{FF2B5EF4-FFF2-40B4-BE49-F238E27FC236}">
                <a16:creationId xmlns:a16="http://schemas.microsoft.com/office/drawing/2014/main" id="{79A4CE8D-B142-4A12-BA72-6541FB80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171575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Energía</a:t>
            </a:r>
          </a:p>
        </p:txBody>
      </p:sp>
      <p:sp>
        <p:nvSpPr>
          <p:cNvPr id="26" name="U04-DG-002-N5-text">
            <a:extLst xmlns:a="http://schemas.openxmlformats.org/drawingml/2006/main">
              <a:ext uri="{FF2B5EF4-FFF2-40B4-BE49-F238E27FC236}">
                <a16:creationId xmlns:a16="http://schemas.microsoft.com/office/drawing/2014/main" id="{AAF3E534-753A-4DD1-BD51-76AFB18D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Valores</a:t>
            </a:r>
          </a:p>
        </p:txBody>
      </p:sp>
      <p:sp>
        <p:nvSpPr>
          <p:cNvPr id="27" name="U04-DG-002-N6-text">
            <a:extLst xmlns:a="http://schemas.openxmlformats.org/drawingml/2006/main">
              <a:ext uri="{FF2B5EF4-FFF2-40B4-BE49-F238E27FC236}">
                <a16:creationId xmlns:a16="http://schemas.microsoft.com/office/drawing/2014/main" id="{AA8AF524-91EF-4AFC-89A6-BBA7416C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19450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RMS</a:t>
            </a:r>
          </a:p>
        </p:txBody>
      </p:sp>
      <p:sp>
        <p:nvSpPr>
          <p:cNvPr id="28" name="U04-DG-002-N7-text">
            <a:extLst xmlns:a="http://schemas.openxmlformats.org/drawingml/2006/main">
              <a:ext uri="{FF2B5EF4-FFF2-40B4-BE49-F238E27FC236}">
                <a16:creationId xmlns:a16="http://schemas.microsoft.com/office/drawing/2014/main" id="{B1110CD3-00D9-487F-B992-705CB252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Niveles</a:t>
            </a:r>
          </a:p>
        </p:txBody>
      </p:sp>
      <p:sp>
        <p:nvSpPr>
          <p:cNvPr id="29" name="U04-DG-002-N8-text">
            <a:extLst xmlns:a="http://schemas.openxmlformats.org/drawingml/2006/main">
              <a:ext uri="{FF2B5EF4-FFF2-40B4-BE49-F238E27FC236}">
                <a16:creationId xmlns:a16="http://schemas.microsoft.com/office/drawing/2014/main" id="{A6CC3608-0616-4BDF-B49E-C5755DA8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19450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Suma</a:t>
            </a:r>
          </a:p>
        </p:txBody>
      </p:sp>
      <p:sp>
        <p:nvSpPr>
          <p:cNvPr id="30" name="U04-DG-002-N9-text">
            <a:extLst xmlns:a="http://schemas.openxmlformats.org/drawingml/2006/main">
              <a:ext uri="{FF2B5EF4-FFF2-40B4-BE49-F238E27FC236}">
                <a16:creationId xmlns:a16="http://schemas.microsoft.com/office/drawing/2014/main" id="{09DA2414-7DB1-4D96-B691-8FDA72FD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67325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Geometría</a:t>
            </a:r>
          </a:p>
        </p:txBody>
      </p:sp>
      <p:sp>
        <p:nvSpPr>
          <p:cNvPr id="31" name="U04-DG-002-N10-text">
            <a:extLst xmlns:a="http://schemas.openxmlformats.org/drawingml/2006/main">
              <a:ext uri="{FF2B5EF4-FFF2-40B4-BE49-F238E27FC236}">
                <a16:creationId xmlns:a16="http://schemas.microsoft.com/office/drawing/2014/main" id="{56FCEE02-B98D-46BC-984A-438A5506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67325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Distancia y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directividad</a:t>
            </a:r>
          </a:p>
        </p:txBody>
      </p:sp>
      <p:sp>
        <p:nvSpPr>
          <p:cNvPr id="32" name="U04-DG-002-N11-text">
            <a:extLst xmlns:a="http://schemas.openxmlformats.org/drawingml/2006/main">
              <a:ext uri="{FF2B5EF4-FFF2-40B4-BE49-F238E27FC236}">
                <a16:creationId xmlns:a16="http://schemas.microsoft.com/office/drawing/2014/main" id="{1191E6EA-DFC6-4C28-A865-4700AC76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67325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Aplicación</a:t>
            </a:r>
          </a:p>
        </p:txBody>
      </p:sp>
    </p:spTree>
    <p:extLst>
      <p:ext uri="{BB962C8B-B14F-4D97-AF65-F5344CB8AC3E}">
        <p14:creationId xmlns:p14="http://schemas.microsoft.com/office/powerpoint/2010/main" val="19179761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2026-07-31T14:01:09.6250000Z</dcterms:created>
  <dcterms:modified xsi:type="dcterms:W3CDTF">2026-07-31T14:01:09.6250000Z</dcterms:modified>
</coreProperties>
</file>