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49d53f7ed4a39" /><Relationship Type="http://schemas.openxmlformats.org/officeDocument/2006/relationships/extended-properties" Target="/docProps/app.xml" Id="R28580c55e1854ca2" /><Relationship Type="http://schemas.openxmlformats.org/officeDocument/2006/relationships/officeDocument" Target="/ppt/presentation.xml" Id="Rab57f2e9b3824f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43c6fc4344dbf"/>
  </p:sldMasterIdLst>
  <p:notesMasterIdLst>
    <p:notesMasterId xmlns:r="http://schemas.openxmlformats.org/officeDocument/2006/relationships" r:id="R33e7269435bb4ec3"/>
  </p:notesMasterIdLst>
  <p:sldIdLst>
    <p:sldId xmlns:r="http://schemas.openxmlformats.org/officeDocument/2006/relationships" id="256" r:id="R086324e04b5c4c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83e23a343d4b0c" /><Relationship Type="http://schemas.openxmlformats.org/officeDocument/2006/relationships/slideMaster" Target="/ppt/slideMasters/slideMaster1.xml" Id="Rd5c43c6fc4344dbf" /><Relationship Type="http://schemas.openxmlformats.org/officeDocument/2006/relationships/notesMaster" Target="/ppt/notesMasters/notesMaster1.xml" Id="R33e7269435bb4ec3" /><Relationship Type="http://schemas.openxmlformats.org/officeDocument/2006/relationships/presProps" Target="/ppt/presProps.xml" Id="R37422ba2ea5e42aa" /><Relationship Type="http://schemas.openxmlformats.org/officeDocument/2006/relationships/tableStyles" Target="/ppt/tableStyles.xml" Id="R2e41f34a0aca4a48" /><Relationship Type="http://schemas.openxmlformats.org/officeDocument/2006/relationships/slide" Target="/ppt/slides/slide1.xml" Id="R086324e04b5c4c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92587c7e5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bb5fdbd9c4790" /><Relationship Type="http://schemas.openxmlformats.org/officeDocument/2006/relationships/notesMaster" Target="/ppt/notesMasters/notesMaster1.xml" Id="Rc13e441f1549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El área esférica conecta distancia, intensidad y nivel.</a:t>
            </a:r>
          </a:p>
          <a:p xmlns:a="http://schemas.openxmlformats.org/drawingml/2006/main">
            <a:r>
              <a:t>Alt: Fuente con dos radios y cadena de cuatro pasos hasta la ley de diferencia de nivel.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5341e629445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4ae11abb44ed7" /><Relationship Type="http://schemas.openxmlformats.org/officeDocument/2006/relationships/slideLayout" Target="/ppt/slideLayouts/slideLayout1.xml" Id="R66741be0aa3c4b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741be0aa3c4b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23a40eff64e6a" /><Relationship Type="http://schemas.openxmlformats.org/officeDocument/2006/relationships/notesSlide" Target="/ppt/notesSlides/notesSlide1.xml" Id="R7551f3f950de48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rc-frame">
            <a:extLst xmlns:a="http://schemas.openxmlformats.org/drawingml/2006/main">
              <a:ext uri="{FF2B5EF4-FFF2-40B4-BE49-F238E27FC236}">
                <a16:creationId xmlns:a16="http://schemas.microsoft.com/office/drawing/2014/main" id="{F1752335-38DD-4F34-9F52-F8ED091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19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" name="r1-frame">
            <a:extLst xmlns:a="http://schemas.openxmlformats.org/drawingml/2006/main">
              <a:ext uri="{FF2B5EF4-FFF2-40B4-BE49-F238E27FC236}">
                <a16:creationId xmlns:a16="http://schemas.microsoft.com/office/drawing/2014/main" id="{CE351F3B-679D-4695-9FF7-B5B71699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2-frame">
            <a:extLst xmlns:a="http://schemas.openxmlformats.org/drawingml/2006/main">
              <a:ext uri="{FF2B5EF4-FFF2-40B4-BE49-F238E27FC236}">
                <a16:creationId xmlns:a16="http://schemas.microsoft.com/office/drawing/2014/main" id="{9484C151-40AB-4244-8B9C-BFE5DA1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095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step0-frame">
            <a:extLst xmlns:a="http://schemas.openxmlformats.org/drawingml/2006/main">
              <a:ext uri="{FF2B5EF4-FFF2-40B4-BE49-F238E27FC236}">
                <a16:creationId xmlns:a16="http://schemas.microsoft.com/office/drawing/2014/main" id="{4F7AF4B2-ECD5-431B-AB59-3153842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04875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step1-frame">
            <a:extLst xmlns:a="http://schemas.openxmlformats.org/drawingml/2006/main">
              <a:ext uri="{FF2B5EF4-FFF2-40B4-BE49-F238E27FC236}">
                <a16:creationId xmlns:a16="http://schemas.microsoft.com/office/drawing/2014/main" id="{C9356424-1A95-41CA-A1FD-96E4D09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ep2-frame">
            <a:extLst xmlns:a="http://schemas.openxmlformats.org/drawingml/2006/main">
              <a:ext uri="{FF2B5EF4-FFF2-40B4-BE49-F238E27FC236}">
                <a16:creationId xmlns:a16="http://schemas.microsoft.com/office/drawing/2014/main" id="{6F1DEA03-E314-417B-8E0B-27B28CE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3-frame">
            <a:extLst xmlns:a="http://schemas.openxmlformats.org/drawingml/2006/main">
              <a:ext uri="{FF2B5EF4-FFF2-40B4-BE49-F238E27FC236}">
                <a16:creationId xmlns:a16="http://schemas.microsoft.com/office/drawing/2014/main" id="{770BE252-3E99-4FDA-ABC4-4C3F8F48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667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U04-DG-016-edge-src-r1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2381250" y="2095500"/>
            <a:ext cx="571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U04-DG-016-edge-src-r2"/>
          <p:cNvCxnSpPr>
            <a:stCxn xmlns:a="http://schemas.openxmlformats.org/drawingml/2006/main" id="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381250" y="3048000"/>
            <a:ext cx="5715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U04-DG-016-edge-step0-step1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524875" y="1781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U04-DG-016-edge-step1-step2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524875" y="30670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U04-DG-016-edge-step2-step3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524875" y="43529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src-text">
            <a:extLst xmlns:a="http://schemas.openxmlformats.org/drawingml/2006/main">
              <a:ext uri="{FF2B5EF4-FFF2-40B4-BE49-F238E27FC236}">
                <a16:creationId xmlns:a16="http://schemas.microsoft.com/office/drawing/2014/main" id="{5C4887EB-49A6-46F9-BCEC-B4CE363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FUENTE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puntual</a:t>
            </a:r>
          </a:p>
        </p:txBody>
      </p:sp>
      <p:sp>
        <p:nvSpPr>
          <p:cNvPr id="14" name="r1-text">
            <a:extLst xmlns:a="http://schemas.openxmlformats.org/drawingml/2006/main">
              <a:ext uri="{FF2B5EF4-FFF2-40B4-BE49-F238E27FC236}">
                <a16:creationId xmlns:a16="http://schemas.microsoft.com/office/drawing/2014/main" id="{63B13BD6-19FB-4BE9-A6D2-265146C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Superficie 1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A₁=4πr₁²</a:t>
            </a:r>
          </a:p>
        </p:txBody>
      </p:sp>
      <p:sp>
        <p:nvSpPr>
          <p:cNvPr id="15" name="r2-text">
            <a:extLst xmlns:a="http://schemas.openxmlformats.org/drawingml/2006/main">
              <a:ext uri="{FF2B5EF4-FFF2-40B4-BE49-F238E27FC236}">
                <a16:creationId xmlns:a16="http://schemas.microsoft.com/office/drawing/2014/main" id="{21EB5A4B-C885-40B8-8FE7-A3C145DB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Superficie 2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A₂=4πr₂²</a:t>
            </a:r>
          </a:p>
        </p:txBody>
      </p:sp>
      <p:sp>
        <p:nvSpPr>
          <p:cNvPr id="16" name="step0-text">
            <a:extLst xmlns:a="http://schemas.openxmlformats.org/drawingml/2006/main">
              <a:ext uri="{FF2B5EF4-FFF2-40B4-BE49-F238E27FC236}">
                <a16:creationId xmlns:a16="http://schemas.microsoft.com/office/drawing/2014/main" id="{99891486-1952-48AF-9F97-C03DB0B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76325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1 · A ∝ r²</a:t>
            </a:r>
          </a:p>
        </p:txBody>
      </p:sp>
      <p:sp>
        <p:nvSpPr>
          <p:cNvPr id="17" name="step1-text">
            <a:extLst xmlns:a="http://schemas.openxmlformats.org/drawingml/2006/main">
              <a:ext uri="{FF2B5EF4-FFF2-40B4-BE49-F238E27FC236}">
                <a16:creationId xmlns:a16="http://schemas.microsoft.com/office/drawing/2014/main" id="{E3446C2B-EBA2-4982-B760-A21AB62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2 · I ∝ 1/r²</a:t>
            </a:r>
          </a:p>
        </p:txBody>
      </p:sp>
      <p:sp>
        <p:nvSpPr>
          <p:cNvPr id="18" name="step2-text">
            <a:extLst xmlns:a="http://schemas.openxmlformats.org/drawingml/2006/main">
              <a:ext uri="{FF2B5EF4-FFF2-40B4-BE49-F238E27FC236}">
                <a16:creationId xmlns:a16="http://schemas.microsoft.com/office/drawing/2014/main" id="{1E4358B0-5901-43FB-8329-803353A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3 · pᵣₘₛ ∝ 1/r</a:t>
            </a:r>
          </a:p>
        </p:txBody>
      </p:sp>
      <p:sp>
        <p:nvSpPr>
          <p:cNvPr id="19" name="step3-text">
            <a:extLst xmlns:a="http://schemas.openxmlformats.org/drawingml/2006/main">
              <a:ext uri="{FF2B5EF4-FFF2-40B4-BE49-F238E27FC236}">
                <a16:creationId xmlns:a16="http://schemas.microsoft.com/office/drawing/2014/main" id="{F3F705FE-AE2C-4AF9-9C3E-05382161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A2E"/>
                </a:solidFill>
              </a:defRPr>
            </a:pPr>
            <a:r>
              <a:rPr sz="2100" b="1">
                <a:solidFill>
                  <a:srgbClr val="242A2E"/>
                </a:solidFill>
              </a:rPr>
              <a:t>4 · ΔLₚ=20log₁₀(r₁/r₂)</a:t>
            </a:r>
          </a:p>
        </p:txBody>
      </p:sp>
      <p:sp>
        <p:nvSpPr>
          <p:cNvPr id="20" name="U04-DG-016-label-src-r1-text">
            <a:extLst xmlns:a="http://schemas.openxmlformats.org/drawingml/2006/main">
              <a:ext uri="{FF2B5EF4-FFF2-40B4-BE49-F238E27FC236}">
                <a16:creationId xmlns:a16="http://schemas.microsoft.com/office/drawing/2014/main" id="{A849CF19-B152-4A6F-8BCE-9890262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14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r₁</a:t>
            </a:r>
          </a:p>
        </p:txBody>
      </p:sp>
      <p:sp>
        <p:nvSpPr>
          <p:cNvPr id="21" name="U04-DG-016-label-src-r2-text">
            <a:extLst xmlns:a="http://schemas.openxmlformats.org/drawingml/2006/main">
              <a:ext uri="{FF2B5EF4-FFF2-40B4-BE49-F238E27FC236}">
                <a16:creationId xmlns:a16="http://schemas.microsoft.com/office/drawing/2014/main" id="{71E56029-810D-47F8-B592-5BEF9AD7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62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r₂</a:t>
            </a:r>
          </a:p>
        </p:txBody>
      </p:sp>
      <p:sp>
        <p:nvSpPr>
          <p:cNvPr id="22" name="U04-DG-016-scale-text">
            <a:extLst xmlns:a="http://schemas.openxmlformats.org/drawingml/2006/main">
              <a:ext uri="{FF2B5EF4-FFF2-40B4-BE49-F238E27FC236}">
                <a16:creationId xmlns:a16="http://schemas.microsoft.com/office/drawing/2014/main" id="{26C1737E-C65E-4549-B3D1-3A23E2F0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269413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2026-07-31T14:01:21.6490000Z</dcterms:created>
  <dcterms:modified xsi:type="dcterms:W3CDTF">2026-07-31T14:01:21.6490000Z</dcterms:modified>
</coreProperties>
</file>