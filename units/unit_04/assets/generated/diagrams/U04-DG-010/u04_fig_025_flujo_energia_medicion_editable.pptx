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3d35d60eb486b" /><Relationship Type="http://schemas.openxmlformats.org/officeDocument/2006/relationships/extended-properties" Target="/docProps/app.xml" Id="Ra80afd1ee37b4dfa" /><Relationship Type="http://schemas.openxmlformats.org/officeDocument/2006/relationships/officeDocument" Target="/ppt/presentation.xml" Id="R44e43c45f4c947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4bb07123d40d6"/>
  </p:sldMasterIdLst>
  <p:notesMasterIdLst>
    <p:notesMasterId xmlns:r="http://schemas.openxmlformats.org/officeDocument/2006/relationships" r:id="Rbd66265548d141df"/>
  </p:notesMasterIdLst>
  <p:sldIdLst>
    <p:sldId xmlns:r="http://schemas.openxmlformats.org/officeDocument/2006/relationships" id="256" r:id="Rd75ac6aedc4144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981cd20b414fcd" /><Relationship Type="http://schemas.openxmlformats.org/officeDocument/2006/relationships/slideMaster" Target="/ppt/slideMasters/slideMaster1.xml" Id="R06e4bb07123d40d6" /><Relationship Type="http://schemas.openxmlformats.org/officeDocument/2006/relationships/notesMaster" Target="/ppt/notesMasters/notesMaster1.xml" Id="Rbd66265548d141df" /><Relationship Type="http://schemas.openxmlformats.org/officeDocument/2006/relationships/presProps" Target="/ppt/presProps.xml" Id="R3e97ea81ef4541c9" /><Relationship Type="http://schemas.openxmlformats.org/officeDocument/2006/relationships/tableStyles" Target="/ppt/tableStyles.xml" Id="R7810ec6aaf714a00" /><Relationship Type="http://schemas.openxmlformats.org/officeDocument/2006/relationships/slide" Target="/ppt/slides/slide1.xml" Id="Rd75ac6aedc4144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75ec2553d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46b9adcf94509" /><Relationship Type="http://schemas.openxmlformats.org/officeDocument/2006/relationships/notesMaster" Target="/ppt/notesMasters/notesMaster1.xml" Id="R66c3f14b677c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 y 4.12.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Área y tiempo conectan intensidad, potencia y energía.</a:t>
            </a:r>
          </a:p>
          <a:p xmlns:a="http://schemas.openxmlformats.org/drawingml/2006/main">
            <a:r>
              <a:t>Alt: Cadena I por superficie igual potencia y potencia por tiempo igual energía, con unidades bajo cada magnitud.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3c0d5c61a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235c07fa14534" /><Relationship Type="http://schemas.openxmlformats.org/officeDocument/2006/relationships/slideLayout" Target="/ppt/slideLayouts/slideLayout1.xml" Id="R637ef9276b95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ef9276b95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0643431054ad3" /><Relationship Type="http://schemas.openxmlformats.org/officeDocument/2006/relationships/notesSlide" Target="/ppt/notesSlides/notesSlide1.xml" Id="R5c1e9b5a0fb840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U04-DG-010-N1-frame">
            <a:extLst xmlns:a="http://schemas.openxmlformats.org/drawingml/2006/main">
              <a:ext uri="{FF2B5EF4-FFF2-40B4-BE49-F238E27FC236}">
                <a16:creationId xmlns:a16="http://schemas.microsoft.com/office/drawing/2014/main" id="{122B0EBB-71DA-4803-8F81-CBFBEDA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0-N2-frame">
            <a:extLst xmlns:a="http://schemas.openxmlformats.org/drawingml/2006/main">
              <a:ext uri="{FF2B5EF4-FFF2-40B4-BE49-F238E27FC236}">
                <a16:creationId xmlns:a16="http://schemas.microsoft.com/office/drawing/2014/main" id="{95FC999A-CE0F-4090-9E3A-58667E6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0-N3-frame">
            <a:extLst xmlns:a="http://schemas.openxmlformats.org/drawingml/2006/main">
              <a:ext uri="{FF2B5EF4-FFF2-40B4-BE49-F238E27FC236}">
                <a16:creationId xmlns:a16="http://schemas.microsoft.com/office/drawing/2014/main" id="{7DFC3D51-0741-4A2A-B9D0-6102247E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10-N4-frame">
            <a:extLst xmlns:a="http://schemas.openxmlformats.org/drawingml/2006/main">
              <a:ext uri="{FF2B5EF4-FFF2-40B4-BE49-F238E27FC236}">
                <a16:creationId xmlns:a16="http://schemas.microsoft.com/office/drawing/2014/main" id="{0CF932EB-B083-4A45-816E-FB3CDF5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10-N5-frame">
            <a:extLst xmlns:a="http://schemas.openxmlformats.org/drawingml/2006/main">
              <a:ext uri="{FF2B5EF4-FFF2-40B4-BE49-F238E27FC236}">
                <a16:creationId xmlns:a16="http://schemas.microsoft.com/office/drawing/2014/main" id="{C94FB29D-11EB-4A50-84CB-5C21D63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24" name="U04-DG-010-edge-U04-DG-010-N1-U04-DG-010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571750" y="3000375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10-edge-U04-DG-010-N2-U04-DG-010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786313" y="3000375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10-edge-U04-DG-010-N3-U04-DG-010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00875" y="3000375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10-edge-U04-DG-010-N4-U04-DG-010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215438" y="3000375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U04-DG-010-N1-text">
            <a:extLst xmlns:a="http://schemas.openxmlformats.org/drawingml/2006/main">
              <a:ext uri="{FF2B5EF4-FFF2-40B4-BE49-F238E27FC236}">
                <a16:creationId xmlns:a16="http://schemas.microsoft.com/office/drawing/2014/main" id="{8F439F6C-87D9-4BF7-B55F-EF249DC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Intensidad I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W/m²</a:t>
            </a:r>
          </a:p>
        </p:txBody>
      </p:sp>
      <p:sp>
        <p:nvSpPr>
          <p:cNvPr id="11" name="U04-DG-010-N2-text">
            <a:extLst xmlns:a="http://schemas.openxmlformats.org/drawingml/2006/main">
              <a:ext uri="{FF2B5EF4-FFF2-40B4-BE49-F238E27FC236}">
                <a16:creationId xmlns:a16="http://schemas.microsoft.com/office/drawing/2014/main" id="{F5489650-7717-425F-A27A-5FF82DCD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m²</a:t>
            </a:r>
          </a:p>
        </p:txBody>
      </p:sp>
      <p:sp>
        <p:nvSpPr>
          <p:cNvPr id="12" name="U04-DG-010-N3-text">
            <a:extLst xmlns:a="http://schemas.openxmlformats.org/drawingml/2006/main">
              <a:ext uri="{FF2B5EF4-FFF2-40B4-BE49-F238E27FC236}">
                <a16:creationId xmlns:a16="http://schemas.microsoft.com/office/drawing/2014/main" id="{B7C25A72-7F9E-4D46-97DD-F0AE4E03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Potencia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W_ac (W)</a:t>
            </a:r>
          </a:p>
        </p:txBody>
      </p:sp>
      <p:sp>
        <p:nvSpPr>
          <p:cNvPr id="13" name="U04-DG-010-N4-text">
            <a:extLst xmlns:a="http://schemas.openxmlformats.org/drawingml/2006/main">
              <a:ext uri="{FF2B5EF4-FFF2-40B4-BE49-F238E27FC236}">
                <a16:creationId xmlns:a16="http://schemas.microsoft.com/office/drawing/2014/main" id="{257D2873-1762-4717-BD32-C91D7C4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Intervalo Δt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</a:t>
            </a:r>
          </a:p>
        </p:txBody>
      </p:sp>
      <p:sp>
        <p:nvSpPr>
          <p:cNvPr id="14" name="U04-DG-010-N5-text">
            <a:extLst xmlns:a="http://schemas.openxmlformats.org/drawingml/2006/main">
              <a:ext uri="{FF2B5EF4-FFF2-40B4-BE49-F238E27FC236}">
                <a16:creationId xmlns:a16="http://schemas.microsoft.com/office/drawing/2014/main" id="{A87EF92F-993B-4E91-9B3C-BDD24455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Energía E_ac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J</a:t>
            </a:r>
          </a:p>
        </p:txBody>
      </p:sp>
      <p:sp>
        <p:nvSpPr>
          <p:cNvPr id="15" name="U04-DG-010-label-U04-DG-010-N1-U04-DG-010-N2-text">
            <a:extLst xmlns:a="http://schemas.openxmlformats.org/drawingml/2006/main">
              <a:ext uri="{FF2B5EF4-FFF2-40B4-BE49-F238E27FC236}">
                <a16:creationId xmlns:a16="http://schemas.microsoft.com/office/drawing/2014/main" id="{148521C7-7E5D-40C7-9DC1-B85C99F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543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× S</a:t>
            </a:r>
          </a:p>
        </p:txBody>
      </p:sp>
      <p:sp>
        <p:nvSpPr>
          <p:cNvPr id="16" name="U04-DG-010-label-U04-DG-010-N3-U04-DG-010-N4-text">
            <a:extLst xmlns:a="http://schemas.openxmlformats.org/drawingml/2006/main">
              <a:ext uri="{FF2B5EF4-FFF2-40B4-BE49-F238E27FC236}">
                <a16:creationId xmlns:a16="http://schemas.microsoft.com/office/drawing/2014/main" id="{FE69FEFB-52B7-49A2-9C7C-4354C16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656" y="2543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× Δt</a:t>
            </a:r>
          </a:p>
        </p:txBody>
      </p:sp>
      <p:sp>
        <p:nvSpPr>
          <p:cNvPr id="17" name="eq1-text">
            <a:extLst xmlns:a="http://schemas.openxmlformats.org/drawingml/2006/main">
              <a:ext uri="{FF2B5EF4-FFF2-40B4-BE49-F238E27FC236}">
                <a16:creationId xmlns:a16="http://schemas.microsoft.com/office/drawing/2014/main" id="{F4E5C32A-47C5-429F-8FDF-46730F2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W_ac = I·S</a:t>
            </a:r>
          </a:p>
        </p:txBody>
      </p:sp>
      <p:sp>
        <p:nvSpPr>
          <p:cNvPr id="18" name="eq2-text">
            <a:extLst xmlns:a="http://schemas.openxmlformats.org/drawingml/2006/main">
              <a:ext uri="{FF2B5EF4-FFF2-40B4-BE49-F238E27FC236}">
                <a16:creationId xmlns:a16="http://schemas.microsoft.com/office/drawing/2014/main" id="{A879B8B5-44C6-43D8-BA77-95239CF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E_ac = W_ac·Δt</a:t>
            </a:r>
          </a:p>
        </p:txBody>
      </p:sp>
    </p:spTree>
    <p:extLst>
      <p:ext uri="{BB962C8B-B14F-4D97-AF65-F5344CB8AC3E}">
        <p14:creationId xmlns:p14="http://schemas.microsoft.com/office/powerpoint/2010/main" val="111723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2026-07-31T14:01:17.2910000Z</dcterms:created>
  <dcterms:modified xsi:type="dcterms:W3CDTF">2026-07-31T14:01:17.2910000Z</dcterms:modified>
</coreProperties>
</file>