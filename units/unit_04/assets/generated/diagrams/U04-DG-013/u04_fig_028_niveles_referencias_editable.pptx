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71a452fda4621" /><Relationship Type="http://schemas.openxmlformats.org/officeDocument/2006/relationships/extended-properties" Target="/docProps/app.xml" Id="Ra619f550c5be414d" /><Relationship Type="http://schemas.openxmlformats.org/officeDocument/2006/relationships/officeDocument" Target="/ppt/presentation.xml" Id="Ra440824b7063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61af15f5174e09"/>
  </p:sldMasterIdLst>
  <p:notesMasterIdLst>
    <p:notesMasterId xmlns:r="http://schemas.openxmlformats.org/officeDocument/2006/relationships" r:id="R163063f259114487"/>
  </p:notesMasterIdLst>
  <p:sldIdLst>
    <p:sldId xmlns:r="http://schemas.openxmlformats.org/officeDocument/2006/relationships" id="256" r:id="R4d043f2c96a44d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dd560727364cff" /><Relationship Type="http://schemas.openxmlformats.org/officeDocument/2006/relationships/slideMaster" Target="/ppt/slideMasters/slideMaster1.xml" Id="Rd661af15f5174e09" /><Relationship Type="http://schemas.openxmlformats.org/officeDocument/2006/relationships/notesMaster" Target="/ppt/notesMasters/notesMaster1.xml" Id="R163063f259114487" /><Relationship Type="http://schemas.openxmlformats.org/officeDocument/2006/relationships/presProps" Target="/ppt/presProps.xml" Id="R99aeecaa5e004693" /><Relationship Type="http://schemas.openxmlformats.org/officeDocument/2006/relationships/tableStyles" Target="/ppt/tableStyles.xml" Id="R4dd3d2c9f3724808" /><Relationship Type="http://schemas.openxmlformats.org/officeDocument/2006/relationships/slide" Target="/ppt/slides/slide1.xml" Id="R4d043f2c96a4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7ddd924cc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f3c68a03d478e" /><Relationship Type="http://schemas.openxmlformats.org/officeDocument/2006/relationships/notesMaster" Target="/ppt/notesMasters/notesMaster1.xml" Id="R9873a4852e9e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4.7.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Todo nivel necesita magnitud, referencia y condiciones.</a:t>
            </a:r>
          </a:p>
          <a:p xmlns:a="http://schemas.openxmlformats.org/drawingml/2006/main">
            <a:r>
              <a:t>Alt: Tres niveles L p, L I y L W convergen en el criterio magnitud sobre referencia, seguido del contraste SPL, HL y sonoridad.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3e619b8964b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6a1d13884b4d8b" /><Relationship Type="http://schemas.openxmlformats.org/officeDocument/2006/relationships/slideLayout" Target="/ppt/slideLayouts/slideLayout1.xml" Id="R2fc5848466a240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5848466a240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4f8e2658d46e5" /><Relationship Type="http://schemas.openxmlformats.org/officeDocument/2006/relationships/notesSlide" Target="/ppt/notesSlides/notesSlide1.xml" Id="Rd3f2eada371a42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-frame">
            <a:extLst xmlns:a="http://schemas.openxmlformats.org/drawingml/2006/main">
              <a:ext uri="{FF2B5EF4-FFF2-40B4-BE49-F238E27FC236}">
                <a16:creationId xmlns:a16="http://schemas.microsoft.com/office/drawing/2014/main" id="{69F51AD0-E9E5-4777-B535-54C8D057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3143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l1-frame">
            <a:extLst xmlns:a="http://schemas.openxmlformats.org/drawingml/2006/main">
              <a:ext uri="{FF2B5EF4-FFF2-40B4-BE49-F238E27FC236}">
                <a16:creationId xmlns:a16="http://schemas.microsoft.com/office/drawing/2014/main" id="{AD3D1D37-4A56-4F6A-858D-7CE858C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3143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l2-frame">
            <a:extLst xmlns:a="http://schemas.openxmlformats.org/drawingml/2006/main">
              <a:ext uri="{FF2B5EF4-FFF2-40B4-BE49-F238E27FC236}">
                <a16:creationId xmlns:a16="http://schemas.microsoft.com/office/drawing/2014/main" id="{CAF13470-C6D8-4487-8545-D8A614C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85875"/>
            <a:ext cx="31432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4" name="rule-frame">
            <a:extLst xmlns:a="http://schemas.openxmlformats.org/drawingml/2006/main">
              <a:ext uri="{FF2B5EF4-FFF2-40B4-BE49-F238E27FC236}">
                <a16:creationId xmlns:a16="http://schemas.microsoft.com/office/drawing/2014/main" id="{CD8931DE-35B2-4D61-B6EB-8A91A19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57150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17" name="U04-DG-013-edge-l0-rule"/>
          <p:cNvCxnSpPr>
            <a:stCxn xmlns:a="http://schemas.openxmlformats.org/drawingml/2006/main" id="1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381250" y="2714625"/>
            <a:ext cx="37147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" name="U04-DG-013-edge-l1-rule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714625"/>
            <a:ext cx="14287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" name="U04-DG-013-edge-l2-rule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714625"/>
            <a:ext cx="4000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4D14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l0-text">
            <a:extLst xmlns:a="http://schemas.openxmlformats.org/drawingml/2006/main">
              <a:ext uri="{FF2B5EF4-FFF2-40B4-BE49-F238E27FC236}">
                <a16:creationId xmlns:a16="http://schemas.microsoft.com/office/drawing/2014/main" id="{21E2FF57-08F0-4D51-BB2C-6737EF8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57325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Lₚ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presión / p_ref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20 log₁₀</a:t>
            </a:r>
          </a:p>
        </p:txBody>
      </p:sp>
      <p:sp>
        <p:nvSpPr>
          <p:cNvPr id="9" name="l1-text">
            <a:extLst xmlns:a="http://schemas.openxmlformats.org/drawingml/2006/main">
              <a:ext uri="{FF2B5EF4-FFF2-40B4-BE49-F238E27FC236}">
                <a16:creationId xmlns:a16="http://schemas.microsoft.com/office/drawing/2014/main" id="{6E5398C9-7BE4-400B-B082-C29D34B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57325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Lᵢ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intensidad / I_ref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10 log₁₀</a:t>
            </a:r>
          </a:p>
        </p:txBody>
      </p:sp>
      <p:sp>
        <p:nvSpPr>
          <p:cNvPr id="10" name="l2-text">
            <a:extLst xmlns:a="http://schemas.openxmlformats.org/drawingml/2006/main">
              <a:ext uri="{FF2B5EF4-FFF2-40B4-BE49-F238E27FC236}">
                <a16:creationId xmlns:a16="http://schemas.microsoft.com/office/drawing/2014/main" id="{772DA2BF-B5DF-4A55-A37E-06B28089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457325"/>
            <a:ext cx="2800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L_W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potencia / W_ref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10 log₁₀</a:t>
            </a:r>
          </a:p>
        </p:txBody>
      </p:sp>
      <p:sp>
        <p:nvSpPr>
          <p:cNvPr id="11" name="rule-text">
            <a:extLst xmlns:a="http://schemas.openxmlformats.org/drawingml/2006/main">
              <a:ext uri="{FF2B5EF4-FFF2-40B4-BE49-F238E27FC236}">
                <a16:creationId xmlns:a16="http://schemas.microsoft.com/office/drawing/2014/main" id="{79195DDB-E278-483F-8A53-C8C0BFCB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5372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RAZÓN ADIMENSIONAL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magnitud y referencia de la misma clase</a:t>
            </a:r>
          </a:p>
        </p:txBody>
      </p:sp>
      <p:sp>
        <p:nvSpPr>
          <p:cNvPr id="12" name="compare-text">
            <a:extLst xmlns:a="http://schemas.openxmlformats.org/drawingml/2006/main">
              <a:ext uri="{FF2B5EF4-FFF2-40B4-BE49-F238E27FC236}">
                <a16:creationId xmlns:a16="http://schemas.microsoft.com/office/drawing/2014/main" id="{860D40B3-7E20-4464-B6B4-D234724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911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F541A"/>
                </a:solidFill>
              </a:defRPr>
            </a:pPr>
            <a:r>
              <a:rPr sz="2100" b="1">
                <a:solidFill>
                  <a:srgbClr val="9F541A"/>
                </a:solidFill>
              </a:rPr>
              <a:t>dB SPL ≠ dB HL ≠ sonoridad</a:t>
            </a:r>
          </a:p>
        </p:txBody>
      </p:sp>
    </p:spTree>
    <p:extLst>
      <p:ext uri="{BB962C8B-B14F-4D97-AF65-F5344CB8AC3E}">
        <p14:creationId xmlns:p14="http://schemas.microsoft.com/office/powerpoint/2010/main" val="1558979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2026-07-31T14:01:19.3210000Z</dcterms:created>
  <dcterms:modified xsi:type="dcterms:W3CDTF">2026-07-31T14:01:19.3210000Z</dcterms:modified>
</coreProperties>
</file>