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7f7418cf024519" /><Relationship Type="http://schemas.openxmlformats.org/officeDocument/2006/relationships/extended-properties" Target="/docProps/app.xml" Id="R8161a6f1246843fe" /><Relationship Type="http://schemas.openxmlformats.org/officeDocument/2006/relationships/officeDocument" Target="/ppt/presentation.xml" Id="R8c0272f5fc5643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d870ccf2c84e7b"/>
  </p:sldMasterIdLst>
  <p:notesMasterIdLst>
    <p:notesMasterId xmlns:r="http://schemas.openxmlformats.org/officeDocument/2006/relationships" r:id="Rf3f36ddb5ce04571"/>
  </p:notesMasterIdLst>
  <p:sldIdLst>
    <p:sldId xmlns:r="http://schemas.openxmlformats.org/officeDocument/2006/relationships" id="256" r:id="R719b6dc666714e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cd882492e4478f" /><Relationship Type="http://schemas.openxmlformats.org/officeDocument/2006/relationships/slideMaster" Target="/ppt/slideMasters/slideMaster1.xml" Id="Re1d870ccf2c84e7b" /><Relationship Type="http://schemas.openxmlformats.org/officeDocument/2006/relationships/notesMaster" Target="/ppt/notesMasters/notesMaster1.xml" Id="Rf3f36ddb5ce04571" /><Relationship Type="http://schemas.openxmlformats.org/officeDocument/2006/relationships/presProps" Target="/ppt/presProps.xml" Id="Re16b8cb0ed2849bb" /><Relationship Type="http://schemas.openxmlformats.org/officeDocument/2006/relationships/tableStyles" Target="/ppt/tableStyles.xml" Id="Rdd04f42af2db4c22" /><Relationship Type="http://schemas.openxmlformats.org/officeDocument/2006/relationships/slide" Target="/ppt/slides/slide1.xml" Id="R719b6dc666714e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260e8718a84a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a052422e2b4052" /><Relationship Type="http://schemas.openxmlformats.org/officeDocument/2006/relationships/notesMaster" Target="/ppt/notesMasters/notesMaster1.xml" Id="Ra4b039ec8a4848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Storyboard U04-004/011/058.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Caption: Prerrequisitos, mecanismos y control RMS se muestran como ayudas breves.</a:t>
            </a:r>
          </a:p>
          <a:p xmlns:a="http://schemas.openxmlformats.org/drawingml/2006/main">
            <a:r>
              <a:t>Alt: Tres microvisuales independientes: prerrequisitos, mecanismos de generación y checklist 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0dc4bf26eb44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e700181eb64878" /><Relationship Type="http://schemas.openxmlformats.org/officeDocument/2006/relationships/slideLayout" Target="/ppt/slideLayouts/slideLayout1.xml" Id="Rdf2b4ebd927b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2b4ebd927b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53f0643114006" /><Relationship Type="http://schemas.openxmlformats.org/officeDocument/2006/relationships/notesSlide" Target="/ppt/notesSlides/notesSlide1.xml" Id="R91ca1b941c6840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re-frame">
            <a:extLst xmlns:a="http://schemas.openxmlformats.org/drawingml/2006/main">
              <a:ext uri="{FF2B5EF4-FFF2-40B4-BE49-F238E27FC236}">
                <a16:creationId xmlns:a16="http://schemas.microsoft.com/office/drawing/2014/main" id="{593C1B05-5D69-42C4-9C95-8F4DF2A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47750"/>
            <a:ext cx="3429000" cy="46672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2" name="gen-frame">
            <a:extLst xmlns:a="http://schemas.openxmlformats.org/drawingml/2006/main">
              <a:ext uri="{FF2B5EF4-FFF2-40B4-BE49-F238E27FC236}">
                <a16:creationId xmlns:a16="http://schemas.microsoft.com/office/drawing/2014/main" id="{65756A7B-5382-4857-9112-C9FD10E7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47750"/>
            <a:ext cx="3429000" cy="46672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3" name="rms-frame">
            <a:extLst xmlns:a="http://schemas.openxmlformats.org/drawingml/2006/main">
              <a:ext uri="{FF2B5EF4-FFF2-40B4-BE49-F238E27FC236}">
                <a16:creationId xmlns:a16="http://schemas.microsoft.com/office/drawing/2014/main" id="{52D55F88-6351-4C42-8EA6-DB7CEF39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47750"/>
            <a:ext cx="3429000" cy="466725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4" name="pre-text">
            <a:extLst xmlns:a="http://schemas.openxmlformats.org/drawingml/2006/main">
              <a:ext uri="{FF2B5EF4-FFF2-40B4-BE49-F238E27FC236}">
                <a16:creationId xmlns:a16="http://schemas.microsoft.com/office/drawing/2014/main" id="{2AB71F21-220F-4F8F-AF74-EACBE41B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19200"/>
            <a:ext cx="30861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PRERREQUISITOS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Pa · W · J · m/s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c=λf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fase y superposición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razones y logaritmos</a:t>
            </a:r>
          </a:p>
        </p:txBody>
      </p:sp>
      <p:sp>
        <p:nvSpPr>
          <p:cNvPr id="5" name="gen-text">
            <a:extLst xmlns:a="http://schemas.openxmlformats.org/drawingml/2006/main">
              <a:ext uri="{FF2B5EF4-FFF2-40B4-BE49-F238E27FC236}">
                <a16:creationId xmlns:a16="http://schemas.microsoft.com/office/drawing/2014/main" id="{853904AC-0366-4A23-87B9-2510892C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219200"/>
            <a:ext cx="30861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MECANISMOS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membrana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cuerda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pliegues vocales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columna de aire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turbulencia</a:t>
            </a:r>
          </a:p>
        </p:txBody>
      </p:sp>
      <p:sp>
        <p:nvSpPr>
          <p:cNvPr id="6" name="rms-text">
            <a:extLst xmlns:a="http://schemas.openxmlformats.org/drawingml/2006/main">
              <a:ext uri="{FF2B5EF4-FFF2-40B4-BE49-F238E27FC236}">
                <a16:creationId xmlns:a16="http://schemas.microsoft.com/office/drawing/2014/main" id="{D163EA73-7481-4CEE-94B9-902D63AA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19200"/>
            <a:ext cx="30861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CHECKLIST RMS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señal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ventana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operación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unidad</a:t>
            </a:r>
          </a:p>
          <a:p xmlns:a="http://schemas.openxmlformats.org/drawingml/2006/main">
            <a:pPr algn="ctr">
              <a:defRPr sz="1725" b="0">
                <a:solidFill>
                  <a:srgbClr val="242A2E"/>
                </a:solidFill>
              </a:defRPr>
            </a:pPr>
            <a:r>
              <a:rPr sz="1725" b="0">
                <a:solidFill>
                  <a:srgbClr val="242A2E"/>
                </a:solidFill>
              </a:rPr>
              <a:t>¿es senoide?</a:t>
            </a:r>
          </a:p>
        </p:txBody>
      </p:sp>
    </p:spTree>
    <p:extLst>
      <p:ext uri="{BB962C8B-B14F-4D97-AF65-F5344CB8AC3E}">
        <p14:creationId xmlns:p14="http://schemas.microsoft.com/office/powerpoint/2010/main" val="1975880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2026-07-31T14:01:25.8500000Z</dcterms:created>
  <dcterms:modified xsi:type="dcterms:W3CDTF">2026-07-31T14:01:25.8500000Z</dcterms:modified>
</coreProperties>
</file>