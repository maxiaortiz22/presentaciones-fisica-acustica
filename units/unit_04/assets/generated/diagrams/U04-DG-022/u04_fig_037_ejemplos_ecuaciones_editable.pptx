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70ef07ce5f5486b" /><Relationship Type="http://schemas.openxmlformats.org/officeDocument/2006/relationships/extended-properties" Target="/docProps/app.xml" Id="R1c003a221d164c68" /><Relationship Type="http://schemas.openxmlformats.org/officeDocument/2006/relationships/officeDocument" Target="/ppt/presentation.xml" Id="R61529e89c691408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e10c82c4ba34c7a"/>
  </p:sldMasterIdLst>
  <p:notesMasterIdLst>
    <p:notesMasterId xmlns:r="http://schemas.openxmlformats.org/officeDocument/2006/relationships" r:id="Rcc15c3c8e5f74aa4"/>
  </p:notesMasterIdLst>
  <p:sldIdLst>
    <p:sldId xmlns:r="http://schemas.openxmlformats.org/officeDocument/2006/relationships" id="256" r:id="Rf9fc248a5fb04fc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5c7c2bfa6d54e4e" /><Relationship Type="http://schemas.openxmlformats.org/officeDocument/2006/relationships/slideMaster" Target="/ppt/slideMasters/slideMaster1.xml" Id="Rae10c82c4ba34c7a" /><Relationship Type="http://schemas.openxmlformats.org/officeDocument/2006/relationships/notesMaster" Target="/ppt/notesMasters/notesMaster1.xml" Id="Rcc15c3c8e5f74aa4" /><Relationship Type="http://schemas.openxmlformats.org/officeDocument/2006/relationships/presProps" Target="/ppt/presProps.xml" Id="R46148a66bd894801" /><Relationship Type="http://schemas.openxmlformats.org/officeDocument/2006/relationships/tableStyles" Target="/ppt/tableStyles.xml" Id="Re1cbea93bbf34229" /><Relationship Type="http://schemas.openxmlformats.org/officeDocument/2006/relationships/slide" Target="/ppt/slides/slide1.xml" Id="Rf9fc248a5fb04fc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dda80d4ceae4d2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0deb0c34b254d5d" /><Relationship Type="http://schemas.openxmlformats.org/officeDocument/2006/relationships/notesMaster" Target="/ppt/notesMasters/notesMaster1.xml" Id="R5b6bd5faa377472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TEX 4.5–4.10 y storyboard U04-039/110/120.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Caption: Un ejemplo correcto explicita datos, relación, cálculo y verificación.</a:t>
            </a:r>
          </a:p>
          <a:p xmlns:a="http://schemas.openxmlformats.org/drawingml/2006/main">
            <a:r>
              <a:t>Alt: Cuatro pasos numerados con ecuaciones y control de unidades.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f3fcee8d4c4b3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75a3993990e41d8" /><Relationship Type="http://schemas.openxmlformats.org/officeDocument/2006/relationships/slideLayout" Target="/ppt/slideLayouts/slideLayout1.xml" Id="Rb6783b79ce18480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6783b79ce18480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ccd98da2914ade" /><Relationship Type="http://schemas.openxmlformats.org/officeDocument/2006/relationships/notesSlide" Target="/ppt/notesSlides/notesSlide1.xml" Id="Re4290500311147f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U04-DG-022-N1-frame">
            <a:extLst xmlns:a="http://schemas.openxmlformats.org/drawingml/2006/main">
              <a:ext uri="{FF2B5EF4-FFF2-40B4-BE49-F238E27FC236}">
                <a16:creationId xmlns:a16="http://schemas.microsoft.com/office/drawing/2014/main" id="{E1F5968A-ACA3-429D-99FD-C14E54009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228600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2" name="U04-DG-022-N2-frame">
            <a:extLst xmlns:a="http://schemas.openxmlformats.org/drawingml/2006/main">
              <a:ext uri="{FF2B5EF4-FFF2-40B4-BE49-F238E27FC236}">
                <a16:creationId xmlns:a16="http://schemas.microsoft.com/office/drawing/2014/main" id="{BAABCCA6-E0F0-4938-8BE9-01B782706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0" y="2095500"/>
            <a:ext cx="228600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BF8F2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3" name="U04-DG-022-N3-frame">
            <a:extLst xmlns:a="http://schemas.openxmlformats.org/drawingml/2006/main">
              <a:ext uri="{FF2B5EF4-FFF2-40B4-BE49-F238E27FC236}">
                <a16:creationId xmlns:a16="http://schemas.microsoft.com/office/drawing/2014/main" id="{ACA76893-066A-4D7B-B697-B01348C00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0" y="2095500"/>
            <a:ext cx="228600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4" name="U04-DG-022-N4-frame">
            <a:extLst xmlns:a="http://schemas.openxmlformats.org/drawingml/2006/main">
              <a:ext uri="{FF2B5EF4-FFF2-40B4-BE49-F238E27FC236}">
                <a16:creationId xmlns:a16="http://schemas.microsoft.com/office/drawing/2014/main" id="{E66F793F-FC72-41E6-AFB3-9C0565636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95500"/>
            <a:ext cx="228600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BF8F2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cxnSp>
        <p:nvCxnSpPr>
          <p:cNvPr id="20" name="U04-DG-022-edge-U04-DG-022-N1-U04-DG-022-N2"/>
          <p:cNvCxnSpPr>
            <a:stCxn xmlns:a="http://schemas.openxmlformats.org/drawingml/2006/main" id="1" idx="3"/>
            <a:endCxn xmlns:a="http://schemas.openxmlformats.org/drawingml/2006/main" id="2" idx="1"/>
          </p:cNvCxnSpPr>
          <p:nvPr/>
        </p:nvCxnSpPr>
        <p:spPr>
          <a:xfrm xmlns:a="http://schemas.openxmlformats.org/drawingml/2006/main">
            <a:off x="3048000" y="2786063"/>
            <a:ext cx="5080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69FA7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1" name="U04-DG-022-edge-U04-DG-022-N2-U04-DG-022-N3"/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5842000" y="2786063"/>
            <a:ext cx="5080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69FA7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2" name="U04-DG-022-edge-U04-DG-022-N3-U04-DG-022-N4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8636000" y="2786063"/>
            <a:ext cx="5080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69FA7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8" name="U04-DG-022-N1-text">
            <a:extLst xmlns:a="http://schemas.openxmlformats.org/drawingml/2006/main">
              <a:ext uri="{FF2B5EF4-FFF2-40B4-BE49-F238E27FC236}">
                <a16:creationId xmlns:a16="http://schemas.microsoft.com/office/drawing/2014/main" id="{ACF52C90-7DC2-4471-BEBA-6E9011699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66950"/>
            <a:ext cx="1943100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1 · DATOS</a:t>
            </a:r>
          </a:p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0,20 Pa RMS</a:t>
            </a:r>
          </a:p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Z₀=400 Pa·s/m</a:t>
            </a:r>
          </a:p>
        </p:txBody>
      </p:sp>
      <p:sp>
        <p:nvSpPr>
          <p:cNvPr id="9" name="U04-DG-022-N2-text">
            <a:extLst xmlns:a="http://schemas.openxmlformats.org/drawingml/2006/main">
              <a:ext uri="{FF2B5EF4-FFF2-40B4-BE49-F238E27FC236}">
                <a16:creationId xmlns:a16="http://schemas.microsoft.com/office/drawing/2014/main" id="{988316B6-EE8D-421C-90AF-8F849908B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7450" y="2266950"/>
            <a:ext cx="1943100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2 · RELACIÓN</a:t>
            </a:r>
          </a:p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uᵣₘₛ = pᵣₘₛ/Z₀</a:t>
            </a:r>
          </a:p>
        </p:txBody>
      </p:sp>
      <p:sp>
        <p:nvSpPr>
          <p:cNvPr id="10" name="U04-DG-022-N3-text">
            <a:extLst xmlns:a="http://schemas.openxmlformats.org/drawingml/2006/main">
              <a:ext uri="{FF2B5EF4-FFF2-40B4-BE49-F238E27FC236}">
                <a16:creationId xmlns:a16="http://schemas.microsoft.com/office/drawing/2014/main" id="{8AE06F08-4BD9-462C-8730-9682AC540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1450" y="2266950"/>
            <a:ext cx="1943100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3 · CÁLCULO</a:t>
            </a:r>
          </a:p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5,0×10⁻⁴ m/s</a:t>
            </a:r>
          </a:p>
        </p:txBody>
      </p:sp>
      <p:sp>
        <p:nvSpPr>
          <p:cNvPr id="11" name="U04-DG-022-N4-text">
            <a:extLst xmlns:a="http://schemas.openxmlformats.org/drawingml/2006/main">
              <a:ext uri="{FF2B5EF4-FFF2-40B4-BE49-F238E27FC236}">
                <a16:creationId xmlns:a16="http://schemas.microsoft.com/office/drawing/2014/main" id="{1E81C0A7-8B95-47D8-958D-D7BDD2F4B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266950"/>
            <a:ext cx="1943100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4 · VERIFICAR</a:t>
            </a:r>
          </a:p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unidad y</a:t>
            </a:r>
          </a:p>
          <a:p xmlns:a="http://schemas.openxmlformats.org/drawingml/2006/main">
            <a:pPr algn="ctr">
              <a:defRPr sz="1800" b="0">
                <a:solidFill>
                  <a:srgbClr val="242A2E"/>
                </a:solidFill>
              </a:defRPr>
            </a:pPr>
            <a:r>
              <a:rPr sz="1800" b="0">
                <a:solidFill>
                  <a:srgbClr val="242A2E"/>
                </a:solidFill>
              </a:rPr>
              <a:t>condición</a:t>
            </a:r>
          </a:p>
        </p:txBody>
      </p:sp>
      <p:sp>
        <p:nvSpPr>
          <p:cNvPr id="12" name="U04-DG-022-label-U04-DG-022-N1-U04-DG-022-N2-text">
            <a:extLst xmlns:a="http://schemas.openxmlformats.org/drawingml/2006/main">
              <a:ext uri="{FF2B5EF4-FFF2-40B4-BE49-F238E27FC236}">
                <a16:creationId xmlns:a16="http://schemas.microsoft.com/office/drawing/2014/main" id="{EEDDE5B9-9D0A-4ACC-81CC-3DB4D1ED6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2375" y="2328863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969FA7"/>
                </a:solidFill>
              </a:defRPr>
            </a:pPr>
            <a:r>
              <a:rPr sz="1575" b="1">
                <a:solidFill>
                  <a:srgbClr val="969FA7"/>
                </a:solidFill>
              </a:rPr>
              <a:t>elegir</a:t>
            </a:r>
          </a:p>
        </p:txBody>
      </p:sp>
      <p:sp>
        <p:nvSpPr>
          <p:cNvPr id="13" name="U04-DG-022-label-U04-DG-022-N2-U04-DG-022-N3-text">
            <a:extLst xmlns:a="http://schemas.openxmlformats.org/drawingml/2006/main">
              <a:ext uri="{FF2B5EF4-FFF2-40B4-BE49-F238E27FC236}">
                <a16:creationId xmlns:a16="http://schemas.microsoft.com/office/drawing/2014/main" id="{5B22E97D-0BB7-4BD7-9D1F-CDC244142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328863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969FA7"/>
                </a:solidFill>
              </a:defRPr>
            </a:pPr>
            <a:r>
              <a:rPr sz="1575" b="1">
                <a:solidFill>
                  <a:srgbClr val="969FA7"/>
                </a:solidFill>
              </a:rPr>
              <a:t>sustituir</a:t>
            </a:r>
          </a:p>
        </p:txBody>
      </p:sp>
      <p:sp>
        <p:nvSpPr>
          <p:cNvPr id="14" name="U04-DG-022-label-U04-DG-022-N3-U04-DG-022-N4-text">
            <a:extLst xmlns:a="http://schemas.openxmlformats.org/drawingml/2006/main">
              <a:ext uri="{FF2B5EF4-FFF2-40B4-BE49-F238E27FC236}">
                <a16:creationId xmlns:a16="http://schemas.microsoft.com/office/drawing/2014/main" id="{31255C00-3EF9-4BCC-8A67-80151A58E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0375" y="2328863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969FA7"/>
                </a:solidFill>
              </a:defRPr>
            </a:pPr>
            <a:r>
              <a:rPr sz="1575" b="1">
                <a:solidFill>
                  <a:srgbClr val="969FA7"/>
                </a:solidFill>
              </a:rPr>
              <a:t>interpretar</a:t>
            </a:r>
          </a:p>
        </p:txBody>
      </p:sp>
      <p:sp>
        <p:nvSpPr>
          <p:cNvPr id="15" name="cond-text">
            <a:extLst xmlns:a="http://schemas.openxmlformats.org/drawingml/2006/main">
              <a:ext uri="{FF2B5EF4-FFF2-40B4-BE49-F238E27FC236}">
                <a16:creationId xmlns:a16="http://schemas.microsoft.com/office/drawing/2014/main" id="{E5358EB1-1FBB-4B12-B9E8-2D2BE1233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762500"/>
            <a:ext cx="647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9F541A"/>
                </a:solidFill>
              </a:defRPr>
            </a:pPr>
            <a:r>
              <a:rPr sz="1650" b="1">
                <a:solidFill>
                  <a:srgbClr val="9F541A"/>
                </a:solidFill>
              </a:rPr>
              <a:t>Onda plana progresiva · medio homogéneo · sin pérdidas</a:t>
            </a:r>
          </a:p>
        </p:txBody>
      </p:sp>
    </p:spTree>
    <p:extLst>
      <p:ext uri="{BB962C8B-B14F-4D97-AF65-F5344CB8AC3E}">
        <p14:creationId xmlns:p14="http://schemas.microsoft.com/office/powerpoint/2010/main" val="6535370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2026-07-31T14:01:26.7220000Z</dcterms:created>
  <dcterms:modified xsi:type="dcterms:W3CDTF">2026-07-31T14:01:26.7220000Z</dcterms:modified>
</coreProperties>
</file>