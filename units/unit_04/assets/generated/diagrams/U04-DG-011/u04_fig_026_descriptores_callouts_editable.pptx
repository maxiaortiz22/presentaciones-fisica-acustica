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0b5ce0175b40f9" /><Relationship Type="http://schemas.openxmlformats.org/officeDocument/2006/relationships/extended-properties" Target="/docProps/app.xml" Id="R783937c09ce344c4" /><Relationship Type="http://schemas.openxmlformats.org/officeDocument/2006/relationships/officeDocument" Target="/ppt/presentation.xml" Id="R66579e518e8d4e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8f67a1fb5f422f"/>
  </p:sldMasterIdLst>
  <p:notesMasterIdLst>
    <p:notesMasterId xmlns:r="http://schemas.openxmlformats.org/officeDocument/2006/relationships" r:id="Rbd5d1f764db2426a"/>
  </p:notesMasterIdLst>
  <p:sldIdLst>
    <p:sldId xmlns:r="http://schemas.openxmlformats.org/officeDocument/2006/relationships" id="256" r:id="R0e26a06a292e4a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641b4758af4ae2" /><Relationship Type="http://schemas.openxmlformats.org/officeDocument/2006/relationships/slideMaster" Target="/ppt/slideMasters/slideMaster1.xml" Id="R4d8f67a1fb5f422f" /><Relationship Type="http://schemas.openxmlformats.org/officeDocument/2006/relationships/notesMaster" Target="/ppt/notesMasters/notesMaster1.xml" Id="Rbd5d1f764db2426a" /><Relationship Type="http://schemas.openxmlformats.org/officeDocument/2006/relationships/presProps" Target="/ppt/presProps.xml" Id="R6127e1c9c60e4b8a" /><Relationship Type="http://schemas.openxmlformats.org/officeDocument/2006/relationships/tableStyles" Target="/ppt/tableStyles.xml" Id="R8fbed265d8e640b0" /><Relationship Type="http://schemas.openxmlformats.org/officeDocument/2006/relationships/slide" Target="/ppt/slides/slide1.xml" Id="R0e26a06a292e4a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5c9f95e1994e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c6000707da4bc5" /><Relationship Type="http://schemas.openxmlformats.org/officeDocument/2006/relationships/notesMaster" Target="/ppt/notesMasters/notesMaster1.xml" Id="Ra09f78f0f05f43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4.6; acompaña U04-CH-003.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elección del descriptor depende de la pregunta.</a:t>
            </a:r>
          </a:p>
          <a:p xmlns:a="http://schemas.openxmlformats.org/drawingml/2006/main">
            <a:r>
              <a:t>Alt: Matriz conceptual conecta instante, pico, pico a pico, media y RMS con su significado.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1d24d2a0743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f1e82c46514eb6" /><Relationship Type="http://schemas.openxmlformats.org/officeDocument/2006/relationships/slideLayout" Target="/ppt/slideLayouts/slideLayout1.xml" Id="R9c5e0feef39d42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5e0feef39d42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1cb50142b4d13" /><Relationship Type="http://schemas.openxmlformats.org/officeDocument/2006/relationships/notesSlide" Target="/ppt/notesSlides/notesSlide1.xml" Id="Rb6247796669043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0-frame">
            <a:extLst xmlns:a="http://schemas.openxmlformats.org/drawingml/2006/main">
              <a:ext uri="{FF2B5EF4-FFF2-40B4-BE49-F238E27FC236}">
                <a16:creationId xmlns:a16="http://schemas.microsoft.com/office/drawing/2014/main" id="{70F3DAFE-CF3B-4AF9-934E-F7130E0C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30480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d1-frame">
            <a:extLst xmlns:a="http://schemas.openxmlformats.org/drawingml/2006/main">
              <a:ext uri="{FF2B5EF4-FFF2-40B4-BE49-F238E27FC236}">
                <a16:creationId xmlns:a16="http://schemas.microsoft.com/office/drawing/2014/main" id="{23342F66-0D99-4F03-A9E5-EAC283BF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81125"/>
            <a:ext cx="30480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d2-frame">
            <a:extLst xmlns:a="http://schemas.openxmlformats.org/drawingml/2006/main">
              <a:ext uri="{FF2B5EF4-FFF2-40B4-BE49-F238E27FC236}">
                <a16:creationId xmlns:a16="http://schemas.microsoft.com/office/drawing/2014/main" id="{3A999D02-844C-4A52-8FDA-CD92780D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30480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d3-frame">
            <a:extLst xmlns:a="http://schemas.openxmlformats.org/drawingml/2006/main">
              <a:ext uri="{FF2B5EF4-FFF2-40B4-BE49-F238E27FC236}">
                <a16:creationId xmlns:a16="http://schemas.microsoft.com/office/drawing/2014/main" id="{BBB67C6C-6D02-43A6-9A95-4509B93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30480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d4-frame">
            <a:extLst xmlns:a="http://schemas.openxmlformats.org/drawingml/2006/main">
              <a:ext uri="{FF2B5EF4-FFF2-40B4-BE49-F238E27FC236}">
                <a16:creationId xmlns:a16="http://schemas.microsoft.com/office/drawing/2014/main" id="{A027AF82-52BD-4DF9-9278-7D37C612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30480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d0-text">
            <a:extLst xmlns:a="http://schemas.openxmlformats.org/drawingml/2006/main">
              <a:ext uri="{FF2B5EF4-FFF2-40B4-BE49-F238E27FC236}">
                <a16:creationId xmlns:a16="http://schemas.microsoft.com/office/drawing/2014/main" id="{C2361F34-5DEC-480D-A3CC-AF4195F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5257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Instantáneo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valor en t₁</a:t>
            </a:r>
          </a:p>
        </p:txBody>
      </p:sp>
      <p:sp>
        <p:nvSpPr>
          <p:cNvPr id="7" name="d1-text">
            <a:extLst xmlns:a="http://schemas.openxmlformats.org/drawingml/2006/main">
              <a:ext uri="{FF2B5EF4-FFF2-40B4-BE49-F238E27FC236}">
                <a16:creationId xmlns:a16="http://schemas.microsoft.com/office/drawing/2014/main" id="{45223AA7-9F7C-4A79-AC53-208D47BE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55257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Pico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máximo |p|</a:t>
            </a:r>
          </a:p>
        </p:txBody>
      </p:sp>
      <p:sp>
        <p:nvSpPr>
          <p:cNvPr id="8" name="d2-text">
            <a:extLst xmlns:a="http://schemas.openxmlformats.org/drawingml/2006/main">
              <a:ext uri="{FF2B5EF4-FFF2-40B4-BE49-F238E27FC236}">
                <a16:creationId xmlns:a16="http://schemas.microsoft.com/office/drawing/2014/main" id="{D6017307-CD81-417B-8FF8-8BF9F3C5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5257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Pico a pico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p_max − p_min</a:t>
            </a:r>
          </a:p>
        </p:txBody>
      </p:sp>
      <p:sp>
        <p:nvSpPr>
          <p:cNvPr id="9" name="d3-text">
            <a:extLst xmlns:a="http://schemas.openxmlformats.org/drawingml/2006/main">
              <a:ext uri="{FF2B5EF4-FFF2-40B4-BE49-F238E27FC236}">
                <a16:creationId xmlns:a16="http://schemas.microsoft.com/office/drawing/2014/main" id="{4F8E1CCD-5CF9-4679-8AC7-2EE7F8EC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74332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Media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promedio algebraico</a:t>
            </a:r>
          </a:p>
        </p:txBody>
      </p:sp>
      <p:sp>
        <p:nvSpPr>
          <p:cNvPr id="10" name="d4-text">
            <a:extLst xmlns:a="http://schemas.openxmlformats.org/drawingml/2006/main">
              <a:ext uri="{FF2B5EF4-FFF2-40B4-BE49-F238E27FC236}">
                <a16:creationId xmlns:a16="http://schemas.microsoft.com/office/drawing/2014/main" id="{E3DCC6E8-5174-4FF5-A9F4-232A66C9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43325"/>
            <a:ext cx="270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A2E"/>
                </a:solidFill>
              </a:defRPr>
            </a:pPr>
            <a:r>
              <a:rPr sz="1800" b="1">
                <a:solidFill>
                  <a:srgbClr val="242A2E"/>
                </a:solidFill>
              </a:rPr>
              <a:t>RMS</a:t>
            </a:r>
          </a:p>
          <a:p xmlns:a="http://schemas.openxmlformats.org/drawingml/2006/main">
            <a:pPr algn="ctr">
              <a:defRPr sz="1800" b="1">
                <a:solidFill>
                  <a:srgbClr val="242A2E"/>
                </a:solidFill>
              </a:defRPr>
            </a:pPr>
            <a:r>
              <a:rPr sz="1800" b="1">
                <a:solidFill>
                  <a:srgbClr val="242A2E"/>
                </a:solidFill>
              </a:rPr>
              <a:t>tamaño eficaz</a:t>
            </a:r>
          </a:p>
        </p:txBody>
      </p:sp>
      <p:sp>
        <p:nvSpPr>
          <p:cNvPr id="11" name="choose-text">
            <a:extLst xmlns:a="http://schemas.openxmlformats.org/drawingml/2006/main">
              <a:ext uri="{FF2B5EF4-FFF2-40B4-BE49-F238E27FC236}">
                <a16:creationId xmlns:a16="http://schemas.microsoft.com/office/drawing/2014/main" id="{9F120D0A-8A45-42C7-A6AA-1AF69DF8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673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D1434"/>
                </a:solidFill>
              </a:defRPr>
            </a:pPr>
            <a:r>
              <a:rPr sz="1800" b="1">
                <a:solidFill>
                  <a:srgbClr val="4D1434"/>
                </a:solidFill>
              </a:rPr>
              <a:t>Elegir el descriptor según la pregunta y la ventana.</a:t>
            </a:r>
          </a:p>
        </p:txBody>
      </p:sp>
    </p:spTree>
    <p:extLst>
      <p:ext uri="{BB962C8B-B14F-4D97-AF65-F5344CB8AC3E}">
        <p14:creationId xmlns:p14="http://schemas.microsoft.com/office/powerpoint/2010/main" val="1209039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2026-07-31T14:01:18.0040000Z</dcterms:created>
  <dcterms:modified xsi:type="dcterms:W3CDTF">2026-07-31T14:01:18.0040000Z</dcterms:modified>
</coreProperties>
</file>