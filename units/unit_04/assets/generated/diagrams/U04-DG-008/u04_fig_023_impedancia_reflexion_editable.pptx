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4767492f4479f" /><Relationship Type="http://schemas.openxmlformats.org/officeDocument/2006/relationships/extended-properties" Target="/docProps/app.xml" Id="Rebdd674ce81e42ba" /><Relationship Type="http://schemas.openxmlformats.org/officeDocument/2006/relationships/officeDocument" Target="/ppt/presentation.xml" Id="Rc7ac00f19ddb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96aa9d2e84e97"/>
  </p:sldMasterIdLst>
  <p:notesMasterIdLst>
    <p:notesMasterId xmlns:r="http://schemas.openxmlformats.org/officeDocument/2006/relationships" r:id="R165df5aee8584c77"/>
  </p:notesMasterIdLst>
  <p:sldIdLst>
    <p:sldId xmlns:r="http://schemas.openxmlformats.org/officeDocument/2006/relationships" id="256" r:id="Rcd08a54aa9c945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823121f9245ca" /><Relationship Type="http://schemas.openxmlformats.org/officeDocument/2006/relationships/slideMaster" Target="/ppt/slideMasters/slideMaster1.xml" Id="Re4a96aa9d2e84e97" /><Relationship Type="http://schemas.openxmlformats.org/officeDocument/2006/relationships/notesMaster" Target="/ppt/notesMasters/notesMaster1.xml" Id="R165df5aee8584c77" /><Relationship Type="http://schemas.openxmlformats.org/officeDocument/2006/relationships/presProps" Target="/ppt/presProps.xml" Id="R9bde801888604f95" /><Relationship Type="http://schemas.openxmlformats.org/officeDocument/2006/relationships/tableStyles" Target="/ppt/tableStyles.xml" Id="R82f2977a1e324cfa" /><Relationship Type="http://schemas.openxmlformats.org/officeDocument/2006/relationships/slide" Target="/ppt/slides/slide1.xml" Id="Rcd08a54aa9c945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32eeb05194e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fc4ba70b0c4ccf" /><Relationship Type="http://schemas.openxmlformats.org/officeDocument/2006/relationships/notesMaster" Target="/ppt/notesMasters/notesMaster1.xml" Id="R8d18842b76a6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4.5.3–4.5.4.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 desajuste de impedancias produce reflexión y transmisión.</a:t>
            </a:r>
          </a:p>
          <a:p xmlns:a="http://schemas.openxmlformats.org/drawingml/2006/main">
            <a:r>
              <a:t>Alt: Dos medios separados por una interfaz reciben ondas incidente, reflejada y transmitida, con ecuaciones de Z y R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b313cbebb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3e3efa0cf4193" /><Relationship Type="http://schemas.openxmlformats.org/officeDocument/2006/relationships/slideLayout" Target="/ppt/slideLayouts/slideLayout1.xml" Id="Ra0b4f12ae64d44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4f12ae64d44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982c34494387" /><Relationship Type="http://schemas.openxmlformats.org/officeDocument/2006/relationships/notesSlide" Target="/ppt/notesSlides/notesSlide1.xml" Id="R6b6ccc222cd748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1-frame">
            <a:extLst xmlns:a="http://schemas.openxmlformats.org/drawingml/2006/main">
              <a:ext uri="{FF2B5EF4-FFF2-40B4-BE49-F238E27FC236}">
                <a16:creationId xmlns:a16="http://schemas.microsoft.com/office/drawing/2014/main" id="{F81D8B57-4862-4B7C-97B4-B2197284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4095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int-frame">
            <a:extLst xmlns:a="http://schemas.openxmlformats.org/drawingml/2006/main">
              <a:ext uri="{FF2B5EF4-FFF2-40B4-BE49-F238E27FC236}">
                <a16:creationId xmlns:a16="http://schemas.microsoft.com/office/drawing/2014/main" id="{7B0888D2-36C6-4324-906D-E6F0794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95375"/>
            <a:ext cx="952500" cy="3714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m2-frame">
            <a:extLst xmlns:a="http://schemas.openxmlformats.org/drawingml/2006/main">
              <a:ext uri="{FF2B5EF4-FFF2-40B4-BE49-F238E27FC236}">
                <a16:creationId xmlns:a16="http://schemas.microsoft.com/office/drawing/2014/main" id="{E54BF88C-926D-42C1-B975-70CDF3F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33500"/>
            <a:ext cx="5619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19" name="U04-DG-008-edge-m1-int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4714875" y="2952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" name="U04-DG-008-edge-int-m2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810250" y="2952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m1-text">
            <a:extLst xmlns:a="http://schemas.openxmlformats.org/drawingml/2006/main">
              <a:ext uri="{FF2B5EF4-FFF2-40B4-BE49-F238E27FC236}">
                <a16:creationId xmlns:a16="http://schemas.microsoft.com/office/drawing/2014/main" id="{2FF63828-DFD1-4065-B650-EEBEE3F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3752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MEDIO 1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Z₀₁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onda incidente →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← onda reflejada</a:t>
            </a:r>
          </a:p>
        </p:txBody>
      </p:sp>
      <p:sp>
        <p:nvSpPr>
          <p:cNvPr id="7" name="int-text">
            <a:extLst xmlns:a="http://schemas.openxmlformats.org/drawingml/2006/main">
              <a:ext uri="{FF2B5EF4-FFF2-40B4-BE49-F238E27FC236}">
                <a16:creationId xmlns:a16="http://schemas.microsoft.com/office/drawing/2014/main" id="{37D46E9C-0E7B-48F6-A9F1-B5E3B67D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66825"/>
            <a:ext cx="609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2-text">
            <a:extLst xmlns:a="http://schemas.openxmlformats.org/drawingml/2006/main">
              <a:ext uri="{FF2B5EF4-FFF2-40B4-BE49-F238E27FC236}">
                <a16:creationId xmlns:a16="http://schemas.microsoft.com/office/drawing/2014/main" id="{A405869C-6252-4202-A85C-6779EDDC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5276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MEDIO 2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Z₀₂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onda transmitida →</a:t>
            </a:r>
          </a:p>
        </p:txBody>
      </p:sp>
      <p:sp>
        <p:nvSpPr>
          <p:cNvPr id="9" name="U04-DG-008-label-m1-int-text">
            <a:extLst xmlns:a="http://schemas.openxmlformats.org/drawingml/2006/main">
              <a:ext uri="{FF2B5EF4-FFF2-40B4-BE49-F238E27FC236}">
                <a16:creationId xmlns:a16="http://schemas.microsoft.com/office/drawing/2014/main" id="{35384D06-5469-49EA-A3FB-EB108D59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2495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0" name="U04-DG-008-label-int-m2-text">
            <a:extLst xmlns:a="http://schemas.openxmlformats.org/drawingml/2006/main">
              <a:ext uri="{FF2B5EF4-FFF2-40B4-BE49-F238E27FC236}">
                <a16:creationId xmlns:a16="http://schemas.microsoft.com/office/drawing/2014/main" id="{2AAF42BD-CA8A-41EB-B6AD-64A1A97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495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transmitida</a:t>
            </a:r>
          </a:p>
        </p:txBody>
      </p:sp>
      <p:sp>
        <p:nvSpPr>
          <p:cNvPr id="11" name="intLabel-text">
            <a:extLst xmlns:a="http://schemas.openxmlformats.org/drawingml/2006/main">
              <a:ext uri="{FF2B5EF4-FFF2-40B4-BE49-F238E27FC236}">
                <a16:creationId xmlns:a16="http://schemas.microsoft.com/office/drawing/2014/main" id="{0FCC2D50-DE85-46FC-8458-2B82537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77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INTERFAZ</a:t>
            </a:r>
          </a:p>
        </p:txBody>
      </p:sp>
      <p:sp>
        <p:nvSpPr>
          <p:cNvPr id="12" name="eqz-text">
            <a:extLst xmlns:a="http://schemas.openxmlformats.org/drawingml/2006/main">
              <a:ext uri="{FF2B5EF4-FFF2-40B4-BE49-F238E27FC236}">
                <a16:creationId xmlns:a16="http://schemas.microsoft.com/office/drawing/2014/main" id="{4DF318C4-7B9D-4C15-9F99-75FAE75C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Z₀ = p/u = ρc</a:t>
            </a:r>
          </a:p>
        </p:txBody>
      </p:sp>
      <p:sp>
        <p:nvSpPr>
          <p:cNvPr id="13" name="eqr-text">
            <a:extLst xmlns:a="http://schemas.openxmlformats.org/drawingml/2006/main">
              <a:ext uri="{FF2B5EF4-FFF2-40B4-BE49-F238E27FC236}">
                <a16:creationId xmlns:a16="http://schemas.microsoft.com/office/drawing/2014/main" id="{D634A3D9-73CD-4687-ADED-044B3E9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1434"/>
                </a:solidFill>
              </a:defRPr>
            </a:pPr>
            <a:r>
              <a:rPr sz="2325" b="1">
                <a:solidFill>
                  <a:srgbClr val="4D1434"/>
                </a:solidFill>
              </a:rPr>
              <a:t>Rₚ = (Z₀₂−Z₀₁)/(Z₀₂+Z₀₁)</a:t>
            </a:r>
          </a:p>
        </p:txBody>
      </p:sp>
      <p:sp>
        <p:nvSpPr>
          <p:cNvPr id="14" name="note-text">
            <a:extLst xmlns:a="http://schemas.openxmlformats.org/drawingml/2006/main">
              <a:ext uri="{FF2B5EF4-FFF2-40B4-BE49-F238E27FC236}">
                <a16:creationId xmlns:a16="http://schemas.microsoft.com/office/drawing/2014/main" id="{48AF6510-B31A-4E1B-8073-CB187495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Longitud de flecha no representa amplitud.</a:t>
            </a:r>
          </a:p>
        </p:txBody>
      </p:sp>
      <p:sp>
        <p:nvSpPr>
          <p:cNvPr id="15" name="U04-DG-008-scale-text">
            <a:extLst xmlns:a="http://schemas.openxmlformats.org/drawingml/2006/main">
              <a:ext uri="{FF2B5EF4-FFF2-40B4-BE49-F238E27FC236}">
                <a16:creationId xmlns:a16="http://schemas.microsoft.com/office/drawing/2014/main" id="{9A837D0A-39ED-4349-912F-4FD6D48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484980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2026-07-31T14:01:15.5870000Z</dcterms:created>
  <dcterms:modified xsi:type="dcterms:W3CDTF">2026-07-31T14:01:15.5870000Z</dcterms:modified>
</coreProperties>
</file>