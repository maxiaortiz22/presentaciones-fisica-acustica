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e5d26c63541a9" /><Relationship Type="http://schemas.openxmlformats.org/officeDocument/2006/relationships/extended-properties" Target="/docProps/app.xml" Id="R3e2a3a0e08e64a90" /><Relationship Type="http://schemas.openxmlformats.org/officeDocument/2006/relationships/officeDocument" Target="/ppt/presentation.xml" Id="R7dfe77f0996640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a66421e3174466"/>
  </p:sldMasterIdLst>
  <p:notesMasterIdLst>
    <p:notesMasterId xmlns:r="http://schemas.openxmlformats.org/officeDocument/2006/relationships" r:id="Rc3af16971dcb4476"/>
  </p:notesMasterIdLst>
  <p:sldIdLst>
    <p:sldId xmlns:r="http://schemas.openxmlformats.org/officeDocument/2006/relationships" id="256" r:id="R4139efd89d0d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7784f2e0748fd" /><Relationship Type="http://schemas.openxmlformats.org/officeDocument/2006/relationships/slideMaster" Target="/ppt/slideMasters/slideMaster1.xml" Id="R99a66421e3174466" /><Relationship Type="http://schemas.openxmlformats.org/officeDocument/2006/relationships/notesMaster" Target="/ppt/notesMasters/notesMaster1.xml" Id="Rc3af16971dcb4476" /><Relationship Type="http://schemas.openxmlformats.org/officeDocument/2006/relationships/presProps" Target="/ppt/presProps.xml" Id="Rfebc983a455a4e08" /><Relationship Type="http://schemas.openxmlformats.org/officeDocument/2006/relationships/tableStyles" Target="/ppt/tableStyles.xml" Id="Radebc64af19c4e4b" /><Relationship Type="http://schemas.openxmlformats.org/officeDocument/2006/relationships/slide" Target="/ppt/slides/slide1.xml" Id="R4139efd89d0d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ffb89144c43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dadbd64bb4a41" /><Relationship Type="http://schemas.openxmlformats.org/officeDocument/2006/relationships/notesMaster" Target="/ppt/notesMasters/notesMaster1.xml" Id="Raa3afcfa06fc47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4.5.1–4.5.2.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Presión, velocidad de partícula y rapidez de propagación responden preguntas distintas.</a:t>
            </a:r>
          </a:p>
          <a:p xmlns:a="http://schemas.openxmlformats.org/drawingml/2006/main">
            <a:r>
              <a:t>Alt: Tres zonas muestran campo, presión relativa y contraste entre u y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aa5b72c05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9cac69baf14583" /><Relationship Type="http://schemas.openxmlformats.org/officeDocument/2006/relationships/slideLayout" Target="/ppt/slideLayouts/slideLayout1.xml" Id="R81420607b8a7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20607b8a7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8573532ec4133" /><Relationship Type="http://schemas.openxmlformats.org/officeDocument/2006/relationships/notesSlide" Target="/ppt/notesSlides/notesSlide1.xml" Id="R8838e5ab0fe146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ield-frame">
            <a:extLst xmlns:a="http://schemas.openxmlformats.org/drawingml/2006/main">
              <a:ext uri="{FF2B5EF4-FFF2-40B4-BE49-F238E27FC236}">
                <a16:creationId xmlns:a16="http://schemas.microsoft.com/office/drawing/2014/main" id="{CBB21E6E-251F-4DB3-AB98-A2050CE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press-frame">
            <a:extLst xmlns:a="http://schemas.openxmlformats.org/drawingml/2006/main">
              <a:ext uri="{FF2B5EF4-FFF2-40B4-BE49-F238E27FC236}">
                <a16:creationId xmlns:a16="http://schemas.microsoft.com/office/drawing/2014/main" id="{51C2FABA-F7F4-4E59-804B-461E6003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speed-frame">
            <a:extLst xmlns:a="http://schemas.openxmlformats.org/drawingml/2006/main">
              <a:ext uri="{FF2B5EF4-FFF2-40B4-BE49-F238E27FC236}">
                <a16:creationId xmlns:a16="http://schemas.microsoft.com/office/drawing/2014/main" id="{070BD35E-F39F-4411-BDBA-1EB89692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field-text">
            <a:extLst xmlns:a="http://schemas.openxmlformats.org/drawingml/2006/main">
              <a:ext uri="{FF2B5EF4-FFF2-40B4-BE49-F238E27FC236}">
                <a16:creationId xmlns:a16="http://schemas.microsoft.com/office/drawing/2014/main" id="{29D046CF-4160-428B-AA07-0D6552E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CAMPO ACÚSTICO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p(r,t)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u(r,t)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I(r,t)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Dos puntos pueden tener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valores diferentes.</a:t>
            </a:r>
          </a:p>
        </p:txBody>
      </p:sp>
      <p:sp>
        <p:nvSpPr>
          <p:cNvPr id="5" name="press-text">
            <a:extLst xmlns:a="http://schemas.openxmlformats.org/drawingml/2006/main">
              <a:ext uri="{FF2B5EF4-FFF2-40B4-BE49-F238E27FC236}">
                <a16:creationId xmlns:a16="http://schemas.microsoft.com/office/drawing/2014/main" id="{59600C18-AB60-471D-AD28-DF75F02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PRESIÓN ACÚSTICA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p_total = p₀ + 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 &gt; 0: sobrepresión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 &lt; 0: rarefacción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p_total sigue positiva.</a:t>
            </a:r>
          </a:p>
        </p:txBody>
      </p:sp>
      <p:sp>
        <p:nvSpPr>
          <p:cNvPr id="6" name="speed-text">
            <a:extLst xmlns:a="http://schemas.openxmlformats.org/drawingml/2006/main">
              <a:ext uri="{FF2B5EF4-FFF2-40B4-BE49-F238E27FC236}">
                <a16:creationId xmlns:a16="http://schemas.microsoft.com/office/drawing/2014/main" id="{02D1EC67-D53D-433A-AE40-EE586EA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DOS VELOCIDADES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u: movimiento local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c: avance de la 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Ambas: m/s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No son la misma magnitud.</a:t>
            </a:r>
          </a:p>
        </p:txBody>
      </p:sp>
    </p:spTree>
    <p:extLst>
      <p:ext uri="{BB962C8B-B14F-4D97-AF65-F5344CB8AC3E}">
        <p14:creationId xmlns:p14="http://schemas.microsoft.com/office/powerpoint/2010/main" val="1736818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2026-07-31T14:01:14.6760000Z</dcterms:created>
  <dcterms:modified xsi:type="dcterms:W3CDTF">2026-07-31T14:01:14.6760000Z</dcterms:modified>
</coreProperties>
</file>