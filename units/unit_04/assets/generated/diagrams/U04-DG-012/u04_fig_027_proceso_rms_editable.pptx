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c5d8ef20a94af7" /><Relationship Type="http://schemas.openxmlformats.org/officeDocument/2006/relationships/extended-properties" Target="/docProps/app.xml" Id="R9945a2f485534494" /><Relationship Type="http://schemas.openxmlformats.org/officeDocument/2006/relationships/officeDocument" Target="/ppt/presentation.xml" Id="Re9fe5833862a4a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0887b5d1d14976"/>
  </p:sldMasterIdLst>
  <p:notesMasterIdLst>
    <p:notesMasterId xmlns:r="http://schemas.openxmlformats.org/officeDocument/2006/relationships" r:id="R9ea051b6f7144901"/>
  </p:notesMasterIdLst>
  <p:sldIdLst>
    <p:sldId xmlns:r="http://schemas.openxmlformats.org/officeDocument/2006/relationships" id="256" r:id="R86f3e60184364c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b07d250ac2492b" /><Relationship Type="http://schemas.openxmlformats.org/officeDocument/2006/relationships/slideMaster" Target="/ppt/slideMasters/slideMaster1.xml" Id="R510887b5d1d14976" /><Relationship Type="http://schemas.openxmlformats.org/officeDocument/2006/relationships/notesMaster" Target="/ppt/notesMasters/notesMaster1.xml" Id="R9ea051b6f7144901" /><Relationship Type="http://schemas.openxmlformats.org/officeDocument/2006/relationships/presProps" Target="/ppt/presProps.xml" Id="Rd72b623ce6ac473f" /><Relationship Type="http://schemas.openxmlformats.org/officeDocument/2006/relationships/tableStyles" Target="/ppt/tableStyles.xml" Id="Rd9f6a9a9d2614f3a" /><Relationship Type="http://schemas.openxmlformats.org/officeDocument/2006/relationships/slide" Target="/ppt/slides/slide1.xml" Id="R86f3e60184364c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6b11b6f82145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31d11a15654d49" /><Relationship Type="http://schemas.openxmlformats.org/officeDocument/2006/relationships/notesMaster" Target="/ppt/notesMasters/notesMaster1.xml" Id="Rebd9f9bcd38647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4.6.5.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Cuadrar, promediar y extraer la raíz construyen el RMS.</a:t>
            </a:r>
          </a:p>
          <a:p xmlns:a="http://schemas.openxmlformats.org/drawingml/2006/main">
            <a:r>
              <a:t>Alt: Tres pasos con unidades Pa, Pa al cuadrado y Pa; la regla pico sobre raíz de dos se limita a senoides.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8449b51ab48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00df8438df4f39" /><Relationship Type="http://schemas.openxmlformats.org/officeDocument/2006/relationships/slideLayout" Target="/ppt/slideLayouts/slideLayout1.xml" Id="Rdc4050fa537744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4050fa537744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00e0038f04432" /><Relationship Type="http://schemas.openxmlformats.org/officeDocument/2006/relationships/notesSlide" Target="/ppt/notesSlides/notesSlide1.xml" Id="R87dd9ff70baf4f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U04-DG-012-N1-frame">
            <a:extLst xmlns:a="http://schemas.openxmlformats.org/drawingml/2006/main">
              <a:ext uri="{FF2B5EF4-FFF2-40B4-BE49-F238E27FC236}">
                <a16:creationId xmlns:a16="http://schemas.microsoft.com/office/drawing/2014/main" id="{D84683CB-6B28-41C1-B231-4D7F278C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U04-DG-012-N2-frame">
            <a:extLst xmlns:a="http://schemas.openxmlformats.org/drawingml/2006/main">
              <a:ext uri="{FF2B5EF4-FFF2-40B4-BE49-F238E27FC236}">
                <a16:creationId xmlns:a16="http://schemas.microsoft.com/office/drawing/2014/main" id="{4145C22E-D114-437C-A6D2-A4CF88A0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4-DG-012-N3-frame">
            <a:extLst xmlns:a="http://schemas.openxmlformats.org/drawingml/2006/main">
              <a:ext uri="{FF2B5EF4-FFF2-40B4-BE49-F238E27FC236}">
                <a16:creationId xmlns:a16="http://schemas.microsoft.com/office/drawing/2014/main" id="{1B23BFDC-D91B-4ADD-9AC1-F025711B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16" name="U04-DG-012-edge-U04-DG-012-N1-U04-DG-012-N2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619500" y="28813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" name="U04-DG-012-edge-U04-DG-012-N2-U04-DG-012-N3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7524750" y="28813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" name="U04-DG-012-N1-text">
            <a:extLst xmlns:a="http://schemas.openxmlformats.org/drawingml/2006/main">
              <a:ext uri="{FF2B5EF4-FFF2-40B4-BE49-F238E27FC236}">
                <a16:creationId xmlns:a16="http://schemas.microsoft.com/office/drawing/2014/main" id="{D51B6D6B-07E7-4B26-AF3C-D4A24320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5146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2A2E"/>
                </a:solidFill>
              </a:defRPr>
            </a:pPr>
            <a:r>
              <a:rPr sz="1950" b="0">
                <a:solidFill>
                  <a:srgbClr val="242A2E"/>
                </a:solidFill>
              </a:rPr>
              <a:t>1 · CUADRAR</a:t>
            </a:r>
          </a:p>
          <a:p xmlns:a="http://schemas.openxmlformats.org/drawingml/2006/main">
            <a:pPr algn="ctr">
              <a:defRPr sz="1950" b="0">
                <a:solidFill>
                  <a:srgbClr val="242A2E"/>
                </a:solidFill>
              </a:defRPr>
            </a:pPr>
            <a:r>
              <a:rPr sz="1950" b="0">
                <a:solidFill>
                  <a:srgbClr val="242A2E"/>
                </a:solidFill>
              </a:rPr>
              <a:t>Pa → Pa²</a:t>
            </a:r>
          </a:p>
        </p:txBody>
      </p:sp>
      <p:sp>
        <p:nvSpPr>
          <p:cNvPr id="7" name="U04-DG-012-N2-text">
            <a:extLst xmlns:a="http://schemas.openxmlformats.org/drawingml/2006/main">
              <a:ext uri="{FF2B5EF4-FFF2-40B4-BE49-F238E27FC236}">
                <a16:creationId xmlns:a16="http://schemas.microsoft.com/office/drawing/2014/main" id="{28F6BCFC-8D2C-4115-90D0-75BA4ECF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62200"/>
            <a:ext cx="25146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2A2E"/>
                </a:solidFill>
              </a:defRPr>
            </a:pPr>
            <a:r>
              <a:rPr sz="1950" b="0">
                <a:solidFill>
                  <a:srgbClr val="242A2E"/>
                </a:solidFill>
              </a:rPr>
              <a:t>2 · PROMEDIAR</a:t>
            </a:r>
          </a:p>
          <a:p xmlns:a="http://schemas.openxmlformats.org/drawingml/2006/main">
            <a:pPr algn="ctr">
              <a:defRPr sz="1950" b="0">
                <a:solidFill>
                  <a:srgbClr val="242A2E"/>
                </a:solidFill>
              </a:defRPr>
            </a:pPr>
            <a:r>
              <a:rPr sz="1950" b="0">
                <a:solidFill>
                  <a:srgbClr val="242A2E"/>
                </a:solidFill>
              </a:rPr>
              <a:t>media de p²</a:t>
            </a:r>
          </a:p>
        </p:txBody>
      </p:sp>
      <p:sp>
        <p:nvSpPr>
          <p:cNvPr id="8" name="U04-DG-012-N3-text">
            <a:extLst xmlns:a="http://schemas.openxmlformats.org/drawingml/2006/main">
              <a:ext uri="{FF2B5EF4-FFF2-40B4-BE49-F238E27FC236}">
                <a16:creationId xmlns:a16="http://schemas.microsoft.com/office/drawing/2014/main" id="{03850870-DB0E-40E6-9BF3-C0A8F830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25146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2A2E"/>
                </a:solidFill>
              </a:defRPr>
            </a:pPr>
            <a:r>
              <a:rPr sz="1950" b="0">
                <a:solidFill>
                  <a:srgbClr val="242A2E"/>
                </a:solidFill>
              </a:rPr>
              <a:t>3 · RAÍZ</a:t>
            </a:r>
          </a:p>
          <a:p xmlns:a="http://schemas.openxmlformats.org/drawingml/2006/main">
            <a:pPr algn="ctr">
              <a:defRPr sz="1950" b="0">
                <a:solidFill>
                  <a:srgbClr val="242A2E"/>
                </a:solidFill>
              </a:defRPr>
            </a:pPr>
            <a:r>
              <a:rPr sz="1950" b="0">
                <a:solidFill>
                  <a:srgbClr val="242A2E"/>
                </a:solidFill>
              </a:rPr>
              <a:t>Pa² → Pa</a:t>
            </a:r>
          </a:p>
        </p:txBody>
      </p:sp>
      <p:sp>
        <p:nvSpPr>
          <p:cNvPr id="9" name="U04-DG-012-label-U04-DG-012-N1-U04-DG-012-N2-text">
            <a:extLst xmlns:a="http://schemas.openxmlformats.org/drawingml/2006/main">
              <a:ext uri="{FF2B5EF4-FFF2-40B4-BE49-F238E27FC236}">
                <a16:creationId xmlns:a16="http://schemas.microsoft.com/office/drawing/2014/main" id="{962DB9B9-4D21-4D0E-BC18-9C515346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2411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elimina el signo</a:t>
            </a:r>
          </a:p>
        </p:txBody>
      </p:sp>
      <p:sp>
        <p:nvSpPr>
          <p:cNvPr id="10" name="U04-DG-012-label-U04-DG-012-N2-U04-DG-012-N3-text">
            <a:extLst xmlns:a="http://schemas.openxmlformats.org/drawingml/2006/main">
              <a:ext uri="{FF2B5EF4-FFF2-40B4-BE49-F238E27FC236}">
                <a16:creationId xmlns:a16="http://schemas.microsoft.com/office/drawing/2014/main" id="{00861C75-0012-4FC8-80C5-FE2019D1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411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recupera la unidad</a:t>
            </a:r>
          </a:p>
        </p:txBody>
      </p:sp>
      <p:sp>
        <p:nvSpPr>
          <p:cNvPr id="11" name="rmsEq-text">
            <a:extLst xmlns:a="http://schemas.openxmlformats.org/drawingml/2006/main">
              <a:ext uri="{FF2B5EF4-FFF2-40B4-BE49-F238E27FC236}">
                <a16:creationId xmlns:a16="http://schemas.microsoft.com/office/drawing/2014/main" id="{D07E4AEC-542C-4BF7-97AC-5595D2B1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767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D1434"/>
                </a:solidFill>
              </a:defRPr>
            </a:pPr>
            <a:r>
              <a:rPr sz="2550" b="1">
                <a:solidFill>
                  <a:srgbClr val="4D1434"/>
                </a:solidFill>
              </a:rPr>
              <a:t>pᵣₘₛ = √(media de p²)</a:t>
            </a:r>
          </a:p>
        </p:txBody>
      </p:sp>
      <p:sp>
        <p:nvSpPr>
          <p:cNvPr id="12" name="sin-text">
            <a:extLst xmlns:a="http://schemas.openxmlformats.org/drawingml/2006/main">
              <a:ext uri="{FF2B5EF4-FFF2-40B4-BE49-F238E27FC236}">
                <a16:creationId xmlns:a16="http://schemas.microsoft.com/office/drawing/2014/main" id="{1A82F6AF-C34D-4026-AD91-DA935585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38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F541A"/>
                </a:solidFill>
              </a:defRPr>
            </a:pPr>
            <a:r>
              <a:rPr sz="1650" b="1">
                <a:solidFill>
                  <a:srgbClr val="9F541A"/>
                </a:solidFill>
              </a:rPr>
              <a:t>pico/√2: solo para una senoide</a:t>
            </a:r>
          </a:p>
        </p:txBody>
      </p:sp>
    </p:spTree>
    <p:extLst>
      <p:ext uri="{BB962C8B-B14F-4D97-AF65-F5344CB8AC3E}">
        <p14:creationId xmlns:p14="http://schemas.microsoft.com/office/powerpoint/2010/main" val="1429196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2026-07-31T14:01:18.5810000Z</dcterms:created>
  <dcterms:modified xsi:type="dcterms:W3CDTF">2026-07-31T14:01:18.5810000Z</dcterms:modified>
</coreProperties>
</file>