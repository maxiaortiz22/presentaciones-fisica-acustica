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e3e1e92344b47" /><Relationship Type="http://schemas.openxmlformats.org/officeDocument/2006/relationships/extended-properties" Target="/docProps/app.xml" Id="R13354b96179d425e" /><Relationship Type="http://schemas.openxmlformats.org/officeDocument/2006/relationships/officeDocument" Target="/ppt/presentation.xml" Id="Rf25a64da82e7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10e32d829d4a4f"/>
  </p:sldMasterIdLst>
  <p:notesMasterIdLst>
    <p:notesMasterId xmlns:r="http://schemas.openxmlformats.org/officeDocument/2006/relationships" r:id="R120416cba3564e80"/>
  </p:notesMasterIdLst>
  <p:sldIdLst>
    <p:sldId xmlns:r="http://schemas.openxmlformats.org/officeDocument/2006/relationships" id="256" r:id="R293de691931e4c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9f6612d854411c" /><Relationship Type="http://schemas.openxmlformats.org/officeDocument/2006/relationships/slideMaster" Target="/ppt/slideMasters/slideMaster1.xml" Id="Re510e32d829d4a4f" /><Relationship Type="http://schemas.openxmlformats.org/officeDocument/2006/relationships/notesMaster" Target="/ppt/notesMasters/notesMaster1.xml" Id="R120416cba3564e80" /><Relationship Type="http://schemas.openxmlformats.org/officeDocument/2006/relationships/presProps" Target="/ppt/presProps.xml" Id="Rcccdfda7d12149b2" /><Relationship Type="http://schemas.openxmlformats.org/officeDocument/2006/relationships/tableStyles" Target="/ppt/tableStyles.xml" Id="R9e8f1416b25243d5" /><Relationship Type="http://schemas.openxmlformats.org/officeDocument/2006/relationships/slide" Target="/ppt/slides/slide1.xml" Id="R293de691931e4c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46151e65a5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e3e68493a4feb" /><Relationship Type="http://schemas.openxmlformats.org/officeDocument/2006/relationships/notesMaster" Target="/ppt/notesMasters/notesMaster1.xml" Id="R7ba79fa41b324d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4.10–4.11.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Distancia y directividad pueden combinarse si comparten referencia y modelo.</a:t>
            </a:r>
          </a:p>
          <a:p xmlns:a="http://schemas.openxmlformats.org/drawingml/2006/main">
            <a:r>
              <a:t>Alt: Fuente direccional, dos puntos y cálculo por capas de distancia, directividad y suma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d95e44b234c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49c79146b04502" /><Relationship Type="http://schemas.openxmlformats.org/officeDocument/2006/relationships/slideLayout" Target="/ppt/slideLayouts/slideLayout1.xml" Id="R57dea3b936934c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dea3b936934c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171fb98214377" /><Relationship Type="http://schemas.openxmlformats.org/officeDocument/2006/relationships/notesSlide" Target="/ppt/notesSlides/notesSlide1.xml" Id="R7419520bbe1b44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rc-frame">
            <a:extLst xmlns:a="http://schemas.openxmlformats.org/drawingml/2006/main">
              <a:ext uri="{FF2B5EF4-FFF2-40B4-BE49-F238E27FC236}">
                <a16:creationId xmlns:a16="http://schemas.microsoft.com/office/drawing/2014/main" id="{4A9DF874-386C-4FB8-84D2-46B94DBB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81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" name="p1-frame">
            <a:extLst xmlns:a="http://schemas.openxmlformats.org/drawingml/2006/main">
              <a:ext uri="{FF2B5EF4-FFF2-40B4-BE49-F238E27FC236}">
                <a16:creationId xmlns:a16="http://schemas.microsoft.com/office/drawing/2014/main" id="{CDA5335A-C486-4006-8148-37ED9BC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477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p2-frame">
            <a:extLst xmlns:a="http://schemas.openxmlformats.org/drawingml/2006/main">
              <a:ext uri="{FF2B5EF4-FFF2-40B4-BE49-F238E27FC236}">
                <a16:creationId xmlns:a16="http://schemas.microsoft.com/office/drawing/2014/main" id="{53AA2D4E-F540-4EBF-9520-1C3BF295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calc0-frame">
            <a:extLst xmlns:a="http://schemas.openxmlformats.org/drawingml/2006/main">
              <a:ext uri="{FF2B5EF4-FFF2-40B4-BE49-F238E27FC236}">
                <a16:creationId xmlns:a16="http://schemas.microsoft.com/office/drawing/2014/main" id="{F7A7C2FB-1D3D-4BC7-93F5-402823F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00125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calc1-frame">
            <a:extLst xmlns:a="http://schemas.openxmlformats.org/drawingml/2006/main">
              <a:ext uri="{FF2B5EF4-FFF2-40B4-BE49-F238E27FC236}">
                <a16:creationId xmlns:a16="http://schemas.microsoft.com/office/drawing/2014/main" id="{3173AD16-E7AC-4060-9C64-F0B55121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c2-frame">
            <a:extLst xmlns:a="http://schemas.openxmlformats.org/drawingml/2006/main">
              <a:ext uri="{FF2B5EF4-FFF2-40B4-BE49-F238E27FC236}">
                <a16:creationId xmlns:a16="http://schemas.microsoft.com/office/drawing/2014/main" id="{717D4F59-4383-444D-9539-02FA7CA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095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5" name="U04-DG-020-edge-src-p1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3048000" y="1666875"/>
            <a:ext cx="666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20-edge-src-p2"/>
          <p:cNvCxnSpPr>
            <a:stCxn xmlns:a="http://schemas.openxmlformats.org/drawingml/2006/main" id="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048000" y="2952750"/>
            <a:ext cx="6667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20-edge-calc0-calc1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001125" y="2143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" name="U04-DG-020-edge-calc1-calc2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001125" y="3905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src-text">
            <a:extLst xmlns:a="http://schemas.openxmlformats.org/drawingml/2006/main">
              <a:ext uri="{FF2B5EF4-FFF2-40B4-BE49-F238E27FC236}">
                <a16:creationId xmlns:a16="http://schemas.microsoft.com/office/drawing/2014/main" id="{A69963B9-06DF-4B1C-AD16-73526AB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038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Q o DI declarado</a:t>
            </a:r>
          </a:p>
        </p:txBody>
      </p:sp>
      <p:sp>
        <p:nvSpPr>
          <p:cNvPr id="12" name="p1-text">
            <a:extLst xmlns:a="http://schemas.openxmlformats.org/drawingml/2006/main">
              <a:ext uri="{FF2B5EF4-FFF2-40B4-BE49-F238E27FC236}">
                <a16:creationId xmlns:a16="http://schemas.microsoft.com/office/drawing/2014/main" id="{4CC3E2FB-49D3-4EE3-976B-0366FA3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"/>
            <a:ext cx="1752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Punto 1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r₁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 1</a:t>
            </a:r>
          </a:p>
        </p:txBody>
      </p:sp>
      <p:sp>
        <p:nvSpPr>
          <p:cNvPr id="13" name="p2-text">
            <a:extLst xmlns:a="http://schemas.openxmlformats.org/drawingml/2006/main">
              <a:ext uri="{FF2B5EF4-FFF2-40B4-BE49-F238E27FC236}">
                <a16:creationId xmlns:a16="http://schemas.microsoft.com/office/drawing/2014/main" id="{4781369A-C392-4B87-9AE7-C0BCBD7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752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Punto 2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r₂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 2</a:t>
            </a:r>
          </a:p>
        </p:txBody>
      </p:sp>
      <p:sp>
        <p:nvSpPr>
          <p:cNvPr id="14" name="calc0-text">
            <a:extLst xmlns:a="http://schemas.openxmlformats.org/drawingml/2006/main">
              <a:ext uri="{FF2B5EF4-FFF2-40B4-BE49-F238E27FC236}">
                <a16:creationId xmlns:a16="http://schemas.microsoft.com/office/drawing/2014/main" id="{C3921822-D198-4AA7-A61E-8D817103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71575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1 · ΔL_r</a:t>
            </a:r>
          </a:p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20log₁₀(r₁/r₂)</a:t>
            </a:r>
          </a:p>
        </p:txBody>
      </p:sp>
      <p:sp>
        <p:nvSpPr>
          <p:cNvPr id="15" name="calc1-text">
            <a:extLst xmlns:a="http://schemas.openxmlformats.org/drawingml/2006/main">
              <a:ext uri="{FF2B5EF4-FFF2-40B4-BE49-F238E27FC236}">
                <a16:creationId xmlns:a16="http://schemas.microsoft.com/office/drawing/2014/main" id="{B93CB0CA-5A47-4210-B6E0-89FC930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2 · ΔDI</a:t>
            </a:r>
          </a:p>
          <a:p xmlns:a="http://schemas.openxmlformats.org/drawingml/2006/main">
            <a:pPr algn="ctr">
              <a:defRPr sz="1875" b="0">
                <a:solidFill>
                  <a:srgbClr val="242A2E"/>
                </a:solidFill>
              </a:defRPr>
            </a:pPr>
            <a:r>
              <a:rPr sz="1875" b="0">
                <a:solidFill>
                  <a:srgbClr val="242A2E"/>
                </a:solidFill>
              </a:rPr>
              <a:t>misma referencia</a:t>
            </a:r>
          </a:p>
        </p:txBody>
      </p:sp>
      <p:sp>
        <p:nvSpPr>
          <p:cNvPr id="16" name="calc2-text">
            <a:extLst xmlns:a="http://schemas.openxmlformats.org/drawingml/2006/main">
              <a:ext uri="{FF2B5EF4-FFF2-40B4-BE49-F238E27FC236}">
                <a16:creationId xmlns:a16="http://schemas.microsoft.com/office/drawing/2014/main" id="{ACC8C694-35BC-488E-AA55-74291B09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375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3 · ΔL_total</a:t>
            </a:r>
          </a:p>
          <a:p xmlns:a="http://schemas.openxmlformats.org/drawingml/2006/main">
            <a:pPr algn="ctr">
              <a:defRPr sz="2100" b="1">
                <a:solidFill>
                  <a:srgbClr val="242A2E"/>
                </a:solidFill>
              </a:defRPr>
            </a:pPr>
            <a:r>
              <a:rPr sz="2100" b="1">
                <a:solidFill>
                  <a:srgbClr val="242A2E"/>
                </a:solidFill>
              </a:rPr>
              <a:t>ΔL_r + ΔDI</a:t>
            </a:r>
          </a:p>
        </p:txBody>
      </p:sp>
      <p:sp>
        <p:nvSpPr>
          <p:cNvPr id="17" name="U04-DG-020-label-src-p1-text">
            <a:extLst xmlns:a="http://schemas.openxmlformats.org/drawingml/2006/main">
              <a:ext uri="{FF2B5EF4-FFF2-40B4-BE49-F238E27FC236}">
                <a16:creationId xmlns:a16="http://schemas.microsoft.com/office/drawing/2014/main" id="{FFE11FFC-2769-48BB-B0B0-D4DA628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526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r₁ / ángulo 1</a:t>
            </a:r>
          </a:p>
        </p:txBody>
      </p:sp>
      <p:sp>
        <p:nvSpPr>
          <p:cNvPr id="18" name="U04-DG-020-label-src-p2-text">
            <a:extLst xmlns:a="http://schemas.openxmlformats.org/drawingml/2006/main">
              <a:ext uri="{FF2B5EF4-FFF2-40B4-BE49-F238E27FC236}">
                <a16:creationId xmlns:a16="http://schemas.microsoft.com/office/drawing/2014/main" id="{B9436A8C-0E5E-4EFD-9CD8-05071382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611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r₂ / ángulo 2</a:t>
            </a:r>
          </a:p>
        </p:txBody>
      </p:sp>
    </p:spTree>
    <p:extLst>
      <p:ext uri="{BB962C8B-B14F-4D97-AF65-F5344CB8AC3E}">
        <p14:creationId xmlns:p14="http://schemas.microsoft.com/office/powerpoint/2010/main" val="346025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2026-07-31T14:01:25.1570000Z</dcterms:created>
  <dcterms:modified xsi:type="dcterms:W3CDTF">2026-07-31T14:01:25.1570000Z</dcterms:modified>
</coreProperties>
</file>