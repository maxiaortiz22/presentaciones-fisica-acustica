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18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Condiciones del registro</a:t>
            </a:r>
          </a:p>
        </p:txBody>
      </p:sp>
      <p:cxnSp>
        <p:nvCxnSpPr>
          <p:cNvPr id="6" name="U08-DG-018_CONNECTOR_01"/>
          <p:cNvCxnSpPr/>
          <p:nvPr/>
        </p:nvCxnSpPr>
        <p:spPr>
          <a:xfrm flipH="1" flipV="1">
            <a:off x="5453481" y="2897504"/>
            <a:ext cx="650139" cy="366903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18_CONNECTOR_02"/>
          <p:cNvCxnSpPr/>
          <p:nvPr/>
        </p:nvCxnSpPr>
        <p:spPr>
          <a:xfrm flipH="1" flipV="1">
            <a:off x="3141597" y="3413052"/>
            <a:ext cx="1553389" cy="340559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18_CONNECTOR_03"/>
          <p:cNvCxnSpPr/>
          <p:nvPr/>
        </p:nvCxnSpPr>
        <p:spPr>
          <a:xfrm flipH="1">
            <a:off x="3288011" y="4242816"/>
            <a:ext cx="2815609" cy="291638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18_CONNECTOR_04"/>
          <p:cNvCxnSpPr/>
          <p:nvPr/>
        </p:nvCxnSpPr>
        <p:spPr>
          <a:xfrm>
            <a:off x="6103620" y="4242816"/>
            <a:ext cx="1515331" cy="291638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18_CONNECTOR_05"/>
          <p:cNvCxnSpPr/>
          <p:nvPr/>
        </p:nvCxnSpPr>
        <p:spPr>
          <a:xfrm flipV="1">
            <a:off x="7512253" y="3413052"/>
            <a:ext cx="253112" cy="340559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18_NODE_01"/>
          <p:cNvSpPr/>
          <p:nvPr/>
        </p:nvSpPr>
        <p:spPr>
          <a:xfrm>
            <a:off x="4694986" y="3264407"/>
            <a:ext cx="2817266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1">
                <a:solidFill>
                  <a:srgbClr val="3D3D3D"/>
                </a:solidFill>
                <a:latin typeface="Aptos"/>
              </a:rPr>
              <a:t>Registro</a:t>
            </a:r>
          </a:p>
        </p:txBody>
      </p:sp>
      <p:sp>
        <p:nvSpPr>
          <p:cNvPr id="12" name="U08-DG-018_NODE_02"/>
          <p:cNvSpPr/>
          <p:nvPr/>
        </p:nvSpPr>
        <p:spPr>
          <a:xfrm>
            <a:off x="4261561" y="1968017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Ambiente</a:t>
            </a:r>
          </a:p>
        </p:txBody>
      </p:sp>
      <p:sp>
        <p:nvSpPr>
          <p:cNvPr id="13" name="U08-DG-018_NODE_03"/>
          <p:cNvSpPr/>
          <p:nvPr/>
        </p:nvSpPr>
        <p:spPr>
          <a:xfrm>
            <a:off x="757757" y="2948309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Equipo</a:t>
            </a:r>
          </a:p>
        </p:txBody>
      </p:sp>
      <p:sp>
        <p:nvSpPr>
          <p:cNvPr id="14" name="U08-DG-018_NODE_04"/>
          <p:cNvSpPr/>
          <p:nvPr/>
        </p:nvSpPr>
        <p:spPr>
          <a:xfrm>
            <a:off x="2096091" y="4534454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Sensor</a:t>
            </a:r>
          </a:p>
        </p:txBody>
      </p:sp>
      <p:sp>
        <p:nvSpPr>
          <p:cNvPr id="15" name="U08-DG-018_NODE_05"/>
          <p:cNvSpPr/>
          <p:nvPr/>
        </p:nvSpPr>
        <p:spPr>
          <a:xfrm>
            <a:off x="6427031" y="4534454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Protocolo</a:t>
            </a:r>
          </a:p>
        </p:txBody>
      </p:sp>
      <p:sp>
        <p:nvSpPr>
          <p:cNvPr id="16" name="U08-DG-018_NODE_06"/>
          <p:cNvSpPr/>
          <p:nvPr/>
        </p:nvSpPr>
        <p:spPr>
          <a:xfrm>
            <a:off x="7765365" y="2948309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Persona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