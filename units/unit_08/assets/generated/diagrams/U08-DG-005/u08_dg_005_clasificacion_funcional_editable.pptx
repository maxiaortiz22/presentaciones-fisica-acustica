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05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Clasificación funcional</a:t>
            </a:r>
          </a:p>
        </p:txBody>
      </p:sp>
      <p:sp>
        <p:nvSpPr>
          <p:cNvPr id="6" name="U08-DG-005_NODE_01"/>
          <p:cNvSpPr/>
          <p:nvPr/>
        </p:nvSpPr>
        <p:spPr>
          <a:xfrm>
            <a:off x="1769364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Transmisión
oído externo/medio</a:t>
            </a:r>
          </a:p>
        </p:txBody>
      </p:sp>
      <p:sp>
        <p:nvSpPr>
          <p:cNvPr id="7" name="U08-DG-005_NODE_02"/>
          <p:cNvSpPr/>
          <p:nvPr/>
        </p:nvSpPr>
        <p:spPr>
          <a:xfrm>
            <a:off x="4731105" y="2628442"/>
            <a:ext cx="2817266" cy="210357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Cóclea o vía neural
respuesta sensorial</a:t>
            </a:r>
          </a:p>
        </p:txBody>
      </p:sp>
      <p:sp>
        <p:nvSpPr>
          <p:cNvPr id="8" name="U08-DG-005_NODE_03"/>
          <p:cNvSpPr/>
          <p:nvPr/>
        </p:nvSpPr>
        <p:spPr>
          <a:xfrm>
            <a:off x="7692847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Combinación
componentes coexistentes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