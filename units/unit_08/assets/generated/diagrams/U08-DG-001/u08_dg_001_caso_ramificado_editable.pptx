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01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Caso ramificado</a:t>
            </a:r>
          </a:p>
        </p:txBody>
      </p:sp>
      <p:cxnSp>
        <p:nvCxnSpPr>
          <p:cNvPr id="6" name="U08-DG-001_CONNECTOR_01"/>
          <p:cNvCxnSpPr/>
          <p:nvPr/>
        </p:nvCxnSpPr>
        <p:spPr>
          <a:xfrm flipH="1" flipV="1">
            <a:off x="5453481" y="2897504"/>
            <a:ext cx="650139" cy="366903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01_CONNECTOR_02"/>
          <p:cNvCxnSpPr/>
          <p:nvPr/>
        </p:nvCxnSpPr>
        <p:spPr>
          <a:xfrm flipH="1">
            <a:off x="3454862" y="3753611"/>
            <a:ext cx="1240124" cy="807187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01_CONNECTOR_03"/>
          <p:cNvCxnSpPr/>
          <p:nvPr/>
        </p:nvCxnSpPr>
        <p:spPr>
          <a:xfrm flipH="1">
            <a:off x="7452100" y="3753611"/>
            <a:ext cx="60153" cy="807187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U08-DG-001_NODE_01"/>
          <p:cNvSpPr/>
          <p:nvPr/>
        </p:nvSpPr>
        <p:spPr>
          <a:xfrm>
            <a:off x="4694986" y="3264407"/>
            <a:ext cx="2817266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1">
                <a:solidFill>
                  <a:srgbClr val="3D3D3D"/>
                </a:solidFill>
                <a:latin typeface="Aptos"/>
              </a:rPr>
              <a:t>Caso inicial</a:t>
            </a:r>
          </a:p>
        </p:txBody>
      </p:sp>
      <p:sp>
        <p:nvSpPr>
          <p:cNvPr id="10" name="U08-DG-001_NODE_02"/>
          <p:cNvSpPr/>
          <p:nvPr/>
        </p:nvSpPr>
        <p:spPr>
          <a:xfrm>
            <a:off x="4261561" y="1968017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Exposición
¿qué ocurrió?</a:t>
            </a:r>
          </a:p>
        </p:txBody>
      </p:sp>
      <p:sp>
        <p:nvSpPr>
          <p:cNvPr id="11" name="U08-DG-001_NODE_03"/>
          <p:cNvSpPr/>
          <p:nvPr/>
        </p:nvSpPr>
        <p:spPr>
          <a:xfrm>
            <a:off x="1071021" y="4096054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Percepción
¿qué refiere?</a:t>
            </a:r>
          </a:p>
        </p:txBody>
      </p:sp>
      <p:sp>
        <p:nvSpPr>
          <p:cNvPr id="12" name="U08-DG-001_NODE_04"/>
          <p:cNvSpPr/>
          <p:nvPr/>
        </p:nvSpPr>
        <p:spPr>
          <a:xfrm>
            <a:off x="7452100" y="4096054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Medición
¿qué se obtuvo?</a:t>
            </a:r>
          </a:p>
        </p:txBody>
      </p:sp>
      <p:sp>
        <p:nvSpPr>
          <p:cNvPr id="13" name="U08-DG-001_LABEL_01"/>
          <p:cNvSpPr txBox="1"/>
          <p:nvPr/>
        </p:nvSpPr>
        <p:spPr>
          <a:xfrm>
            <a:off x="4887010" y="1602257"/>
            <a:ext cx="1783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exposición</a:t>
            </a:r>
          </a:p>
        </p:txBody>
      </p:sp>
      <p:sp>
        <p:nvSpPr>
          <p:cNvPr id="14" name="U08-DG-001_LABEL_02"/>
          <p:cNvSpPr txBox="1"/>
          <p:nvPr/>
        </p:nvSpPr>
        <p:spPr>
          <a:xfrm>
            <a:off x="3183384" y="2898647"/>
            <a:ext cx="1783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percepción</a:t>
            </a:r>
          </a:p>
        </p:txBody>
      </p:sp>
      <p:sp>
        <p:nvSpPr>
          <p:cNvPr id="15" name="U08-DG-001_LABEL_03"/>
          <p:cNvSpPr txBox="1"/>
          <p:nvPr/>
        </p:nvSpPr>
        <p:spPr>
          <a:xfrm>
            <a:off x="7628480" y="4001757"/>
            <a:ext cx="15636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medición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