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1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Construcción del timpanograma</a:t>
            </a:r>
          </a:p>
        </p:txBody>
      </p:sp>
      <p:cxnSp>
        <p:nvCxnSpPr>
          <p:cNvPr id="6" name="U08-DG-031_CONNECTOR_01"/>
          <p:cNvCxnSpPr/>
          <p:nvPr/>
        </p:nvCxnSpPr>
        <p:spPr>
          <a:xfrm>
            <a:off x="5345125" y="2726283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1_CONNECTOR_02"/>
          <p:cNvCxnSpPr/>
          <p:nvPr/>
        </p:nvCxnSpPr>
        <p:spPr>
          <a:xfrm>
            <a:off x="8487460" y="3264407"/>
            <a:ext cx="0" cy="68488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1_CONNECTOR_03"/>
          <p:cNvCxnSpPr/>
          <p:nvPr/>
        </p:nvCxnSpPr>
        <p:spPr>
          <a:xfrm flipH="1">
            <a:off x="5345125" y="4487418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31_NODE_01"/>
          <p:cNvSpPr/>
          <p:nvPr/>
        </p:nvSpPr>
        <p:spPr>
          <a:xfrm>
            <a:off x="2094433" y="2188159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1. Cambiar presión</a:t>
            </a:r>
          </a:p>
        </p:txBody>
      </p:sp>
      <p:sp>
        <p:nvSpPr>
          <p:cNvPr id="10" name="U08-DG-031_NODE_02"/>
          <p:cNvSpPr/>
          <p:nvPr/>
        </p:nvSpPr>
        <p:spPr>
          <a:xfrm>
            <a:off x="6862114" y="2188159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2. Medir respuesta</a:t>
            </a:r>
          </a:p>
        </p:txBody>
      </p:sp>
      <p:sp>
        <p:nvSpPr>
          <p:cNvPr id="11" name="U08-DG-031_NODE_03"/>
          <p:cNvSpPr/>
          <p:nvPr/>
        </p:nvSpPr>
        <p:spPr>
          <a:xfrm>
            <a:off x="6862114" y="3949293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3. Ubicar un punto</a:t>
            </a:r>
          </a:p>
        </p:txBody>
      </p:sp>
      <p:sp>
        <p:nvSpPr>
          <p:cNvPr id="12" name="U08-DG-031_NODE_04"/>
          <p:cNvSpPr/>
          <p:nvPr/>
        </p:nvSpPr>
        <p:spPr>
          <a:xfrm>
            <a:off x="2094433" y="3949293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4. Repetir y trazar</a:t>
            </a:r>
          </a:p>
        </p:txBody>
      </p:sp>
      <p:sp>
        <p:nvSpPr>
          <p:cNvPr id="13" name="U08-DG-031_LABEL_01"/>
          <p:cNvSpPr txBox="1"/>
          <p:nvPr/>
        </p:nvSpPr>
        <p:spPr>
          <a:xfrm>
            <a:off x="5600699" y="1822399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medir</a:t>
            </a:r>
          </a:p>
        </p:txBody>
      </p:sp>
      <p:sp>
        <p:nvSpPr>
          <p:cNvPr id="14" name="U08-DG-031_LABEL_02"/>
          <p:cNvSpPr txBox="1"/>
          <p:nvPr/>
        </p:nvSpPr>
        <p:spPr>
          <a:xfrm>
            <a:off x="8633764" y="3451402"/>
            <a:ext cx="125272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ubicar</a:t>
            </a:r>
          </a:p>
        </p:txBody>
      </p:sp>
      <p:sp>
        <p:nvSpPr>
          <p:cNvPr id="15" name="U08-DG-031_LABEL_03"/>
          <p:cNvSpPr txBox="1"/>
          <p:nvPr/>
        </p:nvSpPr>
        <p:spPr>
          <a:xfrm>
            <a:off x="5445251" y="3583533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repetir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