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44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Bandas, canales y perceptos</a:t>
            </a:r>
          </a:p>
        </p:txBody>
      </p:sp>
      <p:cxnSp>
        <p:nvCxnSpPr>
          <p:cNvPr id="6" name="U08-DG-044_CONNECTOR_01"/>
          <p:cNvCxnSpPr/>
          <p:nvPr/>
        </p:nvCxnSpPr>
        <p:spPr>
          <a:xfrm>
            <a:off x="6103620" y="2677363"/>
            <a:ext cx="0" cy="293522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44_CONNECTOR_02"/>
          <p:cNvCxnSpPr/>
          <p:nvPr/>
        </p:nvCxnSpPr>
        <p:spPr>
          <a:xfrm>
            <a:off x="6103620" y="3557930"/>
            <a:ext cx="0" cy="293522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44_CONNECTOR_03"/>
          <p:cNvCxnSpPr/>
          <p:nvPr/>
        </p:nvCxnSpPr>
        <p:spPr>
          <a:xfrm>
            <a:off x="6103620" y="4438497"/>
            <a:ext cx="0" cy="293523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U08-DG-044_NODE_01"/>
          <p:cNvSpPr/>
          <p:nvPr/>
        </p:nvSpPr>
        <p:spPr>
          <a:xfrm>
            <a:off x="2852928" y="2090318"/>
            <a:ext cx="6501383" cy="587044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Bandas analizadas</a:t>
            </a:r>
          </a:p>
        </p:txBody>
      </p:sp>
      <p:sp>
        <p:nvSpPr>
          <p:cNvPr id="10" name="U08-DG-044_NODE_02"/>
          <p:cNvSpPr/>
          <p:nvPr/>
        </p:nvSpPr>
        <p:spPr>
          <a:xfrm>
            <a:off x="2852928" y="2970885"/>
            <a:ext cx="6501383" cy="587044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Canales programados</a:t>
            </a:r>
          </a:p>
        </p:txBody>
      </p:sp>
      <p:sp>
        <p:nvSpPr>
          <p:cNvPr id="11" name="U08-DG-044_NODE_03"/>
          <p:cNvSpPr/>
          <p:nvPr/>
        </p:nvSpPr>
        <p:spPr>
          <a:xfrm>
            <a:off x="2852928" y="3851452"/>
            <a:ext cx="6501383" cy="587044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Electrodos activos</a:t>
            </a:r>
          </a:p>
        </p:txBody>
      </p:sp>
      <p:sp>
        <p:nvSpPr>
          <p:cNvPr id="12" name="U08-DG-044_NODE_04"/>
          <p:cNvSpPr/>
          <p:nvPr/>
        </p:nvSpPr>
        <p:spPr>
          <a:xfrm>
            <a:off x="2852928" y="4732020"/>
            <a:ext cx="6501383" cy="587044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Perceptos posibles</a:t>
            </a:r>
          </a:p>
        </p:txBody>
      </p:sp>
      <p:sp>
        <p:nvSpPr>
          <p:cNvPr id="13" name="U08-DG-044_LABEL_01"/>
          <p:cNvSpPr txBox="1"/>
          <p:nvPr/>
        </p:nvSpPr>
        <p:spPr>
          <a:xfrm>
            <a:off x="6249924" y="2668676"/>
            <a:ext cx="171907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no es 1:1</a:t>
            </a:r>
          </a:p>
        </p:txBody>
      </p:sp>
      <p:sp>
        <p:nvSpPr>
          <p:cNvPr id="14" name="U08-DG-044_LABEL_02"/>
          <p:cNvSpPr txBox="1"/>
          <p:nvPr/>
        </p:nvSpPr>
        <p:spPr>
          <a:xfrm>
            <a:off x="6249924" y="3549243"/>
            <a:ext cx="20299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interacción</a:t>
            </a:r>
          </a:p>
        </p:txBody>
      </p:sp>
      <p:sp>
        <p:nvSpPr>
          <p:cNvPr id="15" name="U08-DG-044_LABEL_03"/>
          <p:cNvSpPr txBox="1"/>
          <p:nvPr/>
        </p:nvSpPr>
        <p:spPr>
          <a:xfrm>
            <a:off x="6249924" y="4429810"/>
            <a:ext cx="36576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depende del sistema neural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