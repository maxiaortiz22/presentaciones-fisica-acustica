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4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Condiciones de audiometría</a:t>
            </a:r>
          </a:p>
        </p:txBody>
      </p:sp>
      <p:cxnSp>
        <p:nvCxnSpPr>
          <p:cNvPr id="6" name="U08-DG-024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24_CONNECTOR_02"/>
          <p:cNvCxnSpPr/>
          <p:nvPr/>
        </p:nvCxnSpPr>
        <p:spPr>
          <a:xfrm flipH="1" flipV="1">
            <a:off x="3454862" y="3142107"/>
            <a:ext cx="1240124" cy="611504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24_CONNECTOR_03"/>
          <p:cNvCxnSpPr/>
          <p:nvPr/>
        </p:nvCxnSpPr>
        <p:spPr>
          <a:xfrm flipH="1">
            <a:off x="3454862" y="3753611"/>
            <a:ext cx="1240124" cy="807187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24_CONNECTOR_04"/>
          <p:cNvCxnSpPr/>
          <p:nvPr/>
        </p:nvCxnSpPr>
        <p:spPr>
          <a:xfrm flipH="1">
            <a:off x="5453481" y="4242816"/>
            <a:ext cx="650139" cy="562584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24_CONNECTOR_05"/>
          <p:cNvCxnSpPr/>
          <p:nvPr/>
        </p:nvCxnSpPr>
        <p:spPr>
          <a:xfrm flipH="1">
            <a:off x="7452100" y="3753611"/>
            <a:ext cx="60153" cy="807187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U08-DG-024_CONNECTOR_06"/>
          <p:cNvCxnSpPr/>
          <p:nvPr/>
        </p:nvCxnSpPr>
        <p:spPr>
          <a:xfrm flipH="1" flipV="1">
            <a:off x="7452100" y="3142107"/>
            <a:ext cx="60153" cy="611504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U08-DG-024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Audiograma</a:t>
            </a:r>
          </a:p>
        </p:txBody>
      </p:sp>
      <p:sp>
        <p:nvSpPr>
          <p:cNvPr id="13" name="U08-DG-024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Calibración</a:t>
            </a:r>
          </a:p>
        </p:txBody>
      </p:sp>
      <p:sp>
        <p:nvSpPr>
          <p:cNvPr id="14" name="U08-DG-024_NODE_03"/>
          <p:cNvSpPr/>
          <p:nvPr/>
        </p:nvSpPr>
        <p:spPr>
          <a:xfrm>
            <a:off x="1071021" y="2677363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Transductor</a:t>
            </a:r>
          </a:p>
        </p:txBody>
      </p:sp>
      <p:sp>
        <p:nvSpPr>
          <p:cNvPr id="15" name="U08-DG-024_NODE_04"/>
          <p:cNvSpPr/>
          <p:nvPr/>
        </p:nvSpPr>
        <p:spPr>
          <a:xfrm>
            <a:off x="1071021" y="40960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Ambiente</a:t>
            </a:r>
          </a:p>
        </p:txBody>
      </p:sp>
      <p:sp>
        <p:nvSpPr>
          <p:cNvPr id="16" name="U08-DG-024_NODE_05"/>
          <p:cNvSpPr/>
          <p:nvPr/>
        </p:nvSpPr>
        <p:spPr>
          <a:xfrm>
            <a:off x="4261561" y="4805400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Consigna</a:t>
            </a:r>
          </a:p>
        </p:txBody>
      </p:sp>
      <p:sp>
        <p:nvSpPr>
          <p:cNvPr id="17" name="U08-DG-024_NODE_06"/>
          <p:cNvSpPr/>
          <p:nvPr/>
        </p:nvSpPr>
        <p:spPr>
          <a:xfrm>
            <a:off x="7452100" y="40960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Respuesta</a:t>
            </a:r>
          </a:p>
        </p:txBody>
      </p:sp>
      <p:sp>
        <p:nvSpPr>
          <p:cNvPr id="18" name="U08-DG-024_NODE_07"/>
          <p:cNvSpPr/>
          <p:nvPr/>
        </p:nvSpPr>
        <p:spPr>
          <a:xfrm>
            <a:off x="7452100" y="2677363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Enmascaramiento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