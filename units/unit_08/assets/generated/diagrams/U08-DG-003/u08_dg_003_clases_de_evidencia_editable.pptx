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3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Clases de evidencia</a:t>
            </a:r>
          </a:p>
        </p:txBody>
      </p:sp>
      <p:cxnSp>
        <p:nvCxnSpPr>
          <p:cNvPr id="6" name="U08-DG-003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03_CONNECTOR_02"/>
          <p:cNvCxnSpPr/>
          <p:nvPr/>
        </p:nvCxnSpPr>
        <p:spPr>
          <a:xfrm flipH="1">
            <a:off x="2961284" y="3753611"/>
            <a:ext cx="1733702" cy="97841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03_CONNECTOR_03"/>
          <p:cNvCxnSpPr/>
          <p:nvPr/>
        </p:nvCxnSpPr>
        <p:spPr>
          <a:xfrm flipH="1">
            <a:off x="5453481" y="4242816"/>
            <a:ext cx="650139" cy="562584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03_CONNECTOR_04"/>
          <p:cNvCxnSpPr/>
          <p:nvPr/>
        </p:nvCxnSpPr>
        <p:spPr>
          <a:xfrm>
            <a:off x="7512253" y="3753611"/>
            <a:ext cx="433425" cy="97841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U08-DG-003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Exposición
ruido y tiempo</a:t>
            </a:r>
          </a:p>
        </p:txBody>
      </p:sp>
      <p:sp>
        <p:nvSpPr>
          <p:cNvPr id="11" name="U08-DG-003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Alteración
cambio funcional</a:t>
            </a:r>
          </a:p>
        </p:txBody>
      </p:sp>
      <p:sp>
        <p:nvSpPr>
          <p:cNvPr id="12" name="U08-DG-003_NODE_03"/>
          <p:cNvSpPr/>
          <p:nvPr/>
        </p:nvSpPr>
        <p:spPr>
          <a:xfrm>
            <a:off x="577443" y="3386708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Síntoma
experiencia referida</a:t>
            </a:r>
          </a:p>
        </p:txBody>
      </p:sp>
      <p:sp>
        <p:nvSpPr>
          <p:cNvPr id="13" name="U08-DG-003_NODE_04"/>
          <p:cNvSpPr/>
          <p:nvPr/>
        </p:nvSpPr>
        <p:spPr>
          <a:xfrm>
            <a:off x="4261561" y="4805400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Resultado
dato de una prueba</a:t>
            </a:r>
          </a:p>
        </p:txBody>
      </p:sp>
      <p:sp>
        <p:nvSpPr>
          <p:cNvPr id="14" name="U08-DG-003_NODE_05"/>
          <p:cNvSpPr/>
          <p:nvPr/>
        </p:nvSpPr>
        <p:spPr>
          <a:xfrm>
            <a:off x="7945678" y="33867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Limitación
actividad y participación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