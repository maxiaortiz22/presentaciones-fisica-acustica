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19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Batería y discrepancia</a:t>
            </a:r>
          </a:p>
        </p:txBody>
      </p:sp>
      <p:cxnSp>
        <p:nvCxnSpPr>
          <p:cNvPr id="6" name="U08-DG-019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19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19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19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19_CONNECTOR_05"/>
          <p:cNvCxnSpPr/>
          <p:nvPr/>
        </p:nvCxnSpPr>
        <p:spPr>
          <a:xfrm flipH="1">
            <a:off x="3828135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19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Pregunta</a:t>
            </a:r>
          </a:p>
        </p:txBody>
      </p:sp>
      <p:sp>
        <p:nvSpPr>
          <p:cNvPr id="12" name="U08-DG-019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Pruebas</a:t>
            </a:r>
          </a:p>
        </p:txBody>
      </p:sp>
      <p:sp>
        <p:nvSpPr>
          <p:cNvPr id="13" name="U08-DG-019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Comparar resultados</a:t>
            </a:r>
          </a:p>
        </p:txBody>
      </p:sp>
      <p:sp>
        <p:nvSpPr>
          <p:cNvPr id="14" name="U08-DG-019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Discrepancia</a:t>
            </a:r>
          </a:p>
        </p:txBody>
      </p:sp>
      <p:sp>
        <p:nvSpPr>
          <p:cNvPr id="15" name="U08-DG-019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Revisar condiciones</a:t>
            </a:r>
          </a:p>
        </p:txBody>
      </p:sp>
      <p:sp>
        <p:nvSpPr>
          <p:cNvPr id="16" name="U08-DG-019_NODE_06"/>
          <p:cNvSpPr/>
          <p:nvPr/>
        </p:nvSpPr>
        <p:spPr>
          <a:xfrm>
            <a:off x="1444294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Nueva pregunta</a:t>
            </a:r>
          </a:p>
        </p:txBody>
      </p:sp>
      <p:sp>
        <p:nvSpPr>
          <p:cNvPr id="17" name="U08-DG-019_LABEL_01"/>
          <p:cNvSpPr txBox="1"/>
          <p:nvPr/>
        </p:nvSpPr>
        <p:spPr>
          <a:xfrm>
            <a:off x="3684460" y="1675638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orienta</a:t>
            </a:r>
          </a:p>
        </p:txBody>
      </p:sp>
      <p:sp>
        <p:nvSpPr>
          <p:cNvPr id="18" name="U08-DG-019_LABEL_02"/>
          <p:cNvSpPr txBox="1"/>
          <p:nvPr/>
        </p:nvSpPr>
        <p:spPr>
          <a:xfrm>
            <a:off x="6864515" y="1675638"/>
            <a:ext cx="1783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contrastar</a:t>
            </a:r>
          </a:p>
        </p:txBody>
      </p:sp>
      <p:sp>
        <p:nvSpPr>
          <p:cNvPr id="19" name="U08-DG-019_LABEL_03"/>
          <p:cNvSpPr txBox="1"/>
          <p:nvPr/>
        </p:nvSpPr>
        <p:spPr>
          <a:xfrm>
            <a:off x="9608972" y="3378022"/>
            <a:ext cx="1783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si aparece</a:t>
            </a:r>
          </a:p>
        </p:txBody>
      </p:sp>
      <p:sp>
        <p:nvSpPr>
          <p:cNvPr id="20" name="U08-DG-019_LABEL_04"/>
          <p:cNvSpPr txBox="1"/>
          <p:nvPr/>
        </p:nvSpPr>
        <p:spPr>
          <a:xfrm>
            <a:off x="7175411" y="3534613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volver</a:t>
            </a:r>
          </a:p>
        </p:txBody>
      </p:sp>
      <p:sp>
        <p:nvSpPr>
          <p:cNvPr id="21" name="U08-DG-019_LABEL_05"/>
          <p:cNvSpPr txBox="1"/>
          <p:nvPr/>
        </p:nvSpPr>
        <p:spPr>
          <a:xfrm>
            <a:off x="3684460" y="3534613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ampliar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