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2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Ejemplo de ganancia</a:t>
            </a:r>
          </a:p>
        </p:txBody>
      </p:sp>
      <p:cxnSp>
        <p:nvCxnSpPr>
          <p:cNvPr id="6" name="U08-DG-042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42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42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42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42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Entrada
60 dB SPL</a:t>
            </a:r>
          </a:p>
        </p:txBody>
      </p:sp>
      <p:sp>
        <p:nvSpPr>
          <p:cNvPr id="11" name="U08-DG-042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Salida
82 dB SPL</a:t>
            </a:r>
          </a:p>
        </p:txBody>
      </p:sp>
      <p:sp>
        <p:nvSpPr>
          <p:cNvPr id="12" name="U08-DG-042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Resta
82 − 60</a:t>
            </a:r>
          </a:p>
        </p:txBody>
      </p:sp>
      <p:sp>
        <p:nvSpPr>
          <p:cNvPr id="13" name="U08-DG-042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Ganancia
22 dB</a:t>
            </a:r>
          </a:p>
        </p:txBody>
      </p:sp>
      <p:sp>
        <p:nvSpPr>
          <p:cNvPr id="14" name="U08-DG-042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Límite
no equivale a beneficio</a:t>
            </a:r>
          </a:p>
        </p:txBody>
      </p:sp>
      <p:sp>
        <p:nvSpPr>
          <p:cNvPr id="15" name="U08-DG-042_LABEL_01"/>
          <p:cNvSpPr txBox="1"/>
          <p:nvPr/>
        </p:nvSpPr>
        <p:spPr>
          <a:xfrm>
            <a:off x="3606736" y="1675638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comparar</a:t>
            </a:r>
          </a:p>
        </p:txBody>
      </p:sp>
      <p:sp>
        <p:nvSpPr>
          <p:cNvPr id="16" name="U08-DG-042_LABEL_02"/>
          <p:cNvSpPr txBox="1"/>
          <p:nvPr/>
        </p:nvSpPr>
        <p:spPr>
          <a:xfrm>
            <a:off x="7175411" y="1675638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restar</a:t>
            </a:r>
          </a:p>
        </p:txBody>
      </p:sp>
      <p:sp>
        <p:nvSpPr>
          <p:cNvPr id="17" name="U08-DG-042_LABEL_03"/>
          <p:cNvSpPr txBox="1"/>
          <p:nvPr/>
        </p:nvSpPr>
        <p:spPr>
          <a:xfrm>
            <a:off x="9608972" y="3378022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expresar</a:t>
            </a:r>
          </a:p>
        </p:txBody>
      </p:sp>
      <p:sp>
        <p:nvSpPr>
          <p:cNvPr id="18" name="U08-DG-042_LABEL_04"/>
          <p:cNvSpPr txBox="1"/>
          <p:nvPr/>
        </p:nvSpPr>
        <p:spPr>
          <a:xfrm>
            <a:off x="6841655" y="3534613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interpretar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