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12648" y="246888"/>
            <a:ext cx="3657600" cy="54864"/>
          </a:xfrm>
          <a:prstGeom prst="rect">
            <a:avLst/>
          </a:prstGeom>
          <a:solidFill>
            <a:srgbClr val="4D1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61688" y="246888"/>
            <a:ext cx="3657600" cy="54864"/>
          </a:xfrm>
          <a:prstGeom prst="rect">
            <a:avLst/>
          </a:prstGeom>
          <a:solidFill>
            <a:srgbClr val="9031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10727" y="246888"/>
            <a:ext cx="3465576" cy="54864"/>
          </a:xfrm>
          <a:prstGeom prst="rect">
            <a:avLst/>
          </a:prstGeom>
          <a:solidFill>
            <a:srgbClr val="969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U08-DG-051_TITLE"/>
          <p:cNvSpPr txBox="1"/>
          <p:nvPr/>
        </p:nvSpPr>
        <p:spPr>
          <a:xfrm>
            <a:off x="713232" y="512064"/>
            <a:ext cx="107899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D3D3D"/>
                </a:solidFill>
                <a:latin typeface="Aptos Display"/>
              </a:rPr>
              <a:t>Seis preguntas transferibles</a:t>
            </a:r>
          </a:p>
        </p:txBody>
      </p:sp>
      <p:sp>
        <p:nvSpPr>
          <p:cNvPr id="6" name="U08-DG-051_NODE_01"/>
          <p:cNvSpPr/>
          <p:nvPr/>
        </p:nvSpPr>
        <p:spPr>
          <a:xfrm>
            <a:off x="1661007" y="1405432"/>
            <a:ext cx="2600553" cy="978408"/>
          </a:xfrm>
          <a:prstGeom prst="roundRect">
            <a:avLst/>
          </a:prstGeom>
          <a:solidFill>
            <a:srgbClr val="E7F1F1"/>
          </a:solidFill>
          <a:ln w="19050">
            <a:solidFill>
              <a:srgbClr val="2F7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¿Qué entra?</a:t>
            </a:r>
          </a:p>
        </p:txBody>
      </p:sp>
      <p:sp>
        <p:nvSpPr>
          <p:cNvPr id="7" name="U08-DG-051_NODE_02"/>
          <p:cNvSpPr/>
          <p:nvPr/>
        </p:nvSpPr>
        <p:spPr>
          <a:xfrm>
            <a:off x="4622749" y="1405432"/>
            <a:ext cx="2600553" cy="978408"/>
          </a:xfrm>
          <a:prstGeom prst="roundRect">
            <a:avLst/>
          </a:prstGeom>
          <a:solidFill>
            <a:srgbClr val="F7F6F2"/>
          </a:solidFill>
          <a:ln w="19050">
            <a:solidFill>
              <a:srgbClr val="903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¿Qué sistema?</a:t>
            </a:r>
          </a:p>
        </p:txBody>
      </p:sp>
      <p:sp>
        <p:nvSpPr>
          <p:cNvPr id="8" name="U08-DG-051_NODE_03"/>
          <p:cNvSpPr/>
          <p:nvPr/>
        </p:nvSpPr>
        <p:spPr>
          <a:xfrm>
            <a:off x="7584490" y="1405432"/>
            <a:ext cx="2600553" cy="978408"/>
          </a:xfrm>
          <a:prstGeom prst="roundRect">
            <a:avLst/>
          </a:prstGeom>
          <a:solidFill>
            <a:srgbClr val="E7F1F1"/>
          </a:solidFill>
          <a:ln w="19050">
            <a:solidFill>
              <a:srgbClr val="2F7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¿Qué se transforma?</a:t>
            </a:r>
          </a:p>
        </p:txBody>
      </p:sp>
      <p:sp>
        <p:nvSpPr>
          <p:cNvPr id="9" name="U08-DG-051_NODE_04"/>
          <p:cNvSpPr/>
          <p:nvPr/>
        </p:nvSpPr>
        <p:spPr>
          <a:xfrm>
            <a:off x="1661007" y="3215487"/>
            <a:ext cx="2600553" cy="978408"/>
          </a:xfrm>
          <a:prstGeom prst="roundRect">
            <a:avLst/>
          </a:prstGeom>
          <a:solidFill>
            <a:srgbClr val="F7F6F2"/>
          </a:solidFill>
          <a:ln w="19050">
            <a:solidFill>
              <a:srgbClr val="903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¿Qué se registra o entrega?</a:t>
            </a:r>
          </a:p>
        </p:txBody>
      </p:sp>
      <p:sp>
        <p:nvSpPr>
          <p:cNvPr id="10" name="U08-DG-051_NODE_05"/>
          <p:cNvSpPr/>
          <p:nvPr/>
        </p:nvSpPr>
        <p:spPr>
          <a:xfrm>
            <a:off x="4622749" y="3215487"/>
            <a:ext cx="2600553" cy="978408"/>
          </a:xfrm>
          <a:prstGeom prst="roundRect">
            <a:avLst/>
          </a:prstGeom>
          <a:solidFill>
            <a:srgbClr val="E7F1F1"/>
          </a:solidFill>
          <a:ln w="19050">
            <a:solidFill>
              <a:srgbClr val="2F7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¿En qué unidad?</a:t>
            </a:r>
          </a:p>
        </p:txBody>
      </p:sp>
      <p:sp>
        <p:nvSpPr>
          <p:cNvPr id="11" name="U08-DG-051_NODE_06"/>
          <p:cNvSpPr/>
          <p:nvPr/>
        </p:nvSpPr>
        <p:spPr>
          <a:xfrm>
            <a:off x="7584490" y="3215487"/>
            <a:ext cx="2600553" cy="978408"/>
          </a:xfrm>
          <a:prstGeom prst="roundRect">
            <a:avLst/>
          </a:prstGeom>
          <a:solidFill>
            <a:srgbClr val="F7F6F2"/>
          </a:solidFill>
          <a:ln w="19050">
            <a:solidFill>
              <a:srgbClr val="903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¿Qué no concluye?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6419088"/>
            <a:ext cx="2926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69FA7"/>
                </a:solidFill>
                <a:latin typeface="Aptos"/>
              </a:rPr>
              <a:t>Esquema conceptual; no está a escala.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