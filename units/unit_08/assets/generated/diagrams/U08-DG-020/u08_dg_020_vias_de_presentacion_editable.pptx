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20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Vías de presentación</a:t>
            </a:r>
          </a:p>
        </p:txBody>
      </p:sp>
      <p:cxnSp>
        <p:nvCxnSpPr>
          <p:cNvPr id="6" name="U08-DG-020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20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20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20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20_CONNECTOR_05"/>
          <p:cNvCxnSpPr/>
          <p:nvPr/>
        </p:nvCxnSpPr>
        <p:spPr>
          <a:xfrm flipH="1">
            <a:off x="3828135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20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Generador</a:t>
            </a:r>
          </a:p>
        </p:txBody>
      </p:sp>
      <p:sp>
        <p:nvSpPr>
          <p:cNvPr id="12" name="U08-DG-020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Auricular
presión aérea</a:t>
            </a:r>
          </a:p>
        </p:txBody>
      </p:sp>
      <p:sp>
        <p:nvSpPr>
          <p:cNvPr id="13" name="U08-DG-020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Vibrador
vibración mecánica</a:t>
            </a:r>
          </a:p>
        </p:txBody>
      </p:sp>
      <p:sp>
        <p:nvSpPr>
          <p:cNvPr id="14" name="U08-DG-020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Trayecto aéreo</a:t>
            </a:r>
          </a:p>
        </p:txBody>
      </p:sp>
      <p:sp>
        <p:nvSpPr>
          <p:cNvPr id="15" name="U08-DG-020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Trayecto óseo</a:t>
            </a:r>
          </a:p>
        </p:txBody>
      </p:sp>
      <p:sp>
        <p:nvSpPr>
          <p:cNvPr id="16" name="U08-DG-020_NODE_06"/>
          <p:cNvSpPr/>
          <p:nvPr/>
        </p:nvSpPr>
        <p:spPr>
          <a:xfrm>
            <a:off x="1444294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Tarea de respuesta</a:t>
            </a:r>
          </a:p>
        </p:txBody>
      </p:sp>
      <p:sp>
        <p:nvSpPr>
          <p:cNvPr id="17" name="U08-DG-020_LABEL_01"/>
          <p:cNvSpPr txBox="1"/>
          <p:nvPr/>
        </p:nvSpPr>
        <p:spPr>
          <a:xfrm>
            <a:off x="3862768" y="1675638"/>
            <a:ext cx="960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aire</a:t>
            </a:r>
          </a:p>
        </p:txBody>
      </p:sp>
      <p:sp>
        <p:nvSpPr>
          <p:cNvPr id="18" name="U08-DG-020_LABEL_02"/>
          <p:cNvSpPr txBox="1"/>
          <p:nvPr/>
        </p:nvSpPr>
        <p:spPr>
          <a:xfrm>
            <a:off x="6942239" y="1675638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vibración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