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5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Audífono e implante coclear</a:t>
            </a:r>
          </a:p>
        </p:txBody>
      </p:sp>
      <p:sp>
        <p:nvSpPr>
          <p:cNvPr id="6" name="U08-DG-045_NODE_01"/>
          <p:cNvSpPr/>
          <p:nvPr/>
        </p:nvSpPr>
        <p:spPr>
          <a:xfrm>
            <a:off x="1769364" y="2628442"/>
            <a:ext cx="4225899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Audífono
entrada acústica
procesamiento
salida acústica</a:t>
            </a:r>
          </a:p>
        </p:txBody>
      </p:sp>
      <p:sp>
        <p:nvSpPr>
          <p:cNvPr id="7" name="U08-DG-045_NODE_02"/>
          <p:cNvSpPr/>
          <p:nvPr/>
        </p:nvSpPr>
        <p:spPr>
          <a:xfrm>
            <a:off x="6211976" y="2628442"/>
            <a:ext cx="4225899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Implante coclear
entrada acústica
codificación
salida eléctrica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