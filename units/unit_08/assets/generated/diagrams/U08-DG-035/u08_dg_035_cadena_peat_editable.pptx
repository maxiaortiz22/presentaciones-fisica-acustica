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35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Cadena PEAT</a:t>
            </a:r>
          </a:p>
        </p:txBody>
      </p:sp>
      <p:cxnSp>
        <p:nvCxnSpPr>
          <p:cNvPr id="6" name="U08-DG-035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35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35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35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35_CONNECTOR_05"/>
          <p:cNvCxnSpPr/>
          <p:nvPr/>
        </p:nvCxnSpPr>
        <p:spPr>
          <a:xfrm flipH="1">
            <a:off x="3828135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35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Estímulo</a:t>
            </a:r>
          </a:p>
        </p:txBody>
      </p:sp>
      <p:sp>
        <p:nvSpPr>
          <p:cNvPr id="12" name="U08-DG-035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Transductor</a:t>
            </a:r>
          </a:p>
        </p:txBody>
      </p:sp>
      <p:sp>
        <p:nvSpPr>
          <p:cNvPr id="13" name="U08-DG-035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Vía auditiva</a:t>
            </a:r>
          </a:p>
        </p:txBody>
      </p:sp>
      <p:sp>
        <p:nvSpPr>
          <p:cNvPr id="14" name="U08-DG-035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Electrodos</a:t>
            </a:r>
          </a:p>
        </p:txBody>
      </p:sp>
      <p:sp>
        <p:nvSpPr>
          <p:cNvPr id="15" name="U08-DG-035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Amplificar y promediar</a:t>
            </a:r>
          </a:p>
        </p:txBody>
      </p:sp>
      <p:sp>
        <p:nvSpPr>
          <p:cNvPr id="16" name="U08-DG-035_NODE_06"/>
          <p:cNvSpPr/>
          <p:nvPr/>
        </p:nvSpPr>
        <p:spPr>
          <a:xfrm>
            <a:off x="1444294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V(t)</a:t>
            </a:r>
          </a:p>
        </p:txBody>
      </p:sp>
      <p:sp>
        <p:nvSpPr>
          <p:cNvPr id="17" name="U08-DG-035_LABEL_01"/>
          <p:cNvSpPr txBox="1"/>
          <p:nvPr/>
        </p:nvSpPr>
        <p:spPr>
          <a:xfrm>
            <a:off x="3606736" y="1675638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acústica</a:t>
            </a:r>
          </a:p>
        </p:txBody>
      </p:sp>
      <p:sp>
        <p:nvSpPr>
          <p:cNvPr id="18" name="U08-DG-035_LABEL_02"/>
          <p:cNvSpPr txBox="1"/>
          <p:nvPr/>
        </p:nvSpPr>
        <p:spPr>
          <a:xfrm>
            <a:off x="6942239" y="1675638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respuesta</a:t>
            </a:r>
          </a:p>
        </p:txBody>
      </p:sp>
      <p:sp>
        <p:nvSpPr>
          <p:cNvPr id="19" name="U08-DG-035_LABEL_03"/>
          <p:cNvSpPr txBox="1"/>
          <p:nvPr/>
        </p:nvSpPr>
        <p:spPr>
          <a:xfrm>
            <a:off x="9608972" y="3378022"/>
            <a:ext cx="1828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bioeléctrica</a:t>
            </a:r>
          </a:p>
        </p:txBody>
      </p:sp>
      <p:sp>
        <p:nvSpPr>
          <p:cNvPr id="20" name="U08-DG-035_LABEL_04"/>
          <p:cNvSpPr txBox="1"/>
          <p:nvPr/>
        </p:nvSpPr>
        <p:spPr>
          <a:xfrm>
            <a:off x="7019963" y="3534613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procesar</a:t>
            </a:r>
          </a:p>
        </p:txBody>
      </p:sp>
      <p:sp>
        <p:nvSpPr>
          <p:cNvPr id="21" name="U08-DG-035_LABEL_05"/>
          <p:cNvSpPr txBox="1"/>
          <p:nvPr/>
        </p:nvSpPr>
        <p:spPr>
          <a:xfrm>
            <a:off x="3529012" y="3534613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registrar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