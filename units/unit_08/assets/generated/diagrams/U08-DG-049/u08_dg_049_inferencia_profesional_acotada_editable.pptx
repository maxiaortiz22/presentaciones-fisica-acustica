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49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Inferencia profesional acotada</a:t>
            </a:r>
          </a:p>
        </p:txBody>
      </p:sp>
      <p:sp>
        <p:nvSpPr>
          <p:cNvPr id="6" name="U08-DG-049_NODE_01"/>
          <p:cNvSpPr/>
          <p:nvPr/>
        </p:nvSpPr>
        <p:spPr>
          <a:xfrm>
            <a:off x="1661007" y="1503273"/>
            <a:ext cx="1950415" cy="88056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Dato</a:t>
            </a:r>
          </a:p>
        </p:txBody>
      </p:sp>
      <p:sp>
        <p:nvSpPr>
          <p:cNvPr id="7" name="U08-DG-049_NODE_02"/>
          <p:cNvSpPr/>
          <p:nvPr/>
        </p:nvSpPr>
        <p:spPr>
          <a:xfrm>
            <a:off x="3882313" y="1503273"/>
            <a:ext cx="1950415" cy="88056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Permite</a:t>
            </a:r>
          </a:p>
        </p:txBody>
      </p:sp>
      <p:sp>
        <p:nvSpPr>
          <p:cNvPr id="8" name="U08-DG-049_NODE_03"/>
          <p:cNvSpPr/>
          <p:nvPr/>
        </p:nvSpPr>
        <p:spPr>
          <a:xfrm>
            <a:off x="6103620" y="1503273"/>
            <a:ext cx="1950415" cy="88056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No permite</a:t>
            </a:r>
          </a:p>
        </p:txBody>
      </p:sp>
      <p:sp>
        <p:nvSpPr>
          <p:cNvPr id="9" name="U08-DG-049_NODE_04"/>
          <p:cNvSpPr/>
          <p:nvPr/>
        </p:nvSpPr>
        <p:spPr>
          <a:xfrm>
            <a:off x="8324926" y="1503273"/>
            <a:ext cx="1950415" cy="88056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Siguiente dato</a:t>
            </a:r>
          </a:p>
        </p:txBody>
      </p:sp>
      <p:sp>
        <p:nvSpPr>
          <p:cNvPr id="10" name="U08-DG-049_NODE_05"/>
          <p:cNvSpPr/>
          <p:nvPr/>
        </p:nvSpPr>
        <p:spPr>
          <a:xfrm>
            <a:off x="1661007" y="2408301"/>
            <a:ext cx="1950415" cy="88056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Umbral</a:t>
            </a:r>
          </a:p>
        </p:txBody>
      </p:sp>
      <p:sp>
        <p:nvSpPr>
          <p:cNvPr id="11" name="U08-DG-049_NODE_06"/>
          <p:cNvSpPr/>
          <p:nvPr/>
        </p:nvSpPr>
        <p:spPr>
          <a:xfrm>
            <a:off x="3882313" y="2408301"/>
            <a:ext cx="1950415" cy="88056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describir patrón</a:t>
            </a:r>
          </a:p>
        </p:txBody>
      </p:sp>
      <p:sp>
        <p:nvSpPr>
          <p:cNvPr id="12" name="U08-DG-049_NODE_07"/>
          <p:cNvSpPr/>
          <p:nvPr/>
        </p:nvSpPr>
        <p:spPr>
          <a:xfrm>
            <a:off x="6103620" y="2408301"/>
            <a:ext cx="1950415" cy="88056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nombrar causa</a:t>
            </a:r>
          </a:p>
        </p:txBody>
      </p:sp>
      <p:sp>
        <p:nvSpPr>
          <p:cNvPr id="13" name="U08-DG-049_NODE_08"/>
          <p:cNvSpPr/>
          <p:nvPr/>
        </p:nvSpPr>
        <p:spPr>
          <a:xfrm>
            <a:off x="8324926" y="2408301"/>
            <a:ext cx="1950415" cy="88056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antecedentes</a:t>
            </a:r>
          </a:p>
        </p:txBody>
      </p:sp>
      <p:sp>
        <p:nvSpPr>
          <p:cNvPr id="14" name="U08-DG-049_NODE_09"/>
          <p:cNvSpPr/>
          <p:nvPr/>
        </p:nvSpPr>
        <p:spPr>
          <a:xfrm>
            <a:off x="1661007" y="3313328"/>
            <a:ext cx="1950415" cy="88056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OEA</a:t>
            </a:r>
          </a:p>
        </p:txBody>
      </p:sp>
      <p:sp>
        <p:nvSpPr>
          <p:cNvPr id="15" name="U08-DG-049_NODE_10"/>
          <p:cNvSpPr/>
          <p:nvPr/>
        </p:nvSpPr>
        <p:spPr>
          <a:xfrm>
            <a:off x="3882313" y="3313328"/>
            <a:ext cx="1950415" cy="88056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registrar respuesta</a:t>
            </a:r>
          </a:p>
        </p:txBody>
      </p:sp>
      <p:sp>
        <p:nvSpPr>
          <p:cNvPr id="16" name="U08-DG-049_NODE_11"/>
          <p:cNvSpPr/>
          <p:nvPr/>
        </p:nvSpPr>
        <p:spPr>
          <a:xfrm>
            <a:off x="6103620" y="3313328"/>
            <a:ext cx="1950415" cy="88056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audición global</a:t>
            </a:r>
          </a:p>
        </p:txBody>
      </p:sp>
      <p:sp>
        <p:nvSpPr>
          <p:cNvPr id="17" name="U08-DG-049_NODE_12"/>
          <p:cNvSpPr/>
          <p:nvPr/>
        </p:nvSpPr>
        <p:spPr>
          <a:xfrm>
            <a:off x="8324926" y="3313328"/>
            <a:ext cx="1950415" cy="88056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otras pruebas</a:t>
            </a:r>
          </a:p>
        </p:txBody>
      </p:sp>
      <p:sp>
        <p:nvSpPr>
          <p:cNvPr id="18" name="U08-DG-049_NODE_13"/>
          <p:cNvSpPr/>
          <p:nvPr/>
        </p:nvSpPr>
        <p:spPr>
          <a:xfrm>
            <a:off x="1661007" y="4218355"/>
            <a:ext cx="1950415" cy="88056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Discrepancia</a:t>
            </a:r>
          </a:p>
        </p:txBody>
      </p:sp>
      <p:sp>
        <p:nvSpPr>
          <p:cNvPr id="19" name="U08-DG-049_NODE_14"/>
          <p:cNvSpPr/>
          <p:nvPr/>
        </p:nvSpPr>
        <p:spPr>
          <a:xfrm>
            <a:off x="3882313" y="4218355"/>
            <a:ext cx="1950415" cy="88056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revisar condiciones</a:t>
            </a:r>
          </a:p>
        </p:txBody>
      </p:sp>
      <p:sp>
        <p:nvSpPr>
          <p:cNvPr id="20" name="U08-DG-049_NODE_15"/>
          <p:cNvSpPr/>
          <p:nvPr/>
        </p:nvSpPr>
        <p:spPr>
          <a:xfrm>
            <a:off x="6103620" y="4218355"/>
            <a:ext cx="1950415" cy="88056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forzar acuerdo</a:t>
            </a:r>
          </a:p>
        </p:txBody>
      </p:sp>
      <p:sp>
        <p:nvSpPr>
          <p:cNvPr id="21" name="U08-DG-049_NODE_16"/>
          <p:cNvSpPr/>
          <p:nvPr/>
        </p:nvSpPr>
        <p:spPr>
          <a:xfrm>
            <a:off x="8324926" y="4218355"/>
            <a:ext cx="1950415" cy="88056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repetir/ampliar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