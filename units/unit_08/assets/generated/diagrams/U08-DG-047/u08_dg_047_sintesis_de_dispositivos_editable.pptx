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47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Síntesis de dispositivos</a:t>
            </a:r>
          </a:p>
        </p:txBody>
      </p:sp>
      <p:sp>
        <p:nvSpPr>
          <p:cNvPr id="6" name="U08-DG-047_NODE_01"/>
          <p:cNvSpPr/>
          <p:nvPr/>
        </p:nvSpPr>
        <p:spPr>
          <a:xfrm>
            <a:off x="1661007" y="1405432"/>
            <a:ext cx="2600553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Audífono
salida acústica</a:t>
            </a:r>
          </a:p>
        </p:txBody>
      </p:sp>
      <p:sp>
        <p:nvSpPr>
          <p:cNvPr id="7" name="U08-DG-047_NODE_02"/>
          <p:cNvSpPr/>
          <p:nvPr/>
        </p:nvSpPr>
        <p:spPr>
          <a:xfrm>
            <a:off x="4622749" y="1405432"/>
            <a:ext cx="2600553" cy="978408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Implante coclear
salida eléctrica</a:t>
            </a:r>
          </a:p>
        </p:txBody>
      </p:sp>
      <p:sp>
        <p:nvSpPr>
          <p:cNvPr id="8" name="U08-DG-047_NODE_03"/>
          <p:cNvSpPr/>
          <p:nvPr/>
        </p:nvSpPr>
        <p:spPr>
          <a:xfrm>
            <a:off x="7584490" y="1405432"/>
            <a:ext cx="2600553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Conducción ósea
salida mecánica</a:t>
            </a:r>
          </a:p>
        </p:txBody>
      </p:sp>
      <p:sp>
        <p:nvSpPr>
          <p:cNvPr id="9" name="U08-DG-047_NODE_04"/>
          <p:cNvSpPr/>
          <p:nvPr/>
        </p:nvSpPr>
        <p:spPr>
          <a:xfrm>
            <a:off x="1661007" y="3215487"/>
            <a:ext cx="2600553" cy="978408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EAS
salida combinada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