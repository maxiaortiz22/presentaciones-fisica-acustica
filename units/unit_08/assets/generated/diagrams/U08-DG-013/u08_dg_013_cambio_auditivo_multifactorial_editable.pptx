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13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Cambio auditivo multifactorial</a:t>
            </a:r>
          </a:p>
        </p:txBody>
      </p:sp>
      <p:cxnSp>
        <p:nvCxnSpPr>
          <p:cNvPr id="6" name="U08-DG-013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13_CONNECTOR_02"/>
          <p:cNvCxnSpPr/>
          <p:nvPr/>
        </p:nvCxnSpPr>
        <p:spPr>
          <a:xfrm flipH="1" flipV="1">
            <a:off x="3141597" y="3413052"/>
            <a:ext cx="1553389" cy="340559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13_CONNECTOR_03"/>
          <p:cNvCxnSpPr/>
          <p:nvPr/>
        </p:nvCxnSpPr>
        <p:spPr>
          <a:xfrm flipH="1">
            <a:off x="3288011" y="4242816"/>
            <a:ext cx="2815609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13_CONNECTOR_04"/>
          <p:cNvCxnSpPr/>
          <p:nvPr/>
        </p:nvCxnSpPr>
        <p:spPr>
          <a:xfrm>
            <a:off x="6103620" y="4242816"/>
            <a:ext cx="1515331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13_CONNECTOR_05"/>
          <p:cNvCxnSpPr/>
          <p:nvPr/>
        </p:nvCxnSpPr>
        <p:spPr>
          <a:xfrm flipV="1">
            <a:off x="7512253" y="3413052"/>
            <a:ext cx="253112" cy="340559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13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Edad</a:t>
            </a:r>
          </a:p>
        </p:txBody>
      </p:sp>
      <p:sp>
        <p:nvSpPr>
          <p:cNvPr id="12" name="U08-DG-013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Exposición</a:t>
            </a:r>
          </a:p>
        </p:txBody>
      </p:sp>
      <p:sp>
        <p:nvSpPr>
          <p:cNvPr id="13" name="U08-DG-013_NODE_03"/>
          <p:cNvSpPr/>
          <p:nvPr/>
        </p:nvSpPr>
        <p:spPr>
          <a:xfrm>
            <a:off x="757757" y="2948309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Salud</a:t>
            </a:r>
          </a:p>
        </p:txBody>
      </p:sp>
      <p:sp>
        <p:nvSpPr>
          <p:cNvPr id="14" name="U08-DG-013_NODE_04"/>
          <p:cNvSpPr/>
          <p:nvPr/>
        </p:nvSpPr>
        <p:spPr>
          <a:xfrm>
            <a:off x="2096091" y="4534454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Variabilidad</a:t>
            </a:r>
          </a:p>
        </p:txBody>
      </p:sp>
      <p:sp>
        <p:nvSpPr>
          <p:cNvPr id="15" name="U08-DG-013_NODE_05"/>
          <p:cNvSpPr/>
          <p:nvPr/>
        </p:nvSpPr>
        <p:spPr>
          <a:xfrm>
            <a:off x="6427031" y="4534454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Mediciones</a:t>
            </a:r>
          </a:p>
        </p:txBody>
      </p:sp>
      <p:sp>
        <p:nvSpPr>
          <p:cNvPr id="16" name="U08-DG-013_NODE_06"/>
          <p:cNvSpPr/>
          <p:nvPr/>
        </p:nvSpPr>
        <p:spPr>
          <a:xfrm>
            <a:off x="7765365" y="2948309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Desempeño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