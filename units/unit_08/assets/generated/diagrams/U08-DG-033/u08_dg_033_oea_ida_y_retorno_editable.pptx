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3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OEA: ida y retorno</a:t>
            </a:r>
          </a:p>
        </p:txBody>
      </p:sp>
      <p:cxnSp>
        <p:nvCxnSpPr>
          <p:cNvPr id="6" name="U08-DG-033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3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3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33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33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33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Estímulo</a:t>
            </a:r>
          </a:p>
        </p:txBody>
      </p:sp>
      <p:sp>
        <p:nvSpPr>
          <p:cNvPr id="12" name="U08-DG-033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Oído externo/medio</a:t>
            </a:r>
          </a:p>
        </p:txBody>
      </p:sp>
      <p:sp>
        <p:nvSpPr>
          <p:cNvPr id="13" name="U08-DG-033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Cóclea · CCE</a:t>
            </a:r>
          </a:p>
        </p:txBody>
      </p:sp>
      <p:sp>
        <p:nvSpPr>
          <p:cNvPr id="14" name="U08-DG-033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Retorno acústico</a:t>
            </a:r>
          </a:p>
        </p:txBody>
      </p:sp>
      <p:sp>
        <p:nvSpPr>
          <p:cNvPr id="15" name="U08-DG-033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Micrófono</a:t>
            </a:r>
          </a:p>
        </p:txBody>
      </p:sp>
      <p:sp>
        <p:nvSpPr>
          <p:cNvPr id="16" name="U08-DG-033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Registro</a:t>
            </a:r>
          </a:p>
        </p:txBody>
      </p:sp>
      <p:sp>
        <p:nvSpPr>
          <p:cNvPr id="17" name="U08-DG-033_LABEL_01"/>
          <p:cNvSpPr txBox="1"/>
          <p:nvPr/>
        </p:nvSpPr>
        <p:spPr>
          <a:xfrm>
            <a:off x="3862768" y="1675638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ida</a:t>
            </a:r>
          </a:p>
        </p:txBody>
      </p:sp>
      <p:sp>
        <p:nvSpPr>
          <p:cNvPr id="18" name="U08-DG-033_LABEL_02"/>
          <p:cNvSpPr txBox="1"/>
          <p:nvPr/>
        </p:nvSpPr>
        <p:spPr>
          <a:xfrm>
            <a:off x="6841655" y="1675638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transmisión</a:t>
            </a:r>
          </a:p>
        </p:txBody>
      </p:sp>
      <p:sp>
        <p:nvSpPr>
          <p:cNvPr id="19" name="U08-DG-033_LABEL_03"/>
          <p:cNvSpPr txBox="1"/>
          <p:nvPr/>
        </p:nvSpPr>
        <p:spPr>
          <a:xfrm>
            <a:off x="9608972" y="3378022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retorno</a:t>
            </a:r>
          </a:p>
        </p:txBody>
      </p:sp>
      <p:sp>
        <p:nvSpPr>
          <p:cNvPr id="20" name="U08-DG-033_LABEL_04"/>
          <p:cNvSpPr txBox="1"/>
          <p:nvPr/>
        </p:nvSpPr>
        <p:spPr>
          <a:xfrm>
            <a:off x="7175411" y="3534613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captar</a:t>
            </a:r>
          </a:p>
        </p:txBody>
      </p:sp>
      <p:sp>
        <p:nvSpPr>
          <p:cNvPr id="21" name="U08-DG-033_LABEL_05"/>
          <p:cNvSpPr txBox="1"/>
          <p:nvPr/>
        </p:nvSpPr>
        <p:spPr>
          <a:xfrm>
            <a:off x="3428428" y="3534613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representar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