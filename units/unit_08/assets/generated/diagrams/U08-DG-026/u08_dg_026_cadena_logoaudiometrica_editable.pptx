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6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logoaudiométrica</a:t>
            </a:r>
          </a:p>
        </p:txBody>
      </p:sp>
      <p:cxnSp>
        <p:nvCxnSpPr>
          <p:cNvPr id="6" name="U08-DG-026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26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26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26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26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26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Material verbal</a:t>
            </a:r>
          </a:p>
        </p:txBody>
      </p:sp>
      <p:sp>
        <p:nvSpPr>
          <p:cNvPr id="12" name="U08-DG-026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Nivel</a:t>
            </a:r>
          </a:p>
        </p:txBody>
      </p:sp>
      <p:sp>
        <p:nvSpPr>
          <p:cNvPr id="13" name="U08-DG-026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Presentación</a:t>
            </a:r>
          </a:p>
        </p:txBody>
      </p:sp>
      <p:sp>
        <p:nvSpPr>
          <p:cNvPr id="14" name="U08-DG-026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Tarea</a:t>
            </a:r>
          </a:p>
        </p:txBody>
      </p:sp>
      <p:sp>
        <p:nvSpPr>
          <p:cNvPr id="15" name="U08-DG-026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Respuesta</a:t>
            </a:r>
          </a:p>
        </p:txBody>
      </p:sp>
      <p:sp>
        <p:nvSpPr>
          <p:cNvPr id="16" name="U08-DG-026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Porcentaje</a:t>
            </a:r>
          </a:p>
        </p:txBody>
      </p:sp>
      <p:sp>
        <p:nvSpPr>
          <p:cNvPr id="17" name="U08-DG-026_LABEL_01"/>
          <p:cNvSpPr txBox="1"/>
          <p:nvPr/>
        </p:nvSpPr>
        <p:spPr>
          <a:xfrm>
            <a:off x="3684460" y="1675638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ajustar</a:t>
            </a:r>
          </a:p>
        </p:txBody>
      </p:sp>
      <p:sp>
        <p:nvSpPr>
          <p:cNvPr id="18" name="U08-DG-026_LABEL_02"/>
          <p:cNvSpPr txBox="1"/>
          <p:nvPr/>
        </p:nvSpPr>
        <p:spPr>
          <a:xfrm>
            <a:off x="7175411" y="167563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emitir</a:t>
            </a:r>
          </a:p>
        </p:txBody>
      </p:sp>
      <p:sp>
        <p:nvSpPr>
          <p:cNvPr id="19" name="U08-DG-026_LABEL_03"/>
          <p:cNvSpPr txBox="1"/>
          <p:nvPr/>
        </p:nvSpPr>
        <p:spPr>
          <a:xfrm>
            <a:off x="9608972" y="3378022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responder</a:t>
            </a:r>
          </a:p>
        </p:txBody>
      </p:sp>
      <p:sp>
        <p:nvSpPr>
          <p:cNvPr id="20" name="U08-DG-026_LABEL_04"/>
          <p:cNvSpPr txBox="1"/>
          <p:nvPr/>
        </p:nvSpPr>
        <p:spPr>
          <a:xfrm>
            <a:off x="7097687" y="3534613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puntuar</a:t>
            </a:r>
          </a:p>
        </p:txBody>
      </p:sp>
      <p:sp>
        <p:nvSpPr>
          <p:cNvPr id="21" name="U08-DG-026_LABEL_05"/>
          <p:cNvSpPr txBox="1"/>
          <p:nvPr/>
        </p:nvSpPr>
        <p:spPr>
          <a:xfrm>
            <a:off x="3428428" y="3534613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representar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