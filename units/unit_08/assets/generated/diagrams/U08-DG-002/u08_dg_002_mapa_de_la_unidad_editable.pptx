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02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Mapa de la unidad</a:t>
            </a:r>
          </a:p>
        </p:txBody>
      </p:sp>
      <p:cxnSp>
        <p:nvCxnSpPr>
          <p:cNvPr id="6" name="U08-DG-002_CONNECTOR_01"/>
          <p:cNvCxnSpPr/>
          <p:nvPr/>
        </p:nvCxnSpPr>
        <p:spPr>
          <a:xfrm>
            <a:off x="5345125" y="2726283"/>
            <a:ext cx="1516989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02_CONNECTOR_02"/>
          <p:cNvCxnSpPr/>
          <p:nvPr/>
        </p:nvCxnSpPr>
        <p:spPr>
          <a:xfrm>
            <a:off x="8487460" y="3264407"/>
            <a:ext cx="0" cy="684886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02_CONNECTOR_03"/>
          <p:cNvCxnSpPr/>
          <p:nvPr/>
        </p:nvCxnSpPr>
        <p:spPr>
          <a:xfrm flipH="1">
            <a:off x="5345125" y="4487418"/>
            <a:ext cx="1516989" cy="0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U08-DG-002_NODE_01"/>
          <p:cNvSpPr/>
          <p:nvPr/>
        </p:nvSpPr>
        <p:spPr>
          <a:xfrm>
            <a:off x="2094433" y="2188159"/>
            <a:ext cx="3250691" cy="107624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Evidencia y límites</a:t>
            </a:r>
          </a:p>
        </p:txBody>
      </p:sp>
      <p:sp>
        <p:nvSpPr>
          <p:cNvPr id="10" name="U08-DG-002_NODE_02"/>
          <p:cNvSpPr/>
          <p:nvPr/>
        </p:nvSpPr>
        <p:spPr>
          <a:xfrm>
            <a:off x="6862114" y="2188159"/>
            <a:ext cx="3250691" cy="107624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Exposición y riesgo</a:t>
            </a:r>
          </a:p>
        </p:txBody>
      </p:sp>
      <p:sp>
        <p:nvSpPr>
          <p:cNvPr id="11" name="U08-DG-002_NODE_03"/>
          <p:cNvSpPr/>
          <p:nvPr/>
        </p:nvSpPr>
        <p:spPr>
          <a:xfrm>
            <a:off x="6862114" y="3949293"/>
            <a:ext cx="3250691" cy="107624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Estudios auditivos</a:t>
            </a:r>
          </a:p>
        </p:txBody>
      </p:sp>
      <p:sp>
        <p:nvSpPr>
          <p:cNvPr id="12" name="U08-DG-002_NODE_04"/>
          <p:cNvSpPr/>
          <p:nvPr/>
        </p:nvSpPr>
        <p:spPr>
          <a:xfrm>
            <a:off x="2094433" y="3949293"/>
            <a:ext cx="3250691" cy="107624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Rehabilitación e integración</a:t>
            </a:r>
          </a:p>
        </p:txBody>
      </p:sp>
      <p:sp>
        <p:nvSpPr>
          <p:cNvPr id="13" name="U08-DG-002_LABEL_01"/>
          <p:cNvSpPr txBox="1"/>
          <p:nvPr/>
        </p:nvSpPr>
        <p:spPr>
          <a:xfrm>
            <a:off x="5289803" y="1822399"/>
            <a:ext cx="1627632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describir</a:t>
            </a:r>
          </a:p>
        </p:txBody>
      </p:sp>
      <p:sp>
        <p:nvSpPr>
          <p:cNvPr id="14" name="U08-DG-002_LABEL_02"/>
          <p:cNvSpPr txBox="1"/>
          <p:nvPr/>
        </p:nvSpPr>
        <p:spPr>
          <a:xfrm>
            <a:off x="8633764" y="3451402"/>
            <a:ext cx="10972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medir</a:t>
            </a:r>
          </a:p>
        </p:txBody>
      </p:sp>
      <p:sp>
        <p:nvSpPr>
          <p:cNvPr id="15" name="U08-DG-002_LABEL_03"/>
          <p:cNvSpPr txBox="1"/>
          <p:nvPr/>
        </p:nvSpPr>
        <p:spPr>
          <a:xfrm>
            <a:off x="5367527" y="3583533"/>
            <a:ext cx="1472184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integrar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