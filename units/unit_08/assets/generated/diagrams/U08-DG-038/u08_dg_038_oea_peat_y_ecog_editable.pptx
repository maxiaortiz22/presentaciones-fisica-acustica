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38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OEA, PEAT y ECoG</a:t>
            </a:r>
          </a:p>
        </p:txBody>
      </p:sp>
      <p:sp>
        <p:nvSpPr>
          <p:cNvPr id="6" name="U08-DG-038_NODE_01"/>
          <p:cNvSpPr/>
          <p:nvPr/>
        </p:nvSpPr>
        <p:spPr>
          <a:xfrm>
            <a:off x="1769364" y="2579522"/>
            <a:ext cx="2817266" cy="2641701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OEA
Estímulo: acústico
Generador: cóclea/CCE
Sensor: micrófono
Magnitud: presión
Límite: integra batería</a:t>
            </a:r>
          </a:p>
        </p:txBody>
      </p:sp>
      <p:sp>
        <p:nvSpPr>
          <p:cNvPr id="7" name="U08-DG-038_NODE_02"/>
          <p:cNvSpPr/>
          <p:nvPr/>
        </p:nvSpPr>
        <p:spPr>
          <a:xfrm>
            <a:off x="4731105" y="2579522"/>
            <a:ext cx="2817266" cy="2641701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PEAT
Estímulo: acústico
Generador: vía auditiva
Sensor: electrodos
Magnitud: V(t)
Límite: depende del protocolo</a:t>
            </a:r>
          </a:p>
        </p:txBody>
      </p:sp>
      <p:sp>
        <p:nvSpPr>
          <p:cNvPr id="8" name="U08-DG-038_NODE_03"/>
          <p:cNvSpPr/>
          <p:nvPr/>
        </p:nvSpPr>
        <p:spPr>
          <a:xfrm>
            <a:off x="7692847" y="2579522"/>
            <a:ext cx="2817266" cy="2641701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ECoG
Estímulo: acústico
Generador: coclear/neural
Sensor: electrodo próximo
Magnitud: potencial
Límite: integración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