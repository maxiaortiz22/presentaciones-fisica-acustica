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2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Evidencia compatible con exposición a ruido</a:t>
            </a:r>
          </a:p>
        </p:txBody>
      </p:sp>
      <p:cxnSp>
        <p:nvCxnSpPr>
          <p:cNvPr id="6" name="U08-DG-012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12_CONNECTOR_02"/>
          <p:cNvCxnSpPr/>
          <p:nvPr/>
        </p:nvCxnSpPr>
        <p:spPr>
          <a:xfrm flipH="1">
            <a:off x="2961284" y="3753611"/>
            <a:ext cx="1733702" cy="97841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12_CONNECTOR_03"/>
          <p:cNvCxnSpPr/>
          <p:nvPr/>
        </p:nvCxnSpPr>
        <p:spPr>
          <a:xfrm flipH="1">
            <a:off x="5453481" y="4242816"/>
            <a:ext cx="650139" cy="562584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12_CONNECTOR_04"/>
          <p:cNvCxnSpPr/>
          <p:nvPr/>
        </p:nvCxnSpPr>
        <p:spPr>
          <a:xfrm>
            <a:off x="7512253" y="3753611"/>
            <a:ext cx="433425" cy="97841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12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Exposición documentada</a:t>
            </a:r>
          </a:p>
        </p:txBody>
      </p:sp>
      <p:sp>
        <p:nvSpPr>
          <p:cNvPr id="11" name="U08-DG-012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Patrón medido</a:t>
            </a:r>
          </a:p>
        </p:txBody>
      </p:sp>
      <p:sp>
        <p:nvSpPr>
          <p:cNvPr id="12" name="U08-DG-012_NODE_03"/>
          <p:cNvSpPr/>
          <p:nvPr/>
        </p:nvSpPr>
        <p:spPr>
          <a:xfrm>
            <a:off x="577443" y="3386708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Antecedentes</a:t>
            </a:r>
          </a:p>
        </p:txBody>
      </p:sp>
      <p:sp>
        <p:nvSpPr>
          <p:cNvPr id="13" name="U08-DG-012_NODE_04"/>
          <p:cNvSpPr/>
          <p:nvPr/>
        </p:nvSpPr>
        <p:spPr>
          <a:xfrm>
            <a:off x="4261561" y="4805400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Condiciones de prueba</a:t>
            </a:r>
          </a:p>
        </p:txBody>
      </p:sp>
      <p:sp>
        <p:nvSpPr>
          <p:cNvPr id="14" name="U08-DG-012_NODE_05"/>
          <p:cNvSpPr/>
          <p:nvPr/>
        </p:nvSpPr>
        <p:spPr>
          <a:xfrm>
            <a:off x="7945678" y="33867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Compatible con
no demuestra causa</a:t>
            </a:r>
          </a:p>
        </p:txBody>
      </p:sp>
      <p:sp>
        <p:nvSpPr>
          <p:cNvPr id="15" name="U08-DG-012_LABEL_01"/>
          <p:cNvSpPr txBox="1"/>
          <p:nvPr/>
        </p:nvSpPr>
        <p:spPr>
          <a:xfrm>
            <a:off x="5197906" y="2660332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aporta</a:t>
            </a:r>
          </a:p>
        </p:txBody>
      </p:sp>
      <p:sp>
        <p:nvSpPr>
          <p:cNvPr id="16" name="U08-DG-012_LABEL_02"/>
          <p:cNvSpPr txBox="1"/>
          <p:nvPr/>
        </p:nvSpPr>
        <p:spPr>
          <a:xfrm>
            <a:off x="3247491" y="3381908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aporta</a:t>
            </a:r>
          </a:p>
        </p:txBody>
      </p:sp>
      <p:sp>
        <p:nvSpPr>
          <p:cNvPr id="17" name="U08-DG-012_LABEL_03"/>
          <p:cNvSpPr txBox="1"/>
          <p:nvPr/>
        </p:nvSpPr>
        <p:spPr>
          <a:xfrm>
            <a:off x="5197906" y="4103484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limita</a:t>
            </a:r>
          </a:p>
        </p:txBody>
      </p:sp>
      <p:sp>
        <p:nvSpPr>
          <p:cNvPr id="18" name="U08-DG-012_LABEL_04"/>
          <p:cNvSpPr txBox="1"/>
          <p:nvPr/>
        </p:nvSpPr>
        <p:spPr>
          <a:xfrm>
            <a:off x="6992874" y="3381908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controla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