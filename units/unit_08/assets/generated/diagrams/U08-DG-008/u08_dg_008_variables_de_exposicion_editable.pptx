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08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Variables de exposición</a:t>
            </a:r>
          </a:p>
        </p:txBody>
      </p:sp>
      <p:sp>
        <p:nvSpPr>
          <p:cNvPr id="6" name="U08-DG-008_NODE_01"/>
          <p:cNvSpPr/>
          <p:nvPr/>
        </p:nvSpPr>
        <p:spPr>
          <a:xfrm>
            <a:off x="1661007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Nivel</a:t>
            </a:r>
          </a:p>
        </p:txBody>
      </p:sp>
      <p:sp>
        <p:nvSpPr>
          <p:cNvPr id="7" name="U08-DG-008_NODE_02"/>
          <p:cNvSpPr/>
          <p:nvPr/>
        </p:nvSpPr>
        <p:spPr>
          <a:xfrm>
            <a:off x="4622749" y="1405432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Descriptor</a:t>
            </a:r>
          </a:p>
        </p:txBody>
      </p:sp>
      <p:sp>
        <p:nvSpPr>
          <p:cNvPr id="8" name="U08-DG-008_NODE_03"/>
          <p:cNvSpPr/>
          <p:nvPr/>
        </p:nvSpPr>
        <p:spPr>
          <a:xfrm>
            <a:off x="7584490" y="1405432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Ponderación</a:t>
            </a:r>
          </a:p>
        </p:txBody>
      </p:sp>
      <p:sp>
        <p:nvSpPr>
          <p:cNvPr id="9" name="U08-DG-008_NODE_04"/>
          <p:cNvSpPr/>
          <p:nvPr/>
        </p:nvSpPr>
        <p:spPr>
          <a:xfrm>
            <a:off x="1661007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Duración</a:t>
            </a:r>
          </a:p>
        </p:txBody>
      </p:sp>
      <p:sp>
        <p:nvSpPr>
          <p:cNvPr id="10" name="U08-DG-008_NODE_05"/>
          <p:cNvSpPr/>
          <p:nvPr/>
        </p:nvSpPr>
        <p:spPr>
          <a:xfrm>
            <a:off x="4622749" y="3215487"/>
            <a:ext cx="2600553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Espectro</a:t>
            </a:r>
          </a:p>
        </p:txBody>
      </p:sp>
      <p:sp>
        <p:nvSpPr>
          <p:cNvPr id="11" name="U08-DG-008_NODE_06"/>
          <p:cNvSpPr/>
          <p:nvPr/>
        </p:nvSpPr>
        <p:spPr>
          <a:xfrm>
            <a:off x="7584490" y="3215487"/>
            <a:ext cx="2600553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Impulsividad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