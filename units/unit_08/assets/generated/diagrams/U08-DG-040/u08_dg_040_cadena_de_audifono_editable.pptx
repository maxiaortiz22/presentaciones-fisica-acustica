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40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Cadena de audífono</a:t>
            </a:r>
          </a:p>
        </p:txBody>
      </p:sp>
      <p:cxnSp>
        <p:nvCxnSpPr>
          <p:cNvPr id="6" name="U08-DG-040_CONNECTOR_01"/>
          <p:cNvCxnSpPr/>
          <p:nvPr/>
        </p:nvCxnSpPr>
        <p:spPr>
          <a:xfrm>
            <a:off x="3828135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40_CONNECTOR_02"/>
          <p:cNvCxnSpPr/>
          <p:nvPr/>
        </p:nvCxnSpPr>
        <p:spPr>
          <a:xfrm>
            <a:off x="7241362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40_CONNECTOR_03"/>
          <p:cNvCxnSpPr/>
          <p:nvPr/>
        </p:nvCxnSpPr>
        <p:spPr>
          <a:xfrm>
            <a:off x="9462668" y="3166567"/>
            <a:ext cx="0" cy="733806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40_CONNECTOR_04"/>
          <p:cNvCxnSpPr/>
          <p:nvPr/>
        </p:nvCxnSpPr>
        <p:spPr>
          <a:xfrm flipH="1">
            <a:off x="7241362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U08-DG-040_NODE_01"/>
          <p:cNvSpPr/>
          <p:nvPr/>
        </p:nvSpPr>
        <p:spPr>
          <a:xfrm>
            <a:off x="1444294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Sonido</a:t>
            </a:r>
          </a:p>
        </p:txBody>
      </p:sp>
      <p:sp>
        <p:nvSpPr>
          <p:cNvPr id="11" name="U08-DG-040_NODE_02"/>
          <p:cNvSpPr/>
          <p:nvPr/>
        </p:nvSpPr>
        <p:spPr>
          <a:xfrm>
            <a:off x="4857521" y="2041398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Micrófono</a:t>
            </a:r>
          </a:p>
        </p:txBody>
      </p:sp>
      <p:sp>
        <p:nvSpPr>
          <p:cNvPr id="12" name="U08-DG-040_NODE_03"/>
          <p:cNvSpPr/>
          <p:nvPr/>
        </p:nvSpPr>
        <p:spPr>
          <a:xfrm>
            <a:off x="8270748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Procesamiento</a:t>
            </a:r>
          </a:p>
        </p:txBody>
      </p:sp>
      <p:sp>
        <p:nvSpPr>
          <p:cNvPr id="13" name="U08-DG-040_NODE_04"/>
          <p:cNvSpPr/>
          <p:nvPr/>
        </p:nvSpPr>
        <p:spPr>
          <a:xfrm>
            <a:off x="8270748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Receptor</a:t>
            </a:r>
          </a:p>
        </p:txBody>
      </p:sp>
      <p:sp>
        <p:nvSpPr>
          <p:cNvPr id="14" name="U08-DG-040_NODE_05"/>
          <p:cNvSpPr/>
          <p:nvPr/>
        </p:nvSpPr>
        <p:spPr>
          <a:xfrm>
            <a:off x="4857521" y="3900373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Presión en oído</a:t>
            </a:r>
          </a:p>
        </p:txBody>
      </p:sp>
      <p:sp>
        <p:nvSpPr>
          <p:cNvPr id="15" name="U08-DG-040_LABEL_01"/>
          <p:cNvSpPr txBox="1"/>
          <p:nvPr/>
        </p:nvSpPr>
        <p:spPr>
          <a:xfrm>
            <a:off x="3606736" y="1675638"/>
            <a:ext cx="147218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acústica</a:t>
            </a:r>
          </a:p>
        </p:txBody>
      </p:sp>
      <p:sp>
        <p:nvSpPr>
          <p:cNvPr id="16" name="U08-DG-040_LABEL_02"/>
          <p:cNvSpPr txBox="1"/>
          <p:nvPr/>
        </p:nvSpPr>
        <p:spPr>
          <a:xfrm>
            <a:off x="6841655" y="1675638"/>
            <a:ext cx="1828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eléctrica/digital</a:t>
            </a:r>
          </a:p>
        </p:txBody>
      </p:sp>
      <p:sp>
        <p:nvSpPr>
          <p:cNvPr id="17" name="U08-DG-040_LABEL_03"/>
          <p:cNvSpPr txBox="1"/>
          <p:nvPr/>
        </p:nvSpPr>
        <p:spPr>
          <a:xfrm>
            <a:off x="9608972" y="3378022"/>
            <a:ext cx="16276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eléctrica</a:t>
            </a:r>
          </a:p>
        </p:txBody>
      </p:sp>
      <p:sp>
        <p:nvSpPr>
          <p:cNvPr id="18" name="U08-DG-040_LABEL_04"/>
          <p:cNvSpPr txBox="1"/>
          <p:nvPr/>
        </p:nvSpPr>
        <p:spPr>
          <a:xfrm>
            <a:off x="7019963" y="3534613"/>
            <a:ext cx="147218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acústica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