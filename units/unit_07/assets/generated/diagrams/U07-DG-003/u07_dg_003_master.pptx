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66809aba5d4843" /><Relationship Type="http://schemas.openxmlformats.org/officeDocument/2006/relationships/extended-properties" Target="/docProps/app.xml" Id="Rdbfcc99aac974477" /><Relationship Type="http://schemas.openxmlformats.org/officeDocument/2006/relationships/officeDocument" Target="/ppt/presentation.xml" Id="R0be9b50ccb144d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7a14d91a9e42ac"/>
  </p:sldMasterIdLst>
  <p:notesMasterIdLst>
    <p:notesMasterId xmlns:r="http://schemas.openxmlformats.org/officeDocument/2006/relationships" r:id="R07ca84bf38214fb4"/>
  </p:notesMasterIdLst>
  <p:sldIdLst>
    <p:sldId xmlns:r="http://schemas.openxmlformats.org/officeDocument/2006/relationships" id="256" r:id="R32ba3231386949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9647e238914226" /><Relationship Type="http://schemas.openxmlformats.org/officeDocument/2006/relationships/slideMaster" Target="/ppt/slideMasters/slideMaster1.xml" Id="R0e7a14d91a9e42ac" /><Relationship Type="http://schemas.openxmlformats.org/officeDocument/2006/relationships/notesMaster" Target="/ppt/notesMasters/notesMaster1.xml" Id="R07ca84bf38214fb4" /><Relationship Type="http://schemas.openxmlformats.org/officeDocument/2006/relationships/presProps" Target="/ppt/presProps.xml" Id="Rf41dd0effac14333" /><Relationship Type="http://schemas.openxmlformats.org/officeDocument/2006/relationships/tableStyles" Target="/ppt/tableStyles.xml" Id="Re0d68f5c8e0a4c63" /><Relationship Type="http://schemas.openxmlformats.org/officeDocument/2006/relationships/slide" Target="/ppt/slides/slide1.xml" Id="R32ba3231386949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f81eceed664d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c27a368cc4476" /><Relationship Type="http://schemas.openxmlformats.org/officeDocument/2006/relationships/notesMaster" Target="/ppt/notesMasters/notesMaster1.xml" Id="R85675dd85b9c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40451243947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ecfad6b3c40eb" /><Relationship Type="http://schemas.openxmlformats.org/officeDocument/2006/relationships/slideLayout" Target="/ppt/slideLayouts/slideLayout1.xml" Id="R1b15098c0d3743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5098c0d3743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426aabd2d4831" /><Relationship Type="http://schemas.openxmlformats.org/officeDocument/2006/relationships/notesSlide" Target="/ppt/notesSlides/notesSlide1.xml" Id="R472219212d7c48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51900618-DFAF-47C1-986A-7E730103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F3940C2-17BC-414E-8F0E-A31C54CD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C6917D4-A2C4-413A-8E33-2BBCB0CC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59EE528-8CCE-4DCF-B9BE-5C62EED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unidad avanza por cuatro preguntas perceptuales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ABCB1043-C05F-41B1-A70A-952F650F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301F06EA-8948-4D33-808A-1579318A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BBB22DC8-0847-46D8-BDE2-353D456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07CF3C23-E122-4000-A7FD-8873710A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BD6E0CE3-A2DD-4ABF-AA15-F0B1A57F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Umbral y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campo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9BBEDDA7-1B80-41DB-8D95-96E4E44E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¿se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detecta?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B315979C-FAA0-4DAC-9D55-F488EF78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Atributos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396B9E83-A2C8-4EDF-9830-FC728222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¿cómo se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percibe?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C63E8326-2775-4A11-B2CF-305BEEA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Dificultad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21304771-0609-4CCC-955D-2B5C063A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¿qué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interfiere?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136F5C3F-2E4F-4502-BDA7-12DDE501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Espacio y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escena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3FA90E75-9419-475B-B21F-34B34F59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¿qué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fuente?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E533E343-B7A3-475D-B3A2-F52F5756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3A674548-0C62-4CF4-B9F1-FBE1B2D0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629265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2026-08-11T20:53:55.7170000Z</dcterms:created>
  <dcterms:modified xsi:type="dcterms:W3CDTF">2026-08-11T20:53:55.7170000Z</dcterms:modified>
</coreProperties>
</file>