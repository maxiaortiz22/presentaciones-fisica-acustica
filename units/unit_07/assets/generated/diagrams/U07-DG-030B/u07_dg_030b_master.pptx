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d7c4cfcbc4425f" /><Relationship Type="http://schemas.openxmlformats.org/officeDocument/2006/relationships/extended-properties" Target="/docProps/app.xml" Id="Rb591ffd1a773477d" /><Relationship Type="http://schemas.openxmlformats.org/officeDocument/2006/relationships/officeDocument" Target="/ppt/presentation.xml" Id="Reea7515e5fb049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526998a1ba4cbb"/>
  </p:sldMasterIdLst>
  <p:notesMasterIdLst>
    <p:notesMasterId xmlns:r="http://schemas.openxmlformats.org/officeDocument/2006/relationships" r:id="R073438f594f04a0a"/>
  </p:notesMasterIdLst>
  <p:sldIdLst>
    <p:sldId xmlns:r="http://schemas.openxmlformats.org/officeDocument/2006/relationships" id="256" r:id="Rb1a25cabdb364dc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6297b5cd114f1c" /><Relationship Type="http://schemas.openxmlformats.org/officeDocument/2006/relationships/slideMaster" Target="/ppt/slideMasters/slideMaster1.xml" Id="R8c526998a1ba4cbb" /><Relationship Type="http://schemas.openxmlformats.org/officeDocument/2006/relationships/notesMaster" Target="/ppt/notesMasters/notesMaster1.xml" Id="R073438f594f04a0a" /><Relationship Type="http://schemas.openxmlformats.org/officeDocument/2006/relationships/presProps" Target="/ppt/presProps.xml" Id="Rf107416dd62b4fd1" /><Relationship Type="http://schemas.openxmlformats.org/officeDocument/2006/relationships/tableStyles" Target="/ppt/tableStyles.xml" Id="R03992c2e294d4672" /><Relationship Type="http://schemas.openxmlformats.org/officeDocument/2006/relationships/slide" Target="/ppt/slides/slide1.xml" Id="Rb1a25cabdb364d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a98e3b1ac347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47d954ee79473b" /><Relationship Type="http://schemas.openxmlformats.org/officeDocument/2006/relationships/notesMaster" Target="/ppt/notesMasters/notesMaster1.xml" Id="R0f0ec6a457824c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3be5a1f53f4c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d243095a1c409b" /><Relationship Type="http://schemas.openxmlformats.org/officeDocument/2006/relationships/slideLayout" Target="/ppt/slideLayouts/slideLayout1.xml" Id="Rf0b8fa19b198473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b8fa19b19847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df9b3c439d4422" /><Relationship Type="http://schemas.openxmlformats.org/officeDocument/2006/relationships/notesSlide" Target="/ppt/notesSlides/notesSlide1.xml" Id="R71ce54be48da4c6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40B236CC-D879-4C9C-9897-1BE5D31C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9F03EE0E-D1CB-4136-B6D2-969ACF41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4DE29E9B-199F-4032-8AE8-C050D998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DBE14DDF-F95E-42C2-9BD7-19E5283F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Ejemplo: 6,8 m producen cerca de 20 ms</a:t>
            </a:r>
          </a:p>
        </p:txBody>
      </p:sp>
      <p:sp>
        <p:nvSpPr>
          <p:cNvPr id="5" name="stage_1_box">
            <a:extLst xmlns:a="http://schemas.openxmlformats.org/drawingml/2006/main">
              <a:ext uri="{FF2B5EF4-FFF2-40B4-BE49-F238E27FC236}">
                <a16:creationId xmlns:a16="http://schemas.microsoft.com/office/drawing/2014/main" id="{97292B64-E2BB-49E5-8320-B9256D8FC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38375"/>
            <a:ext cx="1943100" cy="22860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tage_2_box">
            <a:extLst xmlns:a="http://schemas.openxmlformats.org/drawingml/2006/main">
              <a:ext uri="{FF2B5EF4-FFF2-40B4-BE49-F238E27FC236}">
                <a16:creationId xmlns:a16="http://schemas.microsoft.com/office/drawing/2014/main" id="{F46B7873-1F70-4050-A439-80CFB6B9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238375"/>
            <a:ext cx="1943100" cy="22860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stage_3_box">
            <a:extLst xmlns:a="http://schemas.openxmlformats.org/drawingml/2006/main">
              <a:ext uri="{FF2B5EF4-FFF2-40B4-BE49-F238E27FC236}">
                <a16:creationId xmlns:a16="http://schemas.microsoft.com/office/drawing/2014/main" id="{615D22A7-3782-450C-9B55-64D1B18B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1943100" cy="22860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stage_4_box">
            <a:extLst xmlns:a="http://schemas.openxmlformats.org/drawingml/2006/main">
              <a:ext uri="{FF2B5EF4-FFF2-40B4-BE49-F238E27FC236}">
                <a16:creationId xmlns:a16="http://schemas.microsoft.com/office/drawing/2014/main" id="{2ACFAA1D-5899-400D-A0C6-B1237A165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238375"/>
            <a:ext cx="1943100" cy="228600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30" name="flow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724150" y="33813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flow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619750" y="33813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flow_3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515350" y="33813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2" name="stage_1_title">
            <a:extLst xmlns:a="http://schemas.openxmlformats.org/drawingml/2006/main">
              <a:ext uri="{FF2B5EF4-FFF2-40B4-BE49-F238E27FC236}">
                <a16:creationId xmlns:a16="http://schemas.microsoft.com/office/drawing/2014/main" id="{2AF3E820-ACF4-4BD0-A2B1-9EFC39D2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Diferencia</a:t>
            </a:r>
          </a:p>
        </p:txBody>
      </p:sp>
      <p:sp>
        <p:nvSpPr>
          <p:cNvPr id="13" name="stage_1_body">
            <a:extLst xmlns:a="http://schemas.openxmlformats.org/drawingml/2006/main">
              <a:ext uri="{FF2B5EF4-FFF2-40B4-BE49-F238E27FC236}">
                <a16:creationId xmlns:a16="http://schemas.microsoft.com/office/drawing/2014/main" id="{ED97B70B-593D-421E-9E25-C1190D0D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57500"/>
            <a:ext cx="15621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Δr = 6,8 m</a:t>
            </a:r>
          </a:p>
        </p:txBody>
      </p:sp>
      <p:sp>
        <p:nvSpPr>
          <p:cNvPr id="14" name="stage_2_title">
            <a:extLst xmlns:a="http://schemas.openxmlformats.org/drawingml/2006/main">
              <a:ext uri="{FF2B5EF4-FFF2-40B4-BE49-F238E27FC236}">
                <a16:creationId xmlns:a16="http://schemas.microsoft.com/office/drawing/2014/main" id="{BD02304B-B732-46C8-A7E7-80E552FB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3812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Dividir</a:t>
            </a:r>
          </a:p>
        </p:txBody>
      </p:sp>
      <p:sp>
        <p:nvSpPr>
          <p:cNvPr id="15" name="stage_2_body">
            <a:extLst xmlns:a="http://schemas.openxmlformats.org/drawingml/2006/main">
              <a:ext uri="{FF2B5EF4-FFF2-40B4-BE49-F238E27FC236}">
                <a16:creationId xmlns:a16="http://schemas.microsoft.com/office/drawing/2014/main" id="{22526A66-3710-46B1-8809-4532A094C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857500"/>
            <a:ext cx="15621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6,8 / 343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s</a:t>
            </a:r>
          </a:p>
        </p:txBody>
      </p:sp>
      <p:sp>
        <p:nvSpPr>
          <p:cNvPr id="16" name="stage_3_title">
            <a:extLst xmlns:a="http://schemas.openxmlformats.org/drawingml/2006/main">
              <a:ext uri="{FF2B5EF4-FFF2-40B4-BE49-F238E27FC236}">
                <a16:creationId xmlns:a16="http://schemas.microsoft.com/office/drawing/2014/main" id="{A551D3D4-F2A7-4A39-B468-71520F3B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812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Convertir</a:t>
            </a:r>
          </a:p>
        </p:txBody>
      </p:sp>
      <p:sp>
        <p:nvSpPr>
          <p:cNvPr id="17" name="stage_3_body">
            <a:extLst xmlns:a="http://schemas.openxmlformats.org/drawingml/2006/main">
              <a:ext uri="{FF2B5EF4-FFF2-40B4-BE49-F238E27FC236}">
                <a16:creationId xmlns:a16="http://schemas.microsoft.com/office/drawing/2014/main" id="{29CF5C83-38E3-4A34-AF12-2B5149E7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57500"/>
            <a:ext cx="15621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0,0198 s =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19,8 ms</a:t>
            </a:r>
          </a:p>
        </p:txBody>
      </p:sp>
      <p:sp>
        <p:nvSpPr>
          <p:cNvPr id="18" name="stage_4_title">
            <a:extLst xmlns:a="http://schemas.openxmlformats.org/drawingml/2006/main">
              <a:ext uri="{FF2B5EF4-FFF2-40B4-BE49-F238E27FC236}">
                <a16:creationId xmlns:a16="http://schemas.microsoft.com/office/drawing/2014/main" id="{A40B2D1B-E24F-431C-8B79-4AB842F4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8125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Interpretar</a:t>
            </a:r>
          </a:p>
        </p:txBody>
      </p:sp>
      <p:sp>
        <p:nvSpPr>
          <p:cNvPr id="19" name="stage_4_body">
            <a:extLst xmlns:a="http://schemas.openxmlformats.org/drawingml/2006/main">
              <a:ext uri="{FF2B5EF4-FFF2-40B4-BE49-F238E27FC236}">
                <a16:creationId xmlns:a16="http://schemas.microsoft.com/office/drawing/2014/main" id="{7F499AE0-5C77-4BAA-804A-38496187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857500"/>
            <a:ext cx="15621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≈20 ms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no es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límite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universal</a:t>
            </a:r>
          </a:p>
        </p:txBody>
      </p:sp>
      <p:sp>
        <p:nvSpPr>
          <p:cNvPr id="20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2F5D42C5-B17F-460E-915C-39D09C65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57875"/>
            <a:ext cx="10629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Figura conceptual; no está a escala salvo indicación explícita.</a:t>
            </a:r>
          </a:p>
        </p:txBody>
      </p:sp>
      <p:sp>
        <p:nvSpPr>
          <p:cNvPr id="21" name="source_note">
            <a:extLst xmlns:a="http://schemas.openxmlformats.org/drawingml/2006/main">
              <a:ext uri="{FF2B5EF4-FFF2-40B4-BE49-F238E27FC236}">
                <a16:creationId xmlns:a16="http://schemas.microsoft.com/office/drawing/2014/main" id="{DA9B7CC6-7984-4D8A-9A12-34ACDDC6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 (TEX/PDF), Unidad 7; brief, storyboard y planes U07; elaboración propia UCASAL.</a:t>
            </a:r>
          </a:p>
        </p:txBody>
      </p:sp>
    </p:spTree>
    <p:extLst>
      <p:ext uri="{BB962C8B-B14F-4D97-AF65-F5344CB8AC3E}">
        <p14:creationId xmlns:p14="http://schemas.microsoft.com/office/powerpoint/2010/main" val="14533313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2026-08-11T20:47:01.9600000Z</dcterms:created>
  <dcterms:modified xsi:type="dcterms:W3CDTF">2026-08-11T20:47:01.9600000Z</dcterms:modified>
</coreProperties>
</file>