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9e229282c843cc" /><Relationship Type="http://schemas.openxmlformats.org/officeDocument/2006/relationships/extended-properties" Target="/docProps/app.xml" Id="Rb6bb5c1777ae4875" /><Relationship Type="http://schemas.openxmlformats.org/officeDocument/2006/relationships/officeDocument" Target="/ppt/presentation.xml" Id="Rdb26d4b5acdc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4fe582d38a4b3b"/>
  </p:sldMasterIdLst>
  <p:notesMasterIdLst>
    <p:notesMasterId xmlns:r="http://schemas.openxmlformats.org/officeDocument/2006/relationships" r:id="Rd4abc8c683674257"/>
  </p:notesMasterIdLst>
  <p:sldIdLst>
    <p:sldId xmlns:r="http://schemas.openxmlformats.org/officeDocument/2006/relationships" id="256" r:id="Rf99aaeb9c75342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285de8e9e748bf" /><Relationship Type="http://schemas.openxmlformats.org/officeDocument/2006/relationships/slideMaster" Target="/ppt/slideMasters/slideMaster1.xml" Id="Rd04fe582d38a4b3b" /><Relationship Type="http://schemas.openxmlformats.org/officeDocument/2006/relationships/notesMaster" Target="/ppt/notesMasters/notesMaster1.xml" Id="Rd4abc8c683674257" /><Relationship Type="http://schemas.openxmlformats.org/officeDocument/2006/relationships/presProps" Target="/ppt/presProps.xml" Id="Rd920ee5026054926" /><Relationship Type="http://schemas.openxmlformats.org/officeDocument/2006/relationships/tableStyles" Target="/ppt/tableStyles.xml" Id="Rd8d568225f51460a" /><Relationship Type="http://schemas.openxmlformats.org/officeDocument/2006/relationships/slide" Target="/ppt/slides/slide1.xml" Id="Rf99aaeb9c753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92e8b9a140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7c9a3525014518" /><Relationship Type="http://schemas.openxmlformats.org/officeDocument/2006/relationships/notesMaster" Target="/ppt/notesMasters/notesMaster1.xml" Id="Rd9e36f3d0a2345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3ddfa55fc4c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cc972ba5544cbb" /><Relationship Type="http://schemas.openxmlformats.org/officeDocument/2006/relationships/slideLayout" Target="/ppt/slideLayouts/slideLayout1.xml" Id="R74fac8e2f5a3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fac8e2f5a3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52a3ad5984a83" /><Relationship Type="http://schemas.openxmlformats.org/officeDocument/2006/relationships/notesSlide" Target="/ppt/notesSlides/notesSlide1.xml" Id="Rc0fd67df461b4b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CAE9190-DE7B-4D9D-ADBC-D10B63D6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BBA53F3-5D3C-4067-BDCF-AFA2E1DA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7ACC127-CFEF-4D52-94A7-0CFBC00A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8E80ACD-1842-44E0-A4BE-C05C8B21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Haas no equivale a una regla universal de 20 ms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BA586BD4-C82D-4A42-8672-053FF80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40339E30-A19E-4622-A279-11A25D50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70D8001B-94F7-4893-91F6-F4F49E10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Simplificación incorrecta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40CE9582-FD05-4661-A046-ED14BEF7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4572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‘Haas = 20 ms’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sin condiciones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08DA946F-541E-4FA2-8DCD-7A3C85AE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Formulación condicionada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684C21E6-2677-41DB-AEEE-42610E83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4572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caso histórico con habla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retardo, nivel y criterio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2BC22BF5-E125-4E18-B834-5CE7F7B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52BE0B5-11DE-4981-AEEE-C6AF32EA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840186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2026-08-11T20:47:04.1330000Z</dcterms:created>
  <dcterms:modified xsi:type="dcterms:W3CDTF">2026-08-11T20:47:04.1330000Z</dcterms:modified>
</coreProperties>
</file>