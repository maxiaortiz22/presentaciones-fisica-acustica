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8881f92ede418e" /><Relationship Type="http://schemas.openxmlformats.org/officeDocument/2006/relationships/extended-properties" Target="/docProps/app.xml" Id="R15a99f54d3024dbf" /><Relationship Type="http://schemas.openxmlformats.org/officeDocument/2006/relationships/officeDocument" Target="/ppt/presentation.xml" Id="Rdb2a493ffe9d4a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fb4f70baf44c6"/>
  </p:sldMasterIdLst>
  <p:notesMasterIdLst>
    <p:notesMasterId xmlns:r="http://schemas.openxmlformats.org/officeDocument/2006/relationships" r:id="Ra5ba61e697b54801"/>
  </p:notesMasterIdLst>
  <p:sldIdLst>
    <p:sldId xmlns:r="http://schemas.openxmlformats.org/officeDocument/2006/relationships" id="256" r:id="Ra89f587d8bb641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c730f271334b92" /><Relationship Type="http://schemas.openxmlformats.org/officeDocument/2006/relationships/slideMaster" Target="/ppt/slideMasters/slideMaster1.xml" Id="Rb27fb4f70baf44c6" /><Relationship Type="http://schemas.openxmlformats.org/officeDocument/2006/relationships/notesMaster" Target="/ppt/notesMasters/notesMaster1.xml" Id="Ra5ba61e697b54801" /><Relationship Type="http://schemas.openxmlformats.org/officeDocument/2006/relationships/presProps" Target="/ppt/presProps.xml" Id="Rc1c0f0818bd24162" /><Relationship Type="http://schemas.openxmlformats.org/officeDocument/2006/relationships/tableStyles" Target="/ppt/tableStyles.xml" Id="Recb5973d977445a2" /><Relationship Type="http://schemas.openxmlformats.org/officeDocument/2006/relationships/slide" Target="/ppt/slides/slide1.xml" Id="Ra89f587d8bb641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398b13346a4a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622bfa19204a82" /><Relationship Type="http://schemas.openxmlformats.org/officeDocument/2006/relationships/notesMaster" Target="/ppt/notesMasters/notesMaster1.xml" Id="R0b8cd5c9b0bd45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4675fa6754e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a2ce7eb535486d" /><Relationship Type="http://schemas.openxmlformats.org/officeDocument/2006/relationships/slideLayout" Target="/ppt/slideLayouts/slideLayout1.xml" Id="R9d2ee6cd4e4842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2ee6cd4e4842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3ab52c61d4b93" /><Relationship Type="http://schemas.openxmlformats.org/officeDocument/2006/relationships/notesSlide" Target="/ppt/notesSlides/notesSlide1.xml" Id="Rf86cf3551c9241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FEAC555-A819-41A9-8917-10558CDE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6E415C7-7898-4978-8C6D-4EBBD928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4BEDC96-00BF-49CB-A0ED-880B6AD9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720A69C-AA22-4201-A537-E2DCB23D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máscara puede aparecer antes, durante o después del objetivo</a:t>
            </a:r>
          </a:p>
        </p:txBody>
      </p:sp>
      <p:sp>
        <p:nvSpPr>
          <p:cNvPr id="5" name="time_1_box">
            <a:extLst xmlns:a="http://schemas.openxmlformats.org/drawingml/2006/main">
              <a:ext uri="{FF2B5EF4-FFF2-40B4-BE49-F238E27FC236}">
                <a16:creationId xmlns:a16="http://schemas.microsoft.com/office/drawing/2014/main" id="{2977DD15-7AD0-4886-AB41-AA61A4F7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3257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time_2_box">
            <a:extLst xmlns:a="http://schemas.openxmlformats.org/drawingml/2006/main">
              <a:ext uri="{FF2B5EF4-FFF2-40B4-BE49-F238E27FC236}">
                <a16:creationId xmlns:a16="http://schemas.microsoft.com/office/drawing/2014/main" id="{32934C4A-1963-41FA-B14B-B5311443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47875"/>
            <a:ext cx="3257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time_3_box">
            <a:extLst xmlns:a="http://schemas.openxmlformats.org/drawingml/2006/main">
              <a:ext uri="{FF2B5EF4-FFF2-40B4-BE49-F238E27FC236}">
                <a16:creationId xmlns:a16="http://schemas.microsoft.com/office/drawing/2014/main" id="{8BBCD683-0635-49D6-92D6-63EF7CF8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47875"/>
            <a:ext cx="3257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5" name="time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38600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6" name="time_edge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247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time_1_title">
            <a:extLst xmlns:a="http://schemas.openxmlformats.org/drawingml/2006/main">
              <a:ext uri="{FF2B5EF4-FFF2-40B4-BE49-F238E27FC236}">
                <a16:creationId xmlns:a16="http://schemas.microsoft.com/office/drawing/2014/main" id="{FBC9F0D6-B1B1-4596-AF5F-8F3770E5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Hacia atrás</a:t>
            </a:r>
          </a:p>
        </p:txBody>
      </p:sp>
      <p:sp>
        <p:nvSpPr>
          <p:cNvPr id="11" name="time_1_body">
            <a:extLst xmlns:a="http://schemas.openxmlformats.org/drawingml/2006/main">
              <a:ext uri="{FF2B5EF4-FFF2-40B4-BE49-F238E27FC236}">
                <a16:creationId xmlns:a16="http://schemas.microsoft.com/office/drawing/2014/main" id="{034DBA49-60A7-44C6-AB62-D00035D8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2876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máscara antes del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objetivo</a:t>
            </a:r>
          </a:p>
        </p:txBody>
      </p:sp>
      <p:sp>
        <p:nvSpPr>
          <p:cNvPr id="12" name="time_2_title">
            <a:extLst xmlns:a="http://schemas.openxmlformats.org/drawingml/2006/main">
              <a:ext uri="{FF2B5EF4-FFF2-40B4-BE49-F238E27FC236}">
                <a16:creationId xmlns:a16="http://schemas.microsoft.com/office/drawing/2014/main" id="{6D3BE177-E55E-475F-8571-41F70FCE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Simultáneo</a:t>
            </a:r>
          </a:p>
        </p:txBody>
      </p:sp>
      <p:sp>
        <p:nvSpPr>
          <p:cNvPr id="13" name="time_2_body">
            <a:extLst xmlns:a="http://schemas.openxmlformats.org/drawingml/2006/main">
              <a:ext uri="{FF2B5EF4-FFF2-40B4-BE49-F238E27FC236}">
                <a16:creationId xmlns:a16="http://schemas.microsoft.com/office/drawing/2014/main" id="{7B6AB205-DBE3-4F14-9F02-5FEAD71D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67000"/>
            <a:ext cx="2876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superponen</a:t>
            </a:r>
          </a:p>
        </p:txBody>
      </p:sp>
      <p:sp>
        <p:nvSpPr>
          <p:cNvPr id="14" name="time_3_title">
            <a:extLst xmlns:a="http://schemas.openxmlformats.org/drawingml/2006/main">
              <a:ext uri="{FF2B5EF4-FFF2-40B4-BE49-F238E27FC236}">
                <a16:creationId xmlns:a16="http://schemas.microsoft.com/office/drawing/2014/main" id="{B55D0939-7A7D-4BD6-9B0F-A3F5C5A1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Hacia adelante</a:t>
            </a:r>
          </a:p>
        </p:txBody>
      </p:sp>
      <p:sp>
        <p:nvSpPr>
          <p:cNvPr id="15" name="time_3_body">
            <a:extLst xmlns:a="http://schemas.openxmlformats.org/drawingml/2006/main">
              <a:ext uri="{FF2B5EF4-FFF2-40B4-BE49-F238E27FC236}">
                <a16:creationId xmlns:a16="http://schemas.microsoft.com/office/drawing/2014/main" id="{2FE0A5A0-79DF-4A8D-9B5D-ED1E51EF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2876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máscara después del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objetivo</a:t>
            </a:r>
          </a:p>
        </p:txBody>
      </p:sp>
      <p:sp>
        <p:nvSpPr>
          <p:cNvPr id="1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E1514D53-78FC-4E6F-B1E5-E532C432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DF40AF1-3A99-4B31-888D-DA178E5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140278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2026-08-11T20:46:48.4580000Z</dcterms:created>
  <dcterms:modified xsi:type="dcterms:W3CDTF">2026-08-11T20:46:48.4580000Z</dcterms:modified>
</coreProperties>
</file>