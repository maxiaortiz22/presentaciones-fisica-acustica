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456ef8c9d045db" /><Relationship Type="http://schemas.openxmlformats.org/officeDocument/2006/relationships/extended-properties" Target="/docProps/app.xml" Id="R82981c6fc0a94e45" /><Relationship Type="http://schemas.openxmlformats.org/officeDocument/2006/relationships/officeDocument" Target="/ppt/presentation.xml" Id="R42c73ad6757f40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d11889e28144e9"/>
  </p:sldMasterIdLst>
  <p:notesMasterIdLst>
    <p:notesMasterId xmlns:r="http://schemas.openxmlformats.org/officeDocument/2006/relationships" r:id="R373ede2303174dc9"/>
  </p:notesMasterIdLst>
  <p:sldIdLst>
    <p:sldId xmlns:r="http://schemas.openxmlformats.org/officeDocument/2006/relationships" id="256" r:id="Ra27b80bc4eba4c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a6bf05546c49e8" /><Relationship Type="http://schemas.openxmlformats.org/officeDocument/2006/relationships/slideMaster" Target="/ppt/slideMasters/slideMaster1.xml" Id="R02d11889e28144e9" /><Relationship Type="http://schemas.openxmlformats.org/officeDocument/2006/relationships/notesMaster" Target="/ppt/notesMasters/notesMaster1.xml" Id="R373ede2303174dc9" /><Relationship Type="http://schemas.openxmlformats.org/officeDocument/2006/relationships/presProps" Target="/ppt/presProps.xml" Id="Rcf78d192b8494f26" /><Relationship Type="http://schemas.openxmlformats.org/officeDocument/2006/relationships/tableStyles" Target="/ppt/tableStyles.xml" Id="R6cc97517de0845bd" /><Relationship Type="http://schemas.openxmlformats.org/officeDocument/2006/relationships/slide" Target="/ppt/slides/slide1.xml" Id="Ra27b80bc4eba4c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ce03f6b1a74f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0f0da71ade4d19" /><Relationship Type="http://schemas.openxmlformats.org/officeDocument/2006/relationships/notesMaster" Target="/ppt/notesMasters/notesMaster1.xml" Id="R989066db8e7544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979bbe925a4f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e5f844ca504b09" /><Relationship Type="http://schemas.openxmlformats.org/officeDocument/2006/relationships/slideLayout" Target="/ppt/slideLayouts/slideLayout1.xml" Id="R0efd484d71ae44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fd484d71ae44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6a62cf2a24ac2" /><Relationship Type="http://schemas.openxmlformats.org/officeDocument/2006/relationships/notesSlide" Target="/ppt/notesSlides/notesSlide1.xml" Id="Re6e1a632f8aa4f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9388F08A-3288-40E0-BCD7-58F3F0D0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D8C39B69-0119-4C94-96F1-07A2E9EB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BC35E89A-DB28-43AB-B718-2F43D315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88E79D7B-C4E3-4C75-94A3-72C8648D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Enmascaramiento informacional: la dificultad está en seleccionar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05889B4C-E2CD-4461-B5D9-34F09959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539231E2-D3AF-4BF2-8E8A-B1D3894A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DBEA64DD-0399-4FBE-9B2E-7AC3EDD5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F2B7886B-BC9C-4749-851B-7DFC4EE7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241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197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153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E887995D-507B-41BA-AFA4-D8C72AB5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Fuentes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similares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2DD82C38-6ACA-4625-A65A-36B91579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15621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objetivo +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rival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B754D0AD-23D5-457F-9AEA-A947D489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812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Señales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audibles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CBE45CB2-7636-4D4D-BE8D-CB8DF7D0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81350"/>
            <a:ext cx="15621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no basta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oírlas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821CE483-A7AE-4A83-B211-91DD1DFF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Selección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atencional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0E8C36B0-0938-46C6-99A2-AD5747B0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81350"/>
            <a:ext cx="15621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¿cuál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seguir?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A59CD461-936D-4733-808B-3B258C6C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Respuesta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87AF3954-D233-4768-9D94-C4397402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más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errores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8D2B128A-39AD-4008-B54F-07A563CE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8471C830-2D5D-4B06-870B-A4DAB927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9371223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2026-08-11T20:52:30.9960000Z</dcterms:created>
  <dcterms:modified xsi:type="dcterms:W3CDTF">2026-08-11T20:52:30.9970000Z</dcterms:modified>
</coreProperties>
</file>