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e082badc714148" /><Relationship Type="http://schemas.openxmlformats.org/officeDocument/2006/relationships/extended-properties" Target="/docProps/app.xml" Id="R1395849f7381410a" /><Relationship Type="http://schemas.openxmlformats.org/officeDocument/2006/relationships/officeDocument" Target="/ppt/presentation.xml" Id="Rf36085252e2141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24aafa4de7462d"/>
  </p:sldMasterIdLst>
  <p:notesMasterIdLst>
    <p:notesMasterId xmlns:r="http://schemas.openxmlformats.org/officeDocument/2006/relationships" r:id="R12d3ae61f3eb4cb5"/>
  </p:notesMasterIdLst>
  <p:sldIdLst>
    <p:sldId xmlns:r="http://schemas.openxmlformats.org/officeDocument/2006/relationships" id="256" r:id="R50586f24744840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ca9536dbcf4cce" /><Relationship Type="http://schemas.openxmlformats.org/officeDocument/2006/relationships/slideMaster" Target="/ppt/slideMasters/slideMaster1.xml" Id="R1024aafa4de7462d" /><Relationship Type="http://schemas.openxmlformats.org/officeDocument/2006/relationships/notesMaster" Target="/ppt/notesMasters/notesMaster1.xml" Id="R12d3ae61f3eb4cb5" /><Relationship Type="http://schemas.openxmlformats.org/officeDocument/2006/relationships/presProps" Target="/ppt/presProps.xml" Id="R56c5bc30e4354c21" /><Relationship Type="http://schemas.openxmlformats.org/officeDocument/2006/relationships/tableStyles" Target="/ppt/tableStyles.xml" Id="R4c6add2b492c4e7c" /><Relationship Type="http://schemas.openxmlformats.org/officeDocument/2006/relationships/slide" Target="/ppt/slides/slide1.xml" Id="R50586f24744840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dba87153124d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f7bed144a543ad" /><Relationship Type="http://schemas.openxmlformats.org/officeDocument/2006/relationships/notesMaster" Target="/ppt/notesMasters/notesMaster1.xml" Id="R4c1ca9ea0bae41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775b7fe92448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5f533c72df43fb" /><Relationship Type="http://schemas.openxmlformats.org/officeDocument/2006/relationships/slideLayout" Target="/ppt/slideLayouts/slideLayout1.xml" Id="Rf3ea85c7b95a4e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ea85c7b95a4e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7ec40c1324ce1" /><Relationship Type="http://schemas.openxmlformats.org/officeDocument/2006/relationships/notesSlide" Target="/ppt/notesSlides/notesSlide1.xml" Id="R9dcee230616344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2185A6A5-E860-4470-A439-0A4A3839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DF788B5A-0AC3-4964-8AF2-10E566DB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A94F4904-3965-4DD4-8A6A-50DAFC3F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27589AFB-9F9E-4166-A4D8-0DBCB776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presión cambia entre el campo y el tímpano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7B2F3395-5D3D-461F-8A94-A493023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099FBAE7-5D33-4082-AFF4-C2D5F966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D5193760-3EEF-4003-A5AB-8CBDD2D7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2CB2C83A-DEE9-48B3-B8F9-B11EDC9D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241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197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153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261AFA00-0592-4127-8A67-93BB7AEC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Campo de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referencia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18BF5982-5D7E-4BDF-99E6-47CABB3D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15621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L_p,campo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BF39D9E5-AE60-4487-B1BF-868E9EE1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Cabeza y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pabellón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B3F60CD0-46DE-4528-892B-D8DCA2E4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81350"/>
            <a:ext cx="15621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dirección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y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geometría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991861F2-8FFE-4A37-AC9F-A71E1E56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CAE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24673883-15A2-4BDD-87B3-4A57E7E3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depende de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frecuencia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5FC97955-BD85-49ED-9CA5-E0EB4789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Tímpano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ACBC9AC6-F97F-4E0B-9F2F-2271678C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L_p,T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1C856E38-2CFE-4E15-920A-EFA6E4D3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040DDF2B-6382-48F4-ACBA-41AA2A89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420443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2026-08-11T20:46:36.1860000Z</dcterms:created>
  <dcterms:modified xsi:type="dcterms:W3CDTF">2026-08-11T20:46:36.1860000Z</dcterms:modified>
</coreProperties>
</file>