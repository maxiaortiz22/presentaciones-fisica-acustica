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3b093c7fac442d" /><Relationship Type="http://schemas.openxmlformats.org/officeDocument/2006/relationships/extended-properties" Target="/docProps/app.xml" Id="R9c91b3b49b59466a" /><Relationship Type="http://schemas.openxmlformats.org/officeDocument/2006/relationships/officeDocument" Target="/ppt/presentation.xml" Id="R96a39288e89845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2afd3c7c10431a"/>
  </p:sldMasterIdLst>
  <p:notesMasterIdLst>
    <p:notesMasterId xmlns:r="http://schemas.openxmlformats.org/officeDocument/2006/relationships" r:id="R707166481ecc4d1d"/>
  </p:notesMasterIdLst>
  <p:sldIdLst>
    <p:sldId xmlns:r="http://schemas.openxmlformats.org/officeDocument/2006/relationships" id="256" r:id="Rc3701daf6e574e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0da40780d646e5" /><Relationship Type="http://schemas.openxmlformats.org/officeDocument/2006/relationships/slideMaster" Target="/ppt/slideMasters/slideMaster1.xml" Id="R852afd3c7c10431a" /><Relationship Type="http://schemas.openxmlformats.org/officeDocument/2006/relationships/notesMaster" Target="/ppt/notesMasters/notesMaster1.xml" Id="R707166481ecc4d1d" /><Relationship Type="http://schemas.openxmlformats.org/officeDocument/2006/relationships/presProps" Target="/ppt/presProps.xml" Id="R3103ef29c2854b68" /><Relationship Type="http://schemas.openxmlformats.org/officeDocument/2006/relationships/tableStyles" Target="/ppt/tableStyles.xml" Id="Rba8c403915ee44b6" /><Relationship Type="http://schemas.openxmlformats.org/officeDocument/2006/relationships/slide" Target="/ppt/slides/slide1.xml" Id="Rc3701daf6e574e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522b80293943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8affa60a6845d4" /><Relationship Type="http://schemas.openxmlformats.org/officeDocument/2006/relationships/notesMaster" Target="/ppt/notesMasters/notesMaster1.xml" Id="Rd4a1ec9dbeb342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6314116e2548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fd3e6d21114316" /><Relationship Type="http://schemas.openxmlformats.org/officeDocument/2006/relationships/slideLayout" Target="/ppt/slideLayouts/slideLayout1.xml" Id="R570f43e45ee645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0f43e45ee645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ff386ffbc74ac1" /><Relationship Type="http://schemas.openxmlformats.org/officeDocument/2006/relationships/notesSlide" Target="/ppt/notesSlides/notesSlide1.xml" Id="R904b77155d7749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9F33F009-0DB0-4428-8423-782D9AE9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D4223258-1749-422D-A7EB-8DDAD427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39CEF754-6C1C-423C-A7F5-3500D9B7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DC1C5F8B-D7BF-4C29-8ABE-2B6E2877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M es una diferencia de umbrales</a:t>
            </a:r>
          </a:p>
        </p:txBody>
      </p:sp>
      <p:sp>
        <p:nvSpPr>
          <p:cNvPr id="5" name="equation_box">
            <a:extLst xmlns:a="http://schemas.openxmlformats.org/drawingml/2006/main">
              <a:ext uri="{FF2B5EF4-FFF2-40B4-BE49-F238E27FC236}">
                <a16:creationId xmlns:a16="http://schemas.microsoft.com/office/drawing/2014/main" id="{F03BAA27-0216-48B2-BF39-772D9CFC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81250"/>
            <a:ext cx="91440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callout_1_box">
            <a:extLst xmlns:a="http://schemas.openxmlformats.org/drawingml/2006/main">
              <a:ext uri="{FF2B5EF4-FFF2-40B4-BE49-F238E27FC236}">
                <a16:creationId xmlns:a16="http://schemas.microsoft.com/office/drawing/2014/main" id="{7EBFE4F5-2574-47FF-84D5-58B4A6F1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3048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7" name="callout_2_box">
            <a:extLst xmlns:a="http://schemas.openxmlformats.org/drawingml/2006/main">
              <a:ext uri="{FF2B5EF4-FFF2-40B4-BE49-F238E27FC236}">
                <a16:creationId xmlns:a16="http://schemas.microsoft.com/office/drawing/2014/main" id="{E31596CB-365E-42A3-8BC4-0380D3A4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904875"/>
            <a:ext cx="3048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8" name="callout_3_box">
            <a:extLst xmlns:a="http://schemas.openxmlformats.org/drawingml/2006/main">
              <a:ext uri="{FF2B5EF4-FFF2-40B4-BE49-F238E27FC236}">
                <a16:creationId xmlns:a16="http://schemas.microsoft.com/office/drawing/2014/main" id="{34C620B7-2216-42B0-AC0F-47E283E8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3048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cxnSp>
        <p:nvCxnSpPr>
          <p:cNvPr id="30" name="leader_1"/>
          <p:cNvCxnSpPr>
            <a:stCxn xmlns:a="http://schemas.openxmlformats.org/drawingml/2006/main" id="6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H="1">
            <a:off x="1524000" y="1595438"/>
            <a:ext cx="2209800" cy="17621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leader_2"/>
          <p:cNvCxnSpPr>
            <a:stCxn xmlns:a="http://schemas.openxmlformats.org/drawingml/2006/main" id="7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>
            <a:off x="8458200" y="1595438"/>
            <a:ext cx="2209800" cy="17621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leader_3"/>
          <p:cNvCxnSpPr>
            <a:stCxn xmlns:a="http://schemas.openxmlformats.org/drawingml/2006/main" id="8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H="1" flipV="1">
            <a:off x="1524000" y="3357563"/>
            <a:ext cx="2209800" cy="173831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equation_title">
            <a:extLst xmlns:a="http://schemas.openxmlformats.org/drawingml/2006/main">
              <a:ext uri="{FF2B5EF4-FFF2-40B4-BE49-F238E27FC236}">
                <a16:creationId xmlns:a16="http://schemas.microsoft.com/office/drawing/2014/main" id="{95B181EE-7ACB-45EA-BAC2-A09F17DC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24125"/>
            <a:ext cx="876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4D1434"/>
                </a:solidFill>
              </a:defRPr>
            </a:pPr>
            <a:r>
              <a:rPr sz="3000" b="1">
                <a:solidFill>
                  <a:srgbClr val="4D1434"/>
                </a:solidFill>
              </a:rPr>
              <a:t>M(f_obj) = L_umbral,e(f_obj) −</a:t>
            </a:r>
          </a:p>
          <a:p xmlns:a="http://schemas.openxmlformats.org/drawingml/2006/main">
            <a:pPr algn="ctr">
              <a:defRPr sz="3000" b="1">
                <a:solidFill>
                  <a:srgbClr val="4D1434"/>
                </a:solidFill>
              </a:defRPr>
            </a:pPr>
            <a:r>
              <a:rPr sz="3000" b="1">
                <a:solidFill>
                  <a:srgbClr val="4D1434"/>
                </a:solidFill>
              </a:rPr>
              <a:t>L_umbral,q(f_obj)</a:t>
            </a:r>
          </a:p>
        </p:txBody>
      </p:sp>
      <p:sp>
        <p:nvSpPr>
          <p:cNvPr id="13" name="equation_body">
            <a:extLst xmlns:a="http://schemas.openxmlformats.org/drawingml/2006/main">
              <a:ext uri="{FF2B5EF4-FFF2-40B4-BE49-F238E27FC236}">
                <a16:creationId xmlns:a16="http://schemas.microsoft.com/office/drawing/2014/main" id="{414978F6-411A-4434-BDEA-04387A06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5282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resultado en dB</a:t>
            </a:r>
          </a:p>
        </p:txBody>
      </p:sp>
      <p:sp>
        <p:nvSpPr>
          <p:cNvPr id="14" name="callout_1_title">
            <a:extLst xmlns:a="http://schemas.openxmlformats.org/drawingml/2006/main">
              <a:ext uri="{FF2B5EF4-FFF2-40B4-BE49-F238E27FC236}">
                <a16:creationId xmlns:a16="http://schemas.microsoft.com/office/drawing/2014/main" id="{C5934098-9FBA-4C12-8E16-D0A857F2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47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L_umbral,e</a:t>
            </a:r>
          </a:p>
        </p:txBody>
      </p:sp>
      <p:sp>
        <p:nvSpPr>
          <p:cNvPr id="15" name="callout_1_body">
            <a:extLst xmlns:a="http://schemas.openxmlformats.org/drawingml/2006/main">
              <a:ext uri="{FF2B5EF4-FFF2-40B4-BE49-F238E27FC236}">
                <a16:creationId xmlns:a16="http://schemas.microsoft.com/office/drawing/2014/main" id="{2E8A291D-A0B2-4627-A1B5-CC32CA57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con enmascarador</a:t>
            </a:r>
          </a:p>
        </p:txBody>
      </p:sp>
      <p:sp>
        <p:nvSpPr>
          <p:cNvPr id="16" name="callout_2_title">
            <a:extLst xmlns:a="http://schemas.openxmlformats.org/drawingml/2006/main">
              <a:ext uri="{FF2B5EF4-FFF2-40B4-BE49-F238E27FC236}">
                <a16:creationId xmlns:a16="http://schemas.microsoft.com/office/drawing/2014/main" id="{7FE7C85D-A2E0-4EE6-B96C-6CE74766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047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L_umbral,q</a:t>
            </a:r>
          </a:p>
        </p:txBody>
      </p:sp>
      <p:sp>
        <p:nvSpPr>
          <p:cNvPr id="17" name="callout_2_body">
            <a:extLst xmlns:a="http://schemas.openxmlformats.org/drawingml/2006/main">
              <a:ext uri="{FF2B5EF4-FFF2-40B4-BE49-F238E27FC236}">
                <a16:creationId xmlns:a16="http://schemas.microsoft.com/office/drawing/2014/main" id="{C188D6FB-B584-4DB8-9A7E-D01A3EA8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240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en quietud</a:t>
            </a:r>
          </a:p>
        </p:txBody>
      </p:sp>
      <p:sp>
        <p:nvSpPr>
          <p:cNvPr id="18" name="callout_3_title">
            <a:extLst xmlns:a="http://schemas.openxmlformats.org/drawingml/2006/main">
              <a:ext uri="{FF2B5EF4-FFF2-40B4-BE49-F238E27FC236}">
                <a16:creationId xmlns:a16="http://schemas.microsoft.com/office/drawing/2014/main" id="{5F158FD1-537C-4558-93F6-6702B7EE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f_obj</a:t>
            </a:r>
          </a:p>
        </p:txBody>
      </p:sp>
      <p:sp>
        <p:nvSpPr>
          <p:cNvPr id="19" name="callout_3_body">
            <a:extLst xmlns:a="http://schemas.openxmlformats.org/drawingml/2006/main">
              <a:ext uri="{FF2B5EF4-FFF2-40B4-BE49-F238E27FC236}">
                <a16:creationId xmlns:a16="http://schemas.microsoft.com/office/drawing/2014/main" id="{5628CBD9-4045-4010-9C0A-0879DDCB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266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misma frecuencia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objetivo</a:t>
            </a:r>
          </a:p>
        </p:txBody>
      </p:sp>
      <p:sp>
        <p:nvSpPr>
          <p:cNvPr id="20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FD432248-CE86-4BB4-AE07-5F725877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 salvo indicación explícita.</a:t>
            </a:r>
          </a:p>
        </p:txBody>
      </p:sp>
      <p:sp>
        <p:nvSpPr>
          <p:cNvPr id="21" name="source_note">
            <a:extLst xmlns:a="http://schemas.openxmlformats.org/drawingml/2006/main">
              <a:ext uri="{FF2B5EF4-FFF2-40B4-BE49-F238E27FC236}">
                <a16:creationId xmlns:a16="http://schemas.microsoft.com/office/drawing/2014/main" id="{E6FFB4FC-F762-4EF0-A355-9F25600C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8027453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2026-08-11T20:46:44.2560000Z</dcterms:created>
  <dcterms:modified xsi:type="dcterms:W3CDTF">2026-08-11T20:46:44.2560000Z</dcterms:modified>
</coreProperties>
</file>