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bb8068e85437d" /><Relationship Type="http://schemas.openxmlformats.org/officeDocument/2006/relationships/extended-properties" Target="/docProps/app.xml" Id="R735a36b16cea4e47" /><Relationship Type="http://schemas.openxmlformats.org/officeDocument/2006/relationships/officeDocument" Target="/ppt/presentation.xml" Id="Rbe830cf165394c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e92200f2145ad"/>
  </p:sldMasterIdLst>
  <p:notesMasterIdLst>
    <p:notesMasterId xmlns:r="http://schemas.openxmlformats.org/officeDocument/2006/relationships" r:id="R5230e31e6a714ea4"/>
  </p:notesMasterIdLst>
  <p:sldIdLst>
    <p:sldId xmlns:r="http://schemas.openxmlformats.org/officeDocument/2006/relationships" id="256" r:id="R12f76d69063f41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204f258918451f" /><Relationship Type="http://schemas.openxmlformats.org/officeDocument/2006/relationships/slideMaster" Target="/ppt/slideMasters/slideMaster1.xml" Id="R458e92200f2145ad" /><Relationship Type="http://schemas.openxmlformats.org/officeDocument/2006/relationships/notesMaster" Target="/ppt/notesMasters/notesMaster1.xml" Id="R5230e31e6a714ea4" /><Relationship Type="http://schemas.openxmlformats.org/officeDocument/2006/relationships/presProps" Target="/ppt/presProps.xml" Id="Rfee1ec47e93648b9" /><Relationship Type="http://schemas.openxmlformats.org/officeDocument/2006/relationships/tableStyles" Target="/ppt/tableStyles.xml" Id="R0edabaee9f264b82" /><Relationship Type="http://schemas.openxmlformats.org/officeDocument/2006/relationships/slide" Target="/ppt/slides/slide1.xml" Id="R12f76d69063f41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4b30f569c47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b39eddb5e945b4" /><Relationship Type="http://schemas.openxmlformats.org/officeDocument/2006/relationships/notesMaster" Target="/ppt/notesMasters/notesMaster1.xml" Id="R1000a73bea7749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95105363aa42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bff0afd804bf9" /><Relationship Type="http://schemas.openxmlformats.org/officeDocument/2006/relationships/slideLayout" Target="/ppt/slideLayouts/slideLayout1.xml" Id="R75c465f8524741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c465f8524741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4ce27aad44f38" /><Relationship Type="http://schemas.openxmlformats.org/officeDocument/2006/relationships/notesSlide" Target="/ppt/notesSlides/notesSlide1.xml" Id="Rb2483074c2804f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3205BE56-0118-4E00-8D8E-DAACB754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D12C9ED-C844-42B8-95A1-84680F69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B395849E-98C2-4BB6-B7A7-7C941442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9ABE59C-DF86-4AFB-824E-ED0B467E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La psicoacústica abre tres preguntas futuras</a:t>
            </a:r>
          </a:p>
        </p:txBody>
      </p:sp>
      <p:sp>
        <p:nvSpPr>
          <p:cNvPr id="5" name="central_box">
            <a:extLst xmlns:a="http://schemas.openxmlformats.org/drawingml/2006/main">
              <a:ext uri="{FF2B5EF4-FFF2-40B4-BE49-F238E27FC236}">
                <a16:creationId xmlns:a16="http://schemas.microsoft.com/office/drawing/2014/main" id="{A1528279-2097-4D3A-8EFD-E3FA1DDA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285875"/>
            <a:ext cx="4762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82208ABF-51C3-422B-8425-0AF4FC69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67085669-7EAD-4DA8-A71A-596C29CB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13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E0F2260F-8A14-45A5-B8AB-198B7E88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650" y="3476625"/>
            <a:ext cx="32893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4257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714625"/>
            <a:ext cx="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714625"/>
            <a:ext cx="367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central_title">
            <a:extLst xmlns:a="http://schemas.openxmlformats.org/drawingml/2006/main">
              <a:ext uri="{FF2B5EF4-FFF2-40B4-BE49-F238E27FC236}">
                <a16:creationId xmlns:a16="http://schemas.microsoft.com/office/drawing/2014/main" id="{BA4D30E9-A054-4A6E-9DA6-622776A5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4287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Unidad 7</a:t>
            </a:r>
          </a:p>
        </p:txBody>
      </p:sp>
      <p:sp>
        <p:nvSpPr>
          <p:cNvPr id="13" name="central_body">
            <a:extLst xmlns:a="http://schemas.openxmlformats.org/drawingml/2006/main">
              <a:ext uri="{FF2B5EF4-FFF2-40B4-BE49-F238E27FC236}">
                <a16:creationId xmlns:a16="http://schemas.microsoft.com/office/drawing/2014/main" id="{748535CE-EAE5-4651-BC58-CACAF077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4381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percepción condicionada</a:t>
            </a:r>
          </a:p>
        </p:txBody>
      </p:sp>
      <p:sp>
        <p:nvSpPr>
          <p:cNvPr id="14" name="branch_1_title">
            <a:extLst xmlns:a="http://schemas.openxmlformats.org/drawingml/2006/main">
              <a:ext uri="{FF2B5EF4-FFF2-40B4-BE49-F238E27FC236}">
                <a16:creationId xmlns:a16="http://schemas.microsoft.com/office/drawing/2014/main" id="{9D6B924E-BFE0-4175-8A2A-36287DA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Unidad 8</a:t>
            </a:r>
          </a:p>
        </p:txBody>
      </p:sp>
      <p:sp>
        <p:nvSpPr>
          <p:cNvPr id="15" name="branch_1_body">
            <a:extLst xmlns:a="http://schemas.openxmlformats.org/drawingml/2006/main">
              <a:ext uri="{FF2B5EF4-FFF2-40B4-BE49-F238E27FC236}">
                <a16:creationId xmlns:a16="http://schemas.microsoft.com/office/drawing/2014/main" id="{852DACF1-AC78-4113-8281-EB16260A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¿qué cambia con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enfermedad y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rehabilitación?</a:t>
            </a:r>
          </a:p>
        </p:txBody>
      </p:sp>
      <p:sp>
        <p:nvSpPr>
          <p:cNvPr id="16" name="branch_2_title">
            <a:extLst xmlns:a="http://schemas.openxmlformats.org/drawingml/2006/main">
              <a:ext uri="{FF2B5EF4-FFF2-40B4-BE49-F238E27FC236}">
                <a16:creationId xmlns:a16="http://schemas.microsoft.com/office/drawing/2014/main" id="{2372781A-1A11-4E1D-96FC-175B2470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Unidad 9</a:t>
            </a:r>
          </a:p>
        </p:txBody>
      </p:sp>
      <p:sp>
        <p:nvSpPr>
          <p:cNvPr id="17" name="branch_2_body">
            <a:extLst xmlns:a="http://schemas.openxmlformats.org/drawingml/2006/main">
              <a:ext uri="{FF2B5EF4-FFF2-40B4-BE49-F238E27FC236}">
                <a16:creationId xmlns:a16="http://schemas.microsoft.com/office/drawing/2014/main" id="{BFB9192A-2A31-4621-953E-3CCAA554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¿cómo modifica el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medio y el recinto?</a:t>
            </a:r>
          </a:p>
        </p:txBody>
      </p:sp>
      <p:sp>
        <p:nvSpPr>
          <p:cNvPr id="18" name="branch_3_title">
            <a:extLst xmlns:a="http://schemas.openxmlformats.org/drawingml/2006/main">
              <a:ext uri="{FF2B5EF4-FFF2-40B4-BE49-F238E27FC236}">
                <a16:creationId xmlns:a16="http://schemas.microsoft.com/office/drawing/2014/main" id="{2A6CFC80-D244-4D6D-A010-75892AE9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619500"/>
            <a:ext cx="290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Unidad 10</a:t>
            </a:r>
          </a:p>
        </p:txBody>
      </p:sp>
      <p:sp>
        <p:nvSpPr>
          <p:cNvPr id="19" name="branch_3_body">
            <a:extLst xmlns:a="http://schemas.openxmlformats.org/drawingml/2006/main">
              <a:ext uri="{FF2B5EF4-FFF2-40B4-BE49-F238E27FC236}">
                <a16:creationId xmlns:a16="http://schemas.microsoft.com/office/drawing/2014/main" id="{979743DE-70FD-4FC3-B8DF-E30F0385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095750"/>
            <a:ext cx="29083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¿cómo se caracteriza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y controla el ruido?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4617874-B0EA-481D-873B-3BC3EC82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204E91C-88B6-440D-9C9F-8FE0A901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864214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2026-08-11T20:47:12.6780000Z</dcterms:created>
  <dcterms:modified xsi:type="dcterms:W3CDTF">2026-08-11T20:47:12.6780000Z</dcterms:modified>
</coreProperties>
</file>