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d8f39647764c92" /><Relationship Type="http://schemas.openxmlformats.org/officeDocument/2006/relationships/extended-properties" Target="/docProps/app.xml" Id="R798f0daf158f4428" /><Relationship Type="http://schemas.openxmlformats.org/officeDocument/2006/relationships/officeDocument" Target="/ppt/presentation.xml" Id="R4550219793a645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51632163ee4315"/>
  </p:sldMasterIdLst>
  <p:notesMasterIdLst>
    <p:notesMasterId xmlns:r="http://schemas.openxmlformats.org/officeDocument/2006/relationships" r:id="Re8f1068c1e264991"/>
  </p:notesMasterIdLst>
  <p:sldIdLst>
    <p:sldId xmlns:r="http://schemas.openxmlformats.org/officeDocument/2006/relationships" id="256" r:id="R3ee7cd69278449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44c2e533ee40a9" /><Relationship Type="http://schemas.openxmlformats.org/officeDocument/2006/relationships/slideMaster" Target="/ppt/slideMasters/slideMaster1.xml" Id="R5851632163ee4315" /><Relationship Type="http://schemas.openxmlformats.org/officeDocument/2006/relationships/notesMaster" Target="/ppt/notesMasters/notesMaster1.xml" Id="Re8f1068c1e264991" /><Relationship Type="http://schemas.openxmlformats.org/officeDocument/2006/relationships/presProps" Target="/ppt/presProps.xml" Id="R4ccf11d8dd194ea2" /><Relationship Type="http://schemas.openxmlformats.org/officeDocument/2006/relationships/tableStyles" Target="/ppt/tableStyles.xml" Id="R1e421dba53db42fe" /><Relationship Type="http://schemas.openxmlformats.org/officeDocument/2006/relationships/slide" Target="/ppt/slides/slide1.xml" Id="R3ee7cd69278449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908ee98cae49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d03a522298408e" /><Relationship Type="http://schemas.openxmlformats.org/officeDocument/2006/relationships/notesMaster" Target="/ppt/notesMasters/notesMaster1.xml" Id="R62f02aeda8af47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d5e66cd8946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4410dda1134538" /><Relationship Type="http://schemas.openxmlformats.org/officeDocument/2006/relationships/slideLayout" Target="/ppt/slideLayouts/slideLayout1.xml" Id="Rfda77f89d27541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a77f89d27541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1dd7f9e7b4004" /><Relationship Type="http://schemas.openxmlformats.org/officeDocument/2006/relationships/notesSlide" Target="/ppt/notesSlides/notesSlide1.xml" Id="Rd0408746c3bc43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279BDE9B-ED07-4ACC-AA59-6E20E664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5089614E-9A1C-4267-8E29-8C4ED63B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316E7E76-110A-4C0F-9B4A-2D1C32CE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51258DE1-40F9-4104-9FE9-F7420F6B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Ejemplo: 68 dB SPL de voz y 60 dB SPL de ruido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243AABE3-3208-425C-8F23-3DCFED09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69F502F8-5FD5-430F-AAF2-F069A64A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89A270C6-9F31-4703-B269-3C4C94C4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00759CCA-08DD-4538-B9A6-15F46409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65A5966D-C128-428B-8C85-6BA515F1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Habla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67FAA910-66CE-40C4-B631-0011096C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68 dB SPL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08DDF1C3-2201-43A9-B0DF-FA292AFC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Ruido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75D375CD-65BF-4E0A-9389-D65C3F38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60 dB SPL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A219F49D-B9C5-4724-B283-7F15B941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Resta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4BE064DE-94B4-423F-898F-8C2BD9B4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68 − 60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CFACB915-4300-463C-8545-C505A4E0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Resultado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09B4D7AC-8F1C-4851-B677-8D858BF9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SNR = +8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dB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no predice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% correcto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F6A6E469-CDBC-4466-9008-59F7D894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78C95C1C-5DD1-47DA-883E-97E39043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551161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2026-08-11T20:46:54.2610000Z</dcterms:created>
  <dcterms:modified xsi:type="dcterms:W3CDTF">2026-08-11T20:46:54.2610000Z</dcterms:modified>
</coreProperties>
</file>