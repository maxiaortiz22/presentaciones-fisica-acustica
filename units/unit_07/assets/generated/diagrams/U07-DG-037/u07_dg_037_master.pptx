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591f751cb84dcd" /><Relationship Type="http://schemas.openxmlformats.org/officeDocument/2006/relationships/extended-properties" Target="/docProps/app.xml" Id="Rfd7dc1d17f4646c3" /><Relationship Type="http://schemas.openxmlformats.org/officeDocument/2006/relationships/officeDocument" Target="/ppt/presentation.xml" Id="R007c6d8ff6a248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74086451254e3c"/>
  </p:sldMasterIdLst>
  <p:notesMasterIdLst>
    <p:notesMasterId xmlns:r="http://schemas.openxmlformats.org/officeDocument/2006/relationships" r:id="R95cafa0ae9f8472f"/>
  </p:notesMasterIdLst>
  <p:sldIdLst>
    <p:sldId xmlns:r="http://schemas.openxmlformats.org/officeDocument/2006/relationships" id="256" r:id="R35f450cab54043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a59df790b44d50" /><Relationship Type="http://schemas.openxmlformats.org/officeDocument/2006/relationships/slideMaster" Target="/ppt/slideMasters/slideMaster1.xml" Id="R7674086451254e3c" /><Relationship Type="http://schemas.openxmlformats.org/officeDocument/2006/relationships/notesMaster" Target="/ppt/notesMasters/notesMaster1.xml" Id="R95cafa0ae9f8472f" /><Relationship Type="http://schemas.openxmlformats.org/officeDocument/2006/relationships/presProps" Target="/ppt/presProps.xml" Id="R628a2a49d1264e6d" /><Relationship Type="http://schemas.openxmlformats.org/officeDocument/2006/relationships/tableStyles" Target="/ppt/tableStyles.xml" Id="Rf06c3fffb8ea4925" /><Relationship Type="http://schemas.openxmlformats.org/officeDocument/2006/relationships/slide" Target="/ppt/slides/slide1.xml" Id="R35f450cab54043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b3954d6ddf43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79c664da4246be" /><Relationship Type="http://schemas.openxmlformats.org/officeDocument/2006/relationships/notesMaster" Target="/ppt/notesMasters/notesMaster1.xml" Id="R0da30fa373e8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01e3e7f7d48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fcdbfeadb047d1" /><Relationship Type="http://schemas.openxmlformats.org/officeDocument/2006/relationships/slideLayout" Target="/ppt/slideLayouts/slideLayout1.xml" Id="R13f7957e48f544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f7957e48f544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9db9dc75941c4" /><Relationship Type="http://schemas.openxmlformats.org/officeDocument/2006/relationships/notesSlide" Target="/ppt/notesSlides/notesSlide1.xml" Id="R319bd72415824d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1EF7800-0DC4-45D4-8E95-4B9A32DA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4A811537-4098-4346-9FF0-0D257642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27E33059-56DA-4311-BC89-F16E1E41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235060D-C63F-4426-B0C8-F92BA5DB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Direcciones distintas pueden producir pistas binaurales semejantes</a:t>
            </a:r>
          </a:p>
        </p:txBody>
      </p:sp>
      <p:sp>
        <p:nvSpPr>
          <p:cNvPr id="5" name="spatial_1_box">
            <a:extLst xmlns:a="http://schemas.openxmlformats.org/drawingml/2006/main">
              <a:ext uri="{FF2B5EF4-FFF2-40B4-BE49-F238E27FC236}">
                <a16:creationId xmlns:a16="http://schemas.microsoft.com/office/drawing/2014/main" id="{41F26408-BDA1-4356-8914-668D287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spatial_2_box">
            <a:extLst xmlns:a="http://schemas.openxmlformats.org/drawingml/2006/main">
              <a:ext uri="{FF2B5EF4-FFF2-40B4-BE49-F238E27FC236}">
                <a16:creationId xmlns:a16="http://schemas.microsoft.com/office/drawing/2014/main" id="{5D796069-FEAB-4EA4-9530-6B488FC4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patial_3_box">
            <a:extLst xmlns:a="http://schemas.openxmlformats.org/drawingml/2006/main">
              <a:ext uri="{FF2B5EF4-FFF2-40B4-BE49-F238E27FC236}">
                <a16:creationId xmlns:a16="http://schemas.microsoft.com/office/drawing/2014/main" id="{56B94CD4-E110-4BFA-A70F-3FEEC131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906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patial_4_box">
            <a:extLst xmlns:a="http://schemas.openxmlformats.org/drawingml/2006/main">
              <a:ext uri="{FF2B5EF4-FFF2-40B4-BE49-F238E27FC236}">
                <a16:creationId xmlns:a16="http://schemas.microsoft.com/office/drawing/2014/main" id="{327A95BE-574D-43BC-9850-CAB3690E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spatial_edge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000250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</a:ln>
        </p:spPr>
      </p:cxnSp>
      <p:cxnSp>
        <p:nvCxnSpPr>
          <p:cNvPr id="31" name="spatial_edge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429500" y="2000250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</a:ln>
        </p:spPr>
      </p:cxnSp>
      <p:cxnSp>
        <p:nvCxnSpPr>
          <p:cNvPr id="32" name="spatial_edge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714750" y="3286125"/>
            <a:ext cx="10477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</a:ln>
        </p:spPr>
      </p:cxnSp>
      <p:sp>
        <p:nvSpPr>
          <p:cNvPr id="12" name="spatial_1_title">
            <a:extLst xmlns:a="http://schemas.openxmlformats.org/drawingml/2006/main">
              <a:ext uri="{FF2B5EF4-FFF2-40B4-BE49-F238E27FC236}">
                <a16:creationId xmlns:a16="http://schemas.microsoft.com/office/drawing/2014/main" id="{F88CFED2-6293-4D31-99B6-C0C55AAF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Cabeza</a:t>
            </a:r>
          </a:p>
        </p:txBody>
      </p:sp>
      <p:sp>
        <p:nvSpPr>
          <p:cNvPr id="13" name="spatial_1_body">
            <a:extLst xmlns:a="http://schemas.openxmlformats.org/drawingml/2006/main">
              <a:ext uri="{FF2B5EF4-FFF2-40B4-BE49-F238E27FC236}">
                <a16:creationId xmlns:a16="http://schemas.microsoft.com/office/drawing/2014/main" id="{CC42418B-7DAD-4386-9389-174F6314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centro del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modelo</a:t>
            </a:r>
          </a:p>
        </p:txBody>
      </p:sp>
      <p:sp>
        <p:nvSpPr>
          <p:cNvPr id="14" name="spatial_2_title">
            <a:extLst xmlns:a="http://schemas.openxmlformats.org/drawingml/2006/main">
              <a:ext uri="{FF2B5EF4-FFF2-40B4-BE49-F238E27FC236}">
                <a16:creationId xmlns:a16="http://schemas.microsoft.com/office/drawing/2014/main" id="{40B05A07-73CF-4511-8E43-19B32BCB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Posición A</a:t>
            </a:r>
          </a:p>
        </p:txBody>
      </p:sp>
      <p:sp>
        <p:nvSpPr>
          <p:cNvPr id="15" name="spatial_2_body">
            <a:extLst xmlns:a="http://schemas.openxmlformats.org/drawingml/2006/main">
              <a:ext uri="{FF2B5EF4-FFF2-40B4-BE49-F238E27FC236}">
                <a16:creationId xmlns:a16="http://schemas.microsoft.com/office/drawing/2014/main" id="{E4786DD9-C231-4AE2-A92D-4BBCB2E6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dirección 1</a:t>
            </a:r>
          </a:p>
        </p:txBody>
      </p:sp>
      <p:sp>
        <p:nvSpPr>
          <p:cNvPr id="16" name="spatial_3_title">
            <a:extLst xmlns:a="http://schemas.openxmlformats.org/drawingml/2006/main">
              <a:ext uri="{FF2B5EF4-FFF2-40B4-BE49-F238E27FC236}">
                <a16:creationId xmlns:a16="http://schemas.microsoft.com/office/drawing/2014/main" id="{29EB4725-AD96-4F83-AB98-383BF265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Posición B</a:t>
            </a:r>
          </a:p>
        </p:txBody>
      </p:sp>
      <p:sp>
        <p:nvSpPr>
          <p:cNvPr id="17" name="spatial_3_body">
            <a:extLst xmlns:a="http://schemas.openxmlformats.org/drawingml/2006/main">
              <a:ext uri="{FF2B5EF4-FFF2-40B4-BE49-F238E27FC236}">
                <a16:creationId xmlns:a16="http://schemas.microsoft.com/office/drawing/2014/main" id="{85E8918E-0304-4102-B9E7-DC89A249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dirección 2</a:t>
            </a:r>
          </a:p>
        </p:txBody>
      </p:sp>
      <p:sp>
        <p:nvSpPr>
          <p:cNvPr id="18" name="spatial_4_title">
            <a:extLst xmlns:a="http://schemas.openxmlformats.org/drawingml/2006/main">
              <a:ext uri="{FF2B5EF4-FFF2-40B4-BE49-F238E27FC236}">
                <a16:creationId xmlns:a16="http://schemas.microsoft.com/office/drawing/2014/main" id="{56032C87-C310-4C74-8357-38FEEED3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Superficie de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ambigüedad</a:t>
            </a:r>
          </a:p>
        </p:txBody>
      </p:sp>
      <p:sp>
        <p:nvSpPr>
          <p:cNvPr id="19" name="spatial_4_body">
            <a:extLst xmlns:a="http://schemas.openxmlformats.org/drawingml/2006/main">
              <a:ext uri="{FF2B5EF4-FFF2-40B4-BE49-F238E27FC236}">
                <a16:creationId xmlns:a16="http://schemas.microsoft.com/office/drawing/2014/main" id="{BE1A404D-7A52-4F57-B1A6-505229CE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43475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cono de confusión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6A2DB76-31C2-4D9B-B801-02449632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05811DE-B6B3-4A00-9CF9-C7DD7B3B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2118215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2026-08-11T20:47:08.8350000Z</dcterms:created>
  <dcterms:modified xsi:type="dcterms:W3CDTF">2026-08-11T20:47:08.8350000Z</dcterms:modified>
</coreProperties>
</file>