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94fd8729034c29" /><Relationship Type="http://schemas.openxmlformats.org/officeDocument/2006/relationships/extended-properties" Target="/docProps/app.xml" Id="Rf16b06e0c8b742e2" /><Relationship Type="http://schemas.openxmlformats.org/officeDocument/2006/relationships/officeDocument" Target="/ppt/presentation.xml" Id="R964c1797234744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73c1e204cc45d5"/>
  </p:sldMasterIdLst>
  <p:notesMasterIdLst>
    <p:notesMasterId xmlns:r="http://schemas.openxmlformats.org/officeDocument/2006/relationships" r:id="R94c3b734de1446e5"/>
  </p:notesMasterIdLst>
  <p:sldIdLst>
    <p:sldId xmlns:r="http://schemas.openxmlformats.org/officeDocument/2006/relationships" id="256" r:id="R460f2f07c6b143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516493591141f3" /><Relationship Type="http://schemas.openxmlformats.org/officeDocument/2006/relationships/slideMaster" Target="/ppt/slideMasters/slideMaster1.xml" Id="R7b73c1e204cc45d5" /><Relationship Type="http://schemas.openxmlformats.org/officeDocument/2006/relationships/notesMaster" Target="/ppt/notesMasters/notesMaster1.xml" Id="R94c3b734de1446e5" /><Relationship Type="http://schemas.openxmlformats.org/officeDocument/2006/relationships/presProps" Target="/ppt/presProps.xml" Id="R6d858a2c749e4606" /><Relationship Type="http://schemas.openxmlformats.org/officeDocument/2006/relationships/tableStyles" Target="/ppt/tableStyles.xml" Id="R98c8e85f50c049bb" /><Relationship Type="http://schemas.openxmlformats.org/officeDocument/2006/relationships/slide" Target="/ppt/slides/slide1.xml" Id="R460f2f07c6b143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dc93849e7d49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cb0278b57d404d" /><Relationship Type="http://schemas.openxmlformats.org/officeDocument/2006/relationships/notesMaster" Target="/ppt/notesMasters/notesMaster1.xml" Id="Raa9bfccbf0e649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fa5faf4fe48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abe809c8fa4b16" /><Relationship Type="http://schemas.openxmlformats.org/officeDocument/2006/relationships/slideLayout" Target="/ppt/slideLayouts/slideLayout1.xml" Id="Rc470e3d2ff0743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70e3d2ff0743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6f6b6bf1d403e" /><Relationship Type="http://schemas.openxmlformats.org/officeDocument/2006/relationships/notesSlide" Target="/ppt/notesSlides/notesSlide1.xml" Id="R7cebb2ad758140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B1F3A62B-5F81-4CE6-A0FB-C996FB8F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2F20C72D-C7F8-4F6C-A892-E3C812A9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B3F421FC-E7B9-41E6-880F-4AC03023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72E9D3BA-D3CA-4C5F-8B98-1B1C983C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L_p, L_N y N_son responden preguntas distintas</a:t>
            </a:r>
          </a:p>
        </p:txBody>
      </p:sp>
      <p:sp>
        <p:nvSpPr>
          <p:cNvPr id="5" name="cell_1_box">
            <a:extLst xmlns:a="http://schemas.openxmlformats.org/drawingml/2006/main">
              <a:ext uri="{FF2B5EF4-FFF2-40B4-BE49-F238E27FC236}">
                <a16:creationId xmlns:a16="http://schemas.microsoft.com/office/drawing/2014/main" id="{3E6ECFF3-D1A9-4A28-B395-07463361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3365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ell_2_box">
            <a:extLst xmlns:a="http://schemas.openxmlformats.org/drawingml/2006/main">
              <a:ext uri="{FF2B5EF4-FFF2-40B4-BE49-F238E27FC236}">
                <a16:creationId xmlns:a16="http://schemas.microsoft.com/office/drawing/2014/main" id="{84BD26F3-39CB-4665-A64B-3E5590BA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428750"/>
            <a:ext cx="3365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ell_3_box">
            <a:extLst xmlns:a="http://schemas.openxmlformats.org/drawingml/2006/main">
              <a:ext uri="{FF2B5EF4-FFF2-40B4-BE49-F238E27FC236}">
                <a16:creationId xmlns:a16="http://schemas.microsoft.com/office/drawing/2014/main" id="{0D9C66F5-0B0E-47B8-8881-A68B5CC4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1428750"/>
            <a:ext cx="3365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ell_4_box">
            <a:extLst xmlns:a="http://schemas.openxmlformats.org/drawingml/2006/main">
              <a:ext uri="{FF2B5EF4-FFF2-40B4-BE49-F238E27FC236}">
                <a16:creationId xmlns:a16="http://schemas.microsoft.com/office/drawing/2014/main" id="{4E51B495-BB4C-4F1E-B440-45507DC0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365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cell_5_box">
            <a:extLst xmlns:a="http://schemas.openxmlformats.org/drawingml/2006/main">
              <a:ext uri="{FF2B5EF4-FFF2-40B4-BE49-F238E27FC236}">
                <a16:creationId xmlns:a16="http://schemas.microsoft.com/office/drawing/2014/main" id="{3A9B7437-D925-478C-928D-A82699E7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19500"/>
            <a:ext cx="3365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0" name="cell_6_box">
            <a:extLst xmlns:a="http://schemas.openxmlformats.org/drawingml/2006/main">
              <a:ext uri="{FF2B5EF4-FFF2-40B4-BE49-F238E27FC236}">
                <a16:creationId xmlns:a16="http://schemas.microsoft.com/office/drawing/2014/main" id="{0ED1EB1F-5FE2-45C3-8845-73C8A00E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619500"/>
            <a:ext cx="3365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1" name="cell_1_title">
            <a:extLst xmlns:a="http://schemas.openxmlformats.org/drawingml/2006/main">
              <a:ext uri="{FF2B5EF4-FFF2-40B4-BE49-F238E27FC236}">
                <a16:creationId xmlns:a16="http://schemas.microsoft.com/office/drawing/2014/main" id="{6CDC3683-B9E0-4972-A365-9999FFA2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71625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L_p</a:t>
            </a:r>
          </a:p>
        </p:txBody>
      </p:sp>
      <p:sp>
        <p:nvSpPr>
          <p:cNvPr id="12" name="cell_1_body">
            <a:extLst xmlns:a="http://schemas.openxmlformats.org/drawingml/2006/main">
              <a:ext uri="{FF2B5EF4-FFF2-40B4-BE49-F238E27FC236}">
                <a16:creationId xmlns:a16="http://schemas.microsoft.com/office/drawing/2014/main" id="{7934F8A8-073B-4257-9C6E-705F2C17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47875"/>
            <a:ext cx="298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nivel de presión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dB SPL</a:t>
            </a:r>
          </a:p>
        </p:txBody>
      </p:sp>
      <p:sp>
        <p:nvSpPr>
          <p:cNvPr id="13" name="cell_2_title">
            <a:extLst xmlns:a="http://schemas.openxmlformats.org/drawingml/2006/main">
              <a:ext uri="{FF2B5EF4-FFF2-40B4-BE49-F238E27FC236}">
                <a16:creationId xmlns:a16="http://schemas.microsoft.com/office/drawing/2014/main" id="{2770C6D1-1394-4934-A91F-7EACCCA9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571625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L_N</a:t>
            </a:r>
          </a:p>
        </p:txBody>
      </p:sp>
      <p:sp>
        <p:nvSpPr>
          <p:cNvPr id="14" name="cell_2_body">
            <a:extLst xmlns:a="http://schemas.openxmlformats.org/drawingml/2006/main">
              <a:ext uri="{FF2B5EF4-FFF2-40B4-BE49-F238E27FC236}">
                <a16:creationId xmlns:a16="http://schemas.microsoft.com/office/drawing/2014/main" id="{D675EE9B-C47A-446A-BDB4-BDC2A466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047875"/>
            <a:ext cx="298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nivel de sonoridad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fon</a:t>
            </a:r>
          </a:p>
        </p:txBody>
      </p:sp>
      <p:sp>
        <p:nvSpPr>
          <p:cNvPr id="15" name="cell_3_title">
            <a:extLst xmlns:a="http://schemas.openxmlformats.org/drawingml/2006/main">
              <a:ext uri="{FF2B5EF4-FFF2-40B4-BE49-F238E27FC236}">
                <a16:creationId xmlns:a16="http://schemas.microsoft.com/office/drawing/2014/main" id="{97656A56-A4B9-4853-885D-A5BAFB88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1571625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N_son</a:t>
            </a:r>
          </a:p>
        </p:txBody>
      </p:sp>
      <p:sp>
        <p:nvSpPr>
          <p:cNvPr id="16" name="cell_3_body">
            <a:extLst xmlns:a="http://schemas.openxmlformats.org/drawingml/2006/main">
              <a:ext uri="{FF2B5EF4-FFF2-40B4-BE49-F238E27FC236}">
                <a16:creationId xmlns:a16="http://schemas.microsoft.com/office/drawing/2014/main" id="{582F854C-23B9-4FE2-B7FD-EF29BD27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047875"/>
            <a:ext cx="298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sonoridad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son</a:t>
            </a:r>
          </a:p>
        </p:txBody>
      </p:sp>
      <p:sp>
        <p:nvSpPr>
          <p:cNvPr id="17" name="cell_4_title">
            <a:extLst xmlns:a="http://schemas.openxmlformats.org/drawingml/2006/main">
              <a:ext uri="{FF2B5EF4-FFF2-40B4-BE49-F238E27FC236}">
                <a16:creationId xmlns:a16="http://schemas.microsoft.com/office/drawing/2014/main" id="{3F282D48-E65A-4A81-83BF-335C64ED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Medir</a:t>
            </a:r>
          </a:p>
        </p:txBody>
      </p:sp>
      <p:sp>
        <p:nvSpPr>
          <p:cNvPr id="18" name="cell_4_body">
            <a:extLst xmlns:a="http://schemas.openxmlformats.org/drawingml/2006/main">
              <a:ext uri="{FF2B5EF4-FFF2-40B4-BE49-F238E27FC236}">
                <a16:creationId xmlns:a16="http://schemas.microsoft.com/office/drawing/2014/main" id="{6E0908CD-FE34-4A99-8D23-0C5BF274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38625"/>
            <a:ext cx="298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presión referida</a:t>
            </a:r>
          </a:p>
        </p:txBody>
      </p:sp>
      <p:sp>
        <p:nvSpPr>
          <p:cNvPr id="19" name="cell_5_title">
            <a:extLst xmlns:a="http://schemas.openxmlformats.org/drawingml/2006/main">
              <a:ext uri="{FF2B5EF4-FFF2-40B4-BE49-F238E27FC236}">
                <a16:creationId xmlns:a16="http://schemas.microsoft.com/office/drawing/2014/main" id="{35685702-DD8E-4369-A4B0-14C915D9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3762375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Igualar</a:t>
            </a:r>
          </a:p>
        </p:txBody>
      </p:sp>
      <p:sp>
        <p:nvSpPr>
          <p:cNvPr id="20" name="cell_5_body">
            <a:extLst xmlns:a="http://schemas.openxmlformats.org/drawingml/2006/main">
              <a:ext uri="{FF2B5EF4-FFF2-40B4-BE49-F238E27FC236}">
                <a16:creationId xmlns:a16="http://schemas.microsoft.com/office/drawing/2014/main" id="{DCA66C88-C817-4B7B-B552-67EDBB04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238625"/>
            <a:ext cx="298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 1 kHz</a:t>
            </a:r>
          </a:p>
        </p:txBody>
      </p:sp>
      <p:sp>
        <p:nvSpPr>
          <p:cNvPr id="21" name="cell_6_title">
            <a:extLst xmlns:a="http://schemas.openxmlformats.org/drawingml/2006/main">
              <a:ext uri="{FF2B5EF4-FFF2-40B4-BE49-F238E27FC236}">
                <a16:creationId xmlns:a16="http://schemas.microsoft.com/office/drawing/2014/main" id="{93F24C80-7B02-4D70-938B-C4C3A061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762375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Estimar razón</a:t>
            </a:r>
          </a:p>
        </p:txBody>
      </p:sp>
      <p:sp>
        <p:nvSpPr>
          <p:cNvPr id="22" name="cell_6_body">
            <a:extLst xmlns:a="http://schemas.openxmlformats.org/drawingml/2006/main">
              <a:ext uri="{FF2B5EF4-FFF2-40B4-BE49-F238E27FC236}">
                <a16:creationId xmlns:a16="http://schemas.microsoft.com/office/drawing/2014/main" id="{CCCA69A2-498E-45E0-AEDA-C1AAC1CF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38625"/>
            <a:ext cx="298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doble · mitad</a:t>
            </a:r>
          </a:p>
        </p:txBody>
      </p:sp>
      <p:sp>
        <p:nvSpPr>
          <p:cNvPr id="23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024E4FBD-C056-4E48-9FCF-B95B0622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FB6CFF2F-E22C-4C7E-96C6-A1062D65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928093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2026-08-11T20:46:40.6780000Z</dcterms:created>
  <dcterms:modified xsi:type="dcterms:W3CDTF">2026-08-11T20:46:40.6780000Z</dcterms:modified>
</coreProperties>
</file>