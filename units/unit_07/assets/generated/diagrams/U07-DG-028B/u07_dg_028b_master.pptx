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832f8c58d04ee4" /><Relationship Type="http://schemas.openxmlformats.org/officeDocument/2006/relationships/extended-properties" Target="/docProps/app.xml" Id="R08eaf51e6d2240b8" /><Relationship Type="http://schemas.openxmlformats.org/officeDocument/2006/relationships/officeDocument" Target="/ppt/presentation.xml" Id="R624d98ee063140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7ca8bef4b0464c"/>
  </p:sldMasterIdLst>
  <p:notesMasterIdLst>
    <p:notesMasterId xmlns:r="http://schemas.openxmlformats.org/officeDocument/2006/relationships" r:id="Rabcc8528e9374a56"/>
  </p:notesMasterIdLst>
  <p:sldIdLst>
    <p:sldId xmlns:r="http://schemas.openxmlformats.org/officeDocument/2006/relationships" id="256" r:id="Ra6b801a0be3241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404a0570e845ae" /><Relationship Type="http://schemas.openxmlformats.org/officeDocument/2006/relationships/slideMaster" Target="/ppt/slideMasters/slideMaster1.xml" Id="Rbb7ca8bef4b0464c" /><Relationship Type="http://schemas.openxmlformats.org/officeDocument/2006/relationships/notesMaster" Target="/ppt/notesMasters/notesMaster1.xml" Id="Rabcc8528e9374a56" /><Relationship Type="http://schemas.openxmlformats.org/officeDocument/2006/relationships/presProps" Target="/ppt/presProps.xml" Id="Rd9e6682cdedc446a" /><Relationship Type="http://schemas.openxmlformats.org/officeDocument/2006/relationships/tableStyles" Target="/ppt/tableStyles.xml" Id="R0a2a762c1b2347ee" /><Relationship Type="http://schemas.openxmlformats.org/officeDocument/2006/relationships/slide" Target="/ppt/slides/slide1.xml" Id="Ra6b801a0be3241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fd6f24bc164e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1b2a8ab993442f" /><Relationship Type="http://schemas.openxmlformats.org/officeDocument/2006/relationships/notesMaster" Target="/ppt/notesMasters/notesMaster1.xml" Id="R420696b5d03542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6efd646fa4d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66fdca03ab4ff9" /><Relationship Type="http://schemas.openxmlformats.org/officeDocument/2006/relationships/slideLayout" Target="/ppt/slideLayouts/slideLayout1.xml" Id="R8e1eb76bde7a4f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1eb76bde7a4f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b76f7d8004c17" /><Relationship Type="http://schemas.openxmlformats.org/officeDocument/2006/relationships/notesSlide" Target="/ppt/notesSlides/notesSlide1.xml" Id="R28a5f6be793348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17277A7-144E-4FEB-82F2-6A380B9A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8506BD9A-8DC5-497A-8552-4AD0297F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129CFF0-08D8-421F-A834-1C7FE52A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689192BB-6C59-48B7-99D5-CCDE8652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Señal, ambiente, tarea y oyente preceden al porcentaje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FE85693B-6B73-4CAF-94D8-E89AB76C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76B22CED-F382-423A-B312-96CD9520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66CA836A-9151-48EE-859F-C1A2C44E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BFAB4493-CD47-4A23-A450-F063CBC3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F0E63D37-43BF-4F4C-A25D-42FCA7BD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Señal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9A1A535C-D5E9-4E7F-A2D1-5BA1D128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habla +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ruido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2A366885-0B7B-491F-94D2-68EFE5D3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Ambiente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7D41EBC0-5A01-4D37-ABB6-08179B91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ruido +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reflexiones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956FAC86-FB4F-4923-B371-5F5D9F54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Tarea y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oyente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1D040CAE-F837-49C1-BB07-711B699C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material +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respuesta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E344547F-416A-43AB-B483-8545AEAA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Resultado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7C952A99-9DBB-4768-838B-35C4CDB5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porcentaje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observado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02418292-F6F3-43F7-9EAC-6AF9F879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EE11DB3-9ED0-4FA8-84B7-AC9051D8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310948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2026-08-11T20:52:45.9640000Z</dcterms:created>
  <dcterms:modified xsi:type="dcterms:W3CDTF">2026-08-11T20:52:45.9640000Z</dcterms:modified>
</coreProperties>
</file>