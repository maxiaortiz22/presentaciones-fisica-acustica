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06439a5ae40e1" /><Relationship Type="http://schemas.openxmlformats.org/officeDocument/2006/relationships/extended-properties" Target="/docProps/app.xml" Id="R2bf319fd870c47d7" /><Relationship Type="http://schemas.openxmlformats.org/officeDocument/2006/relationships/officeDocument" Target="/ppt/presentation.xml" Id="R156806d2fdc9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ed291eeb024e25"/>
  </p:sldMasterIdLst>
  <p:notesMasterIdLst>
    <p:notesMasterId xmlns:r="http://schemas.openxmlformats.org/officeDocument/2006/relationships" r:id="Rfd14f0efb0164931"/>
  </p:notesMasterIdLst>
  <p:sldIdLst>
    <p:sldId xmlns:r="http://schemas.openxmlformats.org/officeDocument/2006/relationships" id="256" r:id="R42aa2cb26c574f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b1a5beb874604" /><Relationship Type="http://schemas.openxmlformats.org/officeDocument/2006/relationships/slideMaster" Target="/ppt/slideMasters/slideMaster1.xml" Id="Ra2ed291eeb024e25" /><Relationship Type="http://schemas.openxmlformats.org/officeDocument/2006/relationships/notesMaster" Target="/ppt/notesMasters/notesMaster1.xml" Id="Rfd14f0efb0164931" /><Relationship Type="http://schemas.openxmlformats.org/officeDocument/2006/relationships/presProps" Target="/ppt/presProps.xml" Id="R8d2870c13f1f4478" /><Relationship Type="http://schemas.openxmlformats.org/officeDocument/2006/relationships/tableStyles" Target="/ppt/tableStyles.xml" Id="R8c4e5f255c454742" /><Relationship Type="http://schemas.openxmlformats.org/officeDocument/2006/relationships/slide" Target="/ppt/slides/slide1.xml" Id="R42aa2cb26c57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5af70bd269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a8f7ac6a64daa" /><Relationship Type="http://schemas.openxmlformats.org/officeDocument/2006/relationships/notesMaster" Target="/ppt/notesMasters/notesMaster1.xml" Id="R92734f6d064141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c74bde0054e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afb687b5c4763" /><Relationship Type="http://schemas.openxmlformats.org/officeDocument/2006/relationships/slideLayout" Target="/ppt/slideLayouts/slideLayout1.xml" Id="Rd0146b718d50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46b718d50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8fd7ea1d542da" /><Relationship Type="http://schemas.openxmlformats.org/officeDocument/2006/relationships/notesSlide" Target="/ppt/notesSlides/notesSlide1.xml" Id="Re25e3292b5374a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E533D796-84E1-43EF-8BB4-FCC843FD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0E5FB2C-9A57-415F-9E5B-168284B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CBE930A-DE74-4299-9BD3-11719FE7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9220CE5-3C96-46A0-88EB-1051B45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 dato psicofísico necesita sus condiciones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574DF89D-A1D5-411A-BD52-E1E1A0D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62682C80-15DE-40DC-9F78-C047BAC1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3350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55A9BB2D-A262-4170-AFD1-EE30A13B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3350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987242B6-4E6B-4E26-988A-BB1F058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78125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9754747D-C1F2-4AD3-AD99-203E206A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78125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032D7BB1-2D04-487D-8F67-C3847C8E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2275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1" name="branch_6_box">
            <a:extLst xmlns:a="http://schemas.openxmlformats.org/drawingml/2006/main">
              <a:ext uri="{FF2B5EF4-FFF2-40B4-BE49-F238E27FC236}">
                <a16:creationId xmlns:a16="http://schemas.microsoft.com/office/drawing/2014/main" id="{AACCD934-AFA6-4AC3-A961-94288A41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22750"/>
            <a:ext cx="3286125" cy="130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5A1D36B7-6A00-4F1E-A01C-5EE84CD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Resultado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observado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9F58FD32-FFD8-42AB-8E05-0C2BB2FB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476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valor + unidad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8FE22E2D-358A-4FC5-B26B-FBD39FA8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73FE08E1-BB7B-42FC-B693-8CB37134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frecuencia ·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duración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C1629EF8-C5F8-414C-8764-590C96F2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03EDAE94-3AF4-4607-8B37-A425DF6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referencia · banda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0B8835B0-B14A-42F6-AF19-AD6C5E2E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10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Tarea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2EE0B890-A9E4-448E-8CF9-90FA3F19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7250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criterio</a:t>
            </a:r>
          </a:p>
        </p:txBody>
      </p:sp>
      <p:sp>
        <p:nvSpPr>
          <p:cNvPr id="20" name="branch_4_title">
            <a:extLst xmlns:a="http://schemas.openxmlformats.org/drawingml/2006/main">
              <a:ext uri="{FF2B5EF4-FFF2-40B4-BE49-F238E27FC236}">
                <a16:creationId xmlns:a16="http://schemas.microsoft.com/office/drawing/2014/main" id="{6CFF1137-29EA-4BC0-BA43-6D5C28E6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1000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Ambiente</a:t>
            </a:r>
          </a:p>
        </p:txBody>
      </p:sp>
      <p:sp>
        <p:nvSpPr>
          <p:cNvPr id="21" name="branch_4_body">
            <a:extLst xmlns:a="http://schemas.openxmlformats.org/drawingml/2006/main">
              <a:ext uri="{FF2B5EF4-FFF2-40B4-BE49-F238E27FC236}">
                <a16:creationId xmlns:a16="http://schemas.microsoft.com/office/drawing/2014/main" id="{F6A04528-02AD-4AEA-ACC9-E17B66D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7250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ruido · recinto</a:t>
            </a:r>
          </a:p>
        </p:txBody>
      </p:sp>
      <p:sp>
        <p:nvSpPr>
          <p:cNvPr id="22" name="branch_5_title">
            <a:extLst xmlns:a="http://schemas.openxmlformats.org/drawingml/2006/main">
              <a:ext uri="{FF2B5EF4-FFF2-40B4-BE49-F238E27FC236}">
                <a16:creationId xmlns:a16="http://schemas.microsoft.com/office/drawing/2014/main" id="{59A0BCC6-369B-41E3-A268-C892BA1D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6562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Oyente</a:t>
            </a:r>
          </a:p>
        </p:txBody>
      </p:sp>
      <p:sp>
        <p:nvSpPr>
          <p:cNvPr id="23" name="branch_5_body">
            <a:extLst xmlns:a="http://schemas.openxmlformats.org/drawingml/2006/main">
              <a:ext uri="{FF2B5EF4-FFF2-40B4-BE49-F238E27FC236}">
                <a16:creationId xmlns:a16="http://schemas.microsoft.com/office/drawing/2014/main" id="{F10E23AC-116A-40E2-841A-B3A0FF4E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4187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estado · experiencia</a:t>
            </a:r>
          </a:p>
        </p:txBody>
      </p:sp>
      <p:sp>
        <p:nvSpPr>
          <p:cNvPr id="24" name="branch_6_title">
            <a:extLst xmlns:a="http://schemas.openxmlformats.org/drawingml/2006/main">
              <a:ext uri="{FF2B5EF4-FFF2-40B4-BE49-F238E27FC236}">
                <a16:creationId xmlns:a16="http://schemas.microsoft.com/office/drawing/2014/main" id="{614E1713-A373-451D-9824-7BB82C1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562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Procedimiento</a:t>
            </a:r>
          </a:p>
        </p:txBody>
      </p:sp>
      <p:sp>
        <p:nvSpPr>
          <p:cNvPr id="25" name="branch_6_body">
            <a:extLst xmlns:a="http://schemas.openxmlformats.org/drawingml/2006/main">
              <a:ext uri="{FF2B5EF4-FFF2-40B4-BE49-F238E27FC236}">
                <a16:creationId xmlns:a16="http://schemas.microsoft.com/office/drawing/2014/main" id="{FA80FE4E-61DB-41FF-BB18-0C816596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841875"/>
            <a:ext cx="2905125" cy="58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orden · repeticiones</a:t>
            </a:r>
          </a:p>
        </p:txBody>
      </p:sp>
      <p:sp>
        <p:nvSpPr>
          <p:cNvPr id="2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7138002-C6A3-4E74-A58F-FB564DA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F5AC26A-2BD9-4D2E-97B2-2F243F40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943821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2026-08-11T20:46:34.2940000Z</dcterms:created>
  <dcterms:modified xsi:type="dcterms:W3CDTF">2026-08-11T20:46:34.2940000Z</dcterms:modified>
</coreProperties>
</file>