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bd04e30f6d4ec2" /><Relationship Type="http://schemas.openxmlformats.org/officeDocument/2006/relationships/extended-properties" Target="/docProps/app.xml" Id="Rd96f7dafe71b43ba" /><Relationship Type="http://schemas.openxmlformats.org/officeDocument/2006/relationships/officeDocument" Target="/ppt/presentation.xml" Id="R978fa9d0b17149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8c099271b34d5e"/>
  </p:sldMasterIdLst>
  <p:notesMasterIdLst>
    <p:notesMasterId xmlns:r="http://schemas.openxmlformats.org/officeDocument/2006/relationships" r:id="R1a6cad741c064c74"/>
  </p:notesMasterIdLst>
  <p:sldIdLst>
    <p:sldId xmlns:r="http://schemas.openxmlformats.org/officeDocument/2006/relationships" id="256" r:id="R02d45e26fbfa42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c2cb077f63441a" /><Relationship Type="http://schemas.openxmlformats.org/officeDocument/2006/relationships/slideMaster" Target="/ppt/slideMasters/slideMaster1.xml" Id="R058c099271b34d5e" /><Relationship Type="http://schemas.openxmlformats.org/officeDocument/2006/relationships/notesMaster" Target="/ppt/notesMasters/notesMaster1.xml" Id="R1a6cad741c064c74" /><Relationship Type="http://schemas.openxmlformats.org/officeDocument/2006/relationships/presProps" Target="/ppt/presProps.xml" Id="R29c0ed6635064934" /><Relationship Type="http://schemas.openxmlformats.org/officeDocument/2006/relationships/tableStyles" Target="/ppt/tableStyles.xml" Id="R623142f7a57a4da4" /><Relationship Type="http://schemas.openxmlformats.org/officeDocument/2006/relationships/slide" Target="/ppt/slides/slide1.xml" Id="R02d45e26fbfa42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984a6f42d840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5d3f960b5d4e4c" /><Relationship Type="http://schemas.openxmlformats.org/officeDocument/2006/relationships/notesMaster" Target="/ppt/notesMasters/notesMaster1.xml" Id="R3f83bc3c219e44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709f351ff546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a761dabefc4904" /><Relationship Type="http://schemas.openxmlformats.org/officeDocument/2006/relationships/slideLayout" Target="/ppt/slideLayouts/slideLayout1.xml" Id="R30589f10aff24d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589f10aff24d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5e1d7ba06495c" /><Relationship Type="http://schemas.openxmlformats.org/officeDocument/2006/relationships/image" Target="/ppt/media/image.png" Id="Rc1ce2781865c443d" /><Relationship Type="http://schemas.openxmlformats.org/officeDocument/2006/relationships/notesSlide" Target="/ppt/notesSlides/notesSlide1.xml" Id="Rdfe03a3b099e40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A68CFFE1-2CF7-446B-8187-4DBCEAA1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90D2DF46-923D-40ED-80DB-8E7FE613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FBA75942-861E-4A61-B278-48F74594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C7F7D3D-C87D-4BC2-813F-C0C6F661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T₆₀ describe un intervalo de decaimiento de 60 dB</a:t>
            </a:r>
          </a:p>
        </p:txBody>
      </p:sp>
      <p:sp>
        <p:nvSpPr>
          <p:cNvPr id="5" name="chart_anchor_box">
            <a:extLst xmlns:a="http://schemas.openxmlformats.org/drawingml/2006/main">
              <a:ext uri="{FF2B5EF4-FFF2-40B4-BE49-F238E27FC236}">
                <a16:creationId xmlns:a16="http://schemas.microsoft.com/office/drawing/2014/main" id="{8AF3A51B-D178-4C23-9532-B6C8E73C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76375"/>
            <a:ext cx="6096000" cy="3810000"/>
          </a:xfrm>
          <a:prstGeom xmlns:a="http://schemas.openxmlformats.org/drawingml/2006/main" prst="roundRect">
            <a:avLst>
              <a:gd name="adj" fmla="val 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378F7EB7-5E93-41A5-89A5-AA9AAA40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8C000539-42A5-4492-A6FB-E0F019CE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2382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E4BC1D97-F023-47C9-97D2-26E74A29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e2781865c443d"/>
          <a:stretch xmlns:a="http://schemas.openxmlformats.org/drawingml/2006/main"/>
        </p:blipFill>
        <p:spPr>
          <a:xfrm xmlns:a="http://schemas.openxmlformats.org/drawingml/2006/main">
            <a:off x="3048000" y="1666875"/>
            <a:ext cx="6096000" cy="3429000"/>
          </a:xfrm>
          <a:prstGeom xmlns:a="http://schemas.openxmlformats.org/drawingml/2006/main" prst="rect">
            <a:avLst/>
          </a:prstGeom>
        </p:spPr>
      </p:pic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76550" y="1952625"/>
            <a:ext cx="17145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9144000" y="1952625"/>
            <a:ext cx="17145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876550" y="3381375"/>
            <a:ext cx="17145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callout_1_title">
            <a:extLst xmlns:a="http://schemas.openxmlformats.org/drawingml/2006/main">
              <a:ext uri="{FF2B5EF4-FFF2-40B4-BE49-F238E27FC236}">
                <a16:creationId xmlns:a16="http://schemas.microsoft.com/office/drawing/2014/main" id="{0C1576D1-CF4D-4BCC-A8EA-FD9C96AD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Inicio</a:t>
            </a:r>
          </a:p>
        </p:txBody>
      </p:sp>
      <p:sp>
        <p:nvSpPr>
          <p:cNvPr id="14" name="callout_1_body">
            <a:extLst xmlns:a="http://schemas.openxmlformats.org/drawingml/2006/main">
              <a:ext uri="{FF2B5EF4-FFF2-40B4-BE49-F238E27FC236}">
                <a16:creationId xmlns:a16="http://schemas.microsoft.com/office/drawing/2014/main" id="{A1AC1D74-0E6C-42DE-B4D1-EB649E11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0 dB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relativo</a:t>
            </a:r>
          </a:p>
        </p:txBody>
      </p:sp>
      <p:sp>
        <p:nvSpPr>
          <p:cNvPr id="15" name="callout_2_title">
            <a:extLst xmlns:a="http://schemas.openxmlformats.org/drawingml/2006/main">
              <a:ext uri="{FF2B5EF4-FFF2-40B4-BE49-F238E27FC236}">
                <a16:creationId xmlns:a16="http://schemas.microsoft.com/office/drawing/2014/main" id="{87BF377A-CA97-4D09-97C9-621A16DF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3811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−60 dB</a:t>
            </a:r>
          </a:p>
        </p:txBody>
      </p:sp>
      <p:sp>
        <p:nvSpPr>
          <p:cNvPr id="16" name="callout_2_body">
            <a:extLst xmlns:a="http://schemas.openxmlformats.org/drawingml/2006/main">
              <a:ext uri="{FF2B5EF4-FFF2-40B4-BE49-F238E27FC236}">
                <a16:creationId xmlns:a16="http://schemas.microsoft.com/office/drawing/2014/main" id="{0C5D6E60-C84A-456A-96C7-8F305A2F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57375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cambio de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nivel</a:t>
            </a:r>
          </a:p>
        </p:txBody>
      </p:sp>
      <p:sp>
        <p:nvSpPr>
          <p:cNvPr id="17" name="callout_3_title">
            <a:extLst xmlns:a="http://schemas.openxmlformats.org/drawingml/2006/main">
              <a:ext uri="{FF2B5EF4-FFF2-40B4-BE49-F238E27FC236}">
                <a16:creationId xmlns:a16="http://schemas.microsoft.com/office/drawing/2014/main" id="{F52ED0DE-1165-42E7-A9DC-F87C4399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T₆₀</a:t>
            </a:r>
          </a:p>
        </p:txBody>
      </p:sp>
      <p:sp>
        <p:nvSpPr>
          <p:cNvPr id="18" name="callout_3_body">
            <a:extLst xmlns:a="http://schemas.openxmlformats.org/drawingml/2006/main">
              <a:ext uri="{FF2B5EF4-FFF2-40B4-BE49-F238E27FC236}">
                <a16:creationId xmlns:a16="http://schemas.microsoft.com/office/drawing/2014/main" id="{DD057DA0-5F85-4D0B-930D-36CDC2B4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intervalo de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tiempo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0BCDB3AF-2BFF-4C84-BE98-6373CBFC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B338A852-BDB5-40B0-8DD0-1E1329E8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46549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2026-08-11T20:46:58.1910000Z</dcterms:created>
  <dcterms:modified xsi:type="dcterms:W3CDTF">2026-08-11T20:46:58.1910000Z</dcterms:modified>
</coreProperties>
</file>