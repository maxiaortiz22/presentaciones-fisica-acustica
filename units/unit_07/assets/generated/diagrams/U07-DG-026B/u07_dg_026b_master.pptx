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50d45f292746a3" /><Relationship Type="http://schemas.openxmlformats.org/officeDocument/2006/relationships/extended-properties" Target="/docProps/app.xml" Id="R80be988b3d784224" /><Relationship Type="http://schemas.openxmlformats.org/officeDocument/2006/relationships/officeDocument" Target="/ppt/presentation.xml" Id="R6e5fe5a0184246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f3cbcd4e0d46ea"/>
  </p:sldMasterIdLst>
  <p:notesMasterIdLst>
    <p:notesMasterId xmlns:r="http://schemas.openxmlformats.org/officeDocument/2006/relationships" r:id="R6b818a2c23524170"/>
  </p:notesMasterIdLst>
  <p:sldIdLst>
    <p:sldId xmlns:r="http://schemas.openxmlformats.org/officeDocument/2006/relationships" id="256" r:id="Rf05d734139b34a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a06b53861542ca" /><Relationship Type="http://schemas.openxmlformats.org/officeDocument/2006/relationships/slideMaster" Target="/ppt/slideMasters/slideMaster1.xml" Id="Ra3f3cbcd4e0d46ea" /><Relationship Type="http://schemas.openxmlformats.org/officeDocument/2006/relationships/notesMaster" Target="/ppt/notesMasters/notesMaster1.xml" Id="R6b818a2c23524170" /><Relationship Type="http://schemas.openxmlformats.org/officeDocument/2006/relationships/presProps" Target="/ppt/presProps.xml" Id="Rc5ec1929edba48ac" /><Relationship Type="http://schemas.openxmlformats.org/officeDocument/2006/relationships/tableStyles" Target="/ppt/tableStyles.xml" Id="Ra25e59738be041fb" /><Relationship Type="http://schemas.openxmlformats.org/officeDocument/2006/relationships/slide" Target="/ppt/slides/slide1.xml" Id="Rf05d734139b34a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685f968aec46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0c267f846d412c" /><Relationship Type="http://schemas.openxmlformats.org/officeDocument/2006/relationships/notesMaster" Target="/ppt/notesMasters/notesMaster1.xml" Id="R1a760eead11443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238fefffcf4c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d8445bd25a47ae" /><Relationship Type="http://schemas.openxmlformats.org/officeDocument/2006/relationships/slideLayout" Target="/ppt/slideLayouts/slideLayout1.xml" Id="R10c417ac033d4d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c417ac033d4d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2ba1a52c340b1" /><Relationship Type="http://schemas.openxmlformats.org/officeDocument/2006/relationships/notesSlide" Target="/ppt/notesSlides/notesSlide1.xml" Id="R2eea8293c56f4e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425D1CC5-E948-4536-8124-7AB3DD6F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B031921A-CB8C-4A7D-9900-664313F7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80E27B3D-B11C-4ED4-A06E-31E85548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3F3B8749-8365-431C-BC16-0C2FEE2A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Ruido y reverberación degradan información por vías distintas</a:t>
            </a:r>
          </a:p>
        </p:txBody>
      </p:sp>
      <p:sp>
        <p:nvSpPr>
          <p:cNvPr id="5" name="central_box">
            <a:extLst xmlns:a="http://schemas.openxmlformats.org/drawingml/2006/main">
              <a:ext uri="{FF2B5EF4-FFF2-40B4-BE49-F238E27FC236}">
                <a16:creationId xmlns:a16="http://schemas.microsoft.com/office/drawing/2014/main" id="{E28F64C5-9BA9-4580-9003-FB64B976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85875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FDE66F67-D3F6-4D8E-AD4A-A9DA7A67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32893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914F39B7-F557-4E1E-ADE8-3B0972CC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3476625"/>
            <a:ext cx="32893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9053E064-3522-4C19-B097-8EB3ACAC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476625"/>
            <a:ext cx="32893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branch_edge_1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425700" y="2714625"/>
            <a:ext cx="367030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branch_edge_2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2714625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branch_edge_3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714625"/>
            <a:ext cx="367030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central_title">
            <a:extLst xmlns:a="http://schemas.openxmlformats.org/drawingml/2006/main">
              <a:ext uri="{FF2B5EF4-FFF2-40B4-BE49-F238E27FC236}">
                <a16:creationId xmlns:a16="http://schemas.microsoft.com/office/drawing/2014/main" id="{7FC86C8D-81D0-4E79-8327-C2A419E2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28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Reconocimiento de habla</a:t>
            </a:r>
          </a:p>
        </p:txBody>
      </p:sp>
      <p:sp>
        <p:nvSpPr>
          <p:cNvPr id="13" name="central_body">
            <a:extLst xmlns:a="http://schemas.openxmlformats.org/drawingml/2006/main">
              <a:ext uri="{FF2B5EF4-FFF2-40B4-BE49-F238E27FC236}">
                <a16:creationId xmlns:a16="http://schemas.microsoft.com/office/drawing/2014/main" id="{2F34C02F-A09B-44ED-A886-CF238198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05000"/>
            <a:ext cx="4381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resultado condicionado</a:t>
            </a:r>
          </a:p>
        </p:txBody>
      </p:sp>
      <p:sp>
        <p:nvSpPr>
          <p:cNvPr id="14" name="branch_1_title">
            <a:extLst xmlns:a="http://schemas.openxmlformats.org/drawingml/2006/main">
              <a:ext uri="{FF2B5EF4-FFF2-40B4-BE49-F238E27FC236}">
                <a16:creationId xmlns:a16="http://schemas.microsoft.com/office/drawing/2014/main" id="{C006DF23-E999-4270-A937-A55C867D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0"/>
            <a:ext cx="290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Ruido</a:t>
            </a:r>
          </a:p>
        </p:txBody>
      </p:sp>
      <p:sp>
        <p:nvSpPr>
          <p:cNvPr id="15" name="branch_1_body">
            <a:extLst xmlns:a="http://schemas.openxmlformats.org/drawingml/2006/main">
              <a:ext uri="{FF2B5EF4-FFF2-40B4-BE49-F238E27FC236}">
                <a16:creationId xmlns:a16="http://schemas.microsoft.com/office/drawing/2014/main" id="{A2136E37-B4E8-488A-8F85-128CB066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29083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compite con la señal</a:t>
            </a:r>
          </a:p>
        </p:txBody>
      </p:sp>
      <p:sp>
        <p:nvSpPr>
          <p:cNvPr id="16" name="branch_2_title">
            <a:extLst xmlns:a="http://schemas.openxmlformats.org/drawingml/2006/main">
              <a:ext uri="{FF2B5EF4-FFF2-40B4-BE49-F238E27FC236}">
                <a16:creationId xmlns:a16="http://schemas.microsoft.com/office/drawing/2014/main" id="{D2927DB7-3750-47E9-BDE8-AB5FAD30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3619500"/>
            <a:ext cx="290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Reverberación</a:t>
            </a:r>
          </a:p>
        </p:txBody>
      </p:sp>
      <p:sp>
        <p:nvSpPr>
          <p:cNvPr id="17" name="branch_2_body">
            <a:extLst xmlns:a="http://schemas.openxmlformats.org/drawingml/2006/main">
              <a:ext uri="{FF2B5EF4-FFF2-40B4-BE49-F238E27FC236}">
                <a16:creationId xmlns:a16="http://schemas.microsoft.com/office/drawing/2014/main" id="{BFB280D4-3F7A-44EA-8239-97B6FA0E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095750"/>
            <a:ext cx="29083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redistribuye energía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en el tiempo</a:t>
            </a:r>
          </a:p>
        </p:txBody>
      </p:sp>
      <p:sp>
        <p:nvSpPr>
          <p:cNvPr id="18" name="branch_3_title">
            <a:extLst xmlns:a="http://schemas.openxmlformats.org/drawingml/2006/main">
              <a:ext uri="{FF2B5EF4-FFF2-40B4-BE49-F238E27FC236}">
                <a16:creationId xmlns:a16="http://schemas.microsoft.com/office/drawing/2014/main" id="{743F70D0-D3B9-445B-AE03-E75A307C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3619500"/>
            <a:ext cx="290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Interacción</a:t>
            </a:r>
          </a:p>
        </p:txBody>
      </p:sp>
      <p:sp>
        <p:nvSpPr>
          <p:cNvPr id="19" name="branch_3_body">
            <a:extLst xmlns:a="http://schemas.openxmlformats.org/drawingml/2006/main">
              <a:ext uri="{FF2B5EF4-FFF2-40B4-BE49-F238E27FC236}">
                <a16:creationId xmlns:a16="http://schemas.microsoft.com/office/drawing/2014/main" id="{A06EEA26-CA16-413E-964E-2C4C6BC4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095750"/>
            <a:ext cx="29083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puede agravar la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competencia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73B2AD48-A1FC-455D-A758-AFB71B3A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15B56205-898D-4CBA-9B97-7C29DD64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0392884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2026-08-11T20:46:56.9890000Z</dcterms:created>
  <dcterms:modified xsi:type="dcterms:W3CDTF">2026-08-11T20:46:56.9890000Z</dcterms:modified>
</coreProperties>
</file>