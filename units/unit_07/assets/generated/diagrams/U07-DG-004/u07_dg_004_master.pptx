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e3eb27f649494d" /><Relationship Type="http://schemas.openxmlformats.org/officeDocument/2006/relationships/extended-properties" Target="/docProps/app.xml" Id="Rc868963ff5304091" /><Relationship Type="http://schemas.openxmlformats.org/officeDocument/2006/relationships/officeDocument" Target="/ppt/presentation.xml" Id="R51ef8c30a7a744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db5f5012b84c96"/>
  </p:sldMasterIdLst>
  <p:notesMasterIdLst>
    <p:notesMasterId xmlns:r="http://schemas.openxmlformats.org/officeDocument/2006/relationships" r:id="R8b65e379370d46d3"/>
  </p:notesMasterIdLst>
  <p:sldIdLst>
    <p:sldId xmlns:r="http://schemas.openxmlformats.org/officeDocument/2006/relationships" id="256" r:id="R6687873806ec45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300bcec33044a4" /><Relationship Type="http://schemas.openxmlformats.org/officeDocument/2006/relationships/slideMaster" Target="/ppt/slideMasters/slideMaster1.xml" Id="R77db5f5012b84c96" /><Relationship Type="http://schemas.openxmlformats.org/officeDocument/2006/relationships/notesMaster" Target="/ppt/notesMasters/notesMaster1.xml" Id="R8b65e379370d46d3" /><Relationship Type="http://schemas.openxmlformats.org/officeDocument/2006/relationships/presProps" Target="/ppt/presProps.xml" Id="R2a48c5371e334016" /><Relationship Type="http://schemas.openxmlformats.org/officeDocument/2006/relationships/tableStyles" Target="/ppt/tableStyles.xml" Id="Rc48b08481ec847b5" /><Relationship Type="http://schemas.openxmlformats.org/officeDocument/2006/relationships/slide" Target="/ppt/slides/slide1.xml" Id="R6687873806ec45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377fbceba745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52ab29d9614b58" /><Relationship Type="http://schemas.openxmlformats.org/officeDocument/2006/relationships/notesMaster" Target="/ppt/notesMasters/notesMaster1.xml" Id="Rc0ab14aae29244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ce6afb2084d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d08d5398b4435d" /><Relationship Type="http://schemas.openxmlformats.org/officeDocument/2006/relationships/slideLayout" Target="/ppt/slideLayouts/slideLayout1.xml" Id="R0367040a4ec944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67040a4ec944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1758073a74d1c" /><Relationship Type="http://schemas.openxmlformats.org/officeDocument/2006/relationships/notesSlide" Target="/ppt/notesSlides/notesSlide1.xml" Id="R790eb762d70f42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90BA3F03-E452-4DE1-A974-E666225B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58A64CAE-EF1D-4C84-96D2-37DEA730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12CB5567-F491-40EC-B82D-E5708951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58E028E-867F-49D3-B764-1B48FB53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medición psicofísica une estímulo, tarea y respuesta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F755C862-BCEB-4A41-A043-FC62CE11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C08A2206-9211-47C6-8AF8-CC499837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130A4012-8B5B-4891-BB54-0A312037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1EE0A681-E462-45D9-B294-51EA6D54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555E4ACA-5974-417D-88EC-6DA12E89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Estímulo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1A5440D1-33A1-42F1-9C88-8BD6F846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señal y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condiciones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7C9E01C2-B27C-4D0A-8EF3-6B8F744C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Tarea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DF022913-DACB-4D1A-9623-A89720A7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detectar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igualar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estimar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7F69178B-A0BF-4903-8972-4E9D1897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Respuesta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E9A07953-D1AD-4E64-8D39-04D56F49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criterio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observable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12922377-6240-4E83-8FEB-610D9A28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Contexto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BD04FE46-29DF-4C15-BDF1-A9431B5A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oyente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ambiente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método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353CD14-D4C7-4160-92C8-6D83401C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69B6D8C4-6967-4F67-ADEA-FB27D88F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851131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2026-08-11T20:51:59.7430000Z</dcterms:created>
  <dcterms:modified xsi:type="dcterms:W3CDTF">2026-08-11T20:51:59.7440000Z</dcterms:modified>
</coreProperties>
</file>