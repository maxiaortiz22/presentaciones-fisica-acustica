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b696d54ebc47ce" /><Relationship Type="http://schemas.openxmlformats.org/officeDocument/2006/relationships/extended-properties" Target="/docProps/app.xml" Id="R8361adaf8e174c1c" /><Relationship Type="http://schemas.openxmlformats.org/officeDocument/2006/relationships/officeDocument" Target="/ppt/presentation.xml" Id="R3aef246c83b044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3a687750b049af"/>
  </p:sldMasterIdLst>
  <p:notesMasterIdLst>
    <p:notesMasterId xmlns:r="http://schemas.openxmlformats.org/officeDocument/2006/relationships" r:id="Rfdb76584a20a4c3f"/>
  </p:notesMasterIdLst>
  <p:sldIdLst>
    <p:sldId xmlns:r="http://schemas.openxmlformats.org/officeDocument/2006/relationships" id="256" r:id="Ra91b9d3e84cd40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294d0066624f50" /><Relationship Type="http://schemas.openxmlformats.org/officeDocument/2006/relationships/slideMaster" Target="/ppt/slideMasters/slideMaster1.xml" Id="R793a687750b049af" /><Relationship Type="http://schemas.openxmlformats.org/officeDocument/2006/relationships/notesMaster" Target="/ppt/notesMasters/notesMaster1.xml" Id="Rfdb76584a20a4c3f" /><Relationship Type="http://schemas.openxmlformats.org/officeDocument/2006/relationships/presProps" Target="/ppt/presProps.xml" Id="Rdda86a6714454369" /><Relationship Type="http://schemas.openxmlformats.org/officeDocument/2006/relationships/tableStyles" Target="/ppt/tableStyles.xml" Id="R23a040877e814393" /><Relationship Type="http://schemas.openxmlformats.org/officeDocument/2006/relationships/slide" Target="/ppt/slides/slide1.xml" Id="Ra91b9d3e84cd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a5a6b49bb946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610253fa54845" /><Relationship Type="http://schemas.openxmlformats.org/officeDocument/2006/relationships/notesMaster" Target="/ppt/notesMasters/notesMaster1.xml" Id="Rd7ffa650620047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f00dc347842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1475c2b3a94bc8" /><Relationship Type="http://schemas.openxmlformats.org/officeDocument/2006/relationships/slideLayout" Target="/ppt/slideLayouts/slideLayout1.xml" Id="Rf8ba59c2cfaf49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a59c2cfaf49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4f28425ba456f" /><Relationship Type="http://schemas.openxmlformats.org/officeDocument/2006/relationships/notesSlide" Target="/ppt/notesSlides/notesSlide1.xml" Id="R17dbf7e9a73e49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BC25C3A-3EF7-4511-88AE-B3D44CAE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630AB2F-4CB7-4867-BCBD-A3C18540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196B63B-F22F-4CF3-B24C-8F2EF41D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0B6E704-217B-4AD7-9639-600D9BB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respuesta a dos llegadas depende de cuatro grupos de variables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DF65B58C-6FB5-475C-A631-FE8CC26B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AE8E8D7E-49A7-4049-9EA4-A6298B4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D94A17E3-16BF-47F0-8BB3-9C6C696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33500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29AF5E75-1B0D-42D6-8C9F-108D3988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00438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D1D5C218-362A-4828-83E5-0B9D3DD5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00438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0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D753E645-D60F-4205-93BE-30309A9C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perceptual</a:t>
            </a:r>
          </a:p>
        </p:txBody>
      </p:sp>
      <p:sp>
        <p:nvSpPr>
          <p:cNvPr id="11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EC1219E7-35F7-44B1-A668-E1CFB44A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fusión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localización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eco</a:t>
            </a:r>
          </a:p>
        </p:txBody>
      </p:sp>
      <p:sp>
        <p:nvSpPr>
          <p:cNvPr id="12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E8921F42-F1B9-4CE2-8645-CAACE577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Retardo</a:t>
            </a:r>
          </a:p>
        </p:txBody>
      </p:sp>
      <p:sp>
        <p:nvSpPr>
          <p:cNvPr id="13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CF505ACE-FF13-4AB6-B841-502ED00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Δt</a:t>
            </a:r>
          </a:p>
        </p:txBody>
      </p:sp>
      <p:sp>
        <p:nvSpPr>
          <p:cNvPr id="14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C9DE2F8C-C561-4D0B-963B-D50CCB0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 relativo</a:t>
            </a:r>
          </a:p>
        </p:txBody>
      </p:sp>
      <p:sp>
        <p:nvSpPr>
          <p:cNvPr id="15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B94F9D81-067D-4CE3-90B2-2F5D8375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</a:t>
            </a:r>
          </a:p>
        </p:txBody>
      </p:sp>
      <p:sp>
        <p:nvSpPr>
          <p:cNvPr id="16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1F824871-8179-407F-90BD-F5827CB3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3313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Semejanza</a:t>
            </a:r>
          </a:p>
        </p:txBody>
      </p:sp>
      <p:sp>
        <p:nvSpPr>
          <p:cNvPr id="17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E72A9662-DBBF-4A7D-BFEE-C4518DDC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9563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espectro · contenido</a:t>
            </a:r>
          </a:p>
        </p:txBody>
      </p:sp>
      <p:sp>
        <p:nvSpPr>
          <p:cNvPr id="18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C312D2E7-2B93-4E95-A205-DBFBFF01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3313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Contexto y tarea</a:t>
            </a:r>
          </a:p>
        </p:txBody>
      </p:sp>
      <p:sp>
        <p:nvSpPr>
          <p:cNvPr id="19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0444B7F5-8B92-4269-BA04-7F6F7FF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19563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criterio del oyente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F753F57-F27E-4D88-BA72-F5B0CDFA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C7606B5-23D6-4EC2-ABBF-02C11FF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681766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2026-08-11T20:47:02.5680000Z</dcterms:created>
  <dcterms:modified xsi:type="dcterms:W3CDTF">2026-08-11T20:47:02.5680000Z</dcterms:modified>
</coreProperties>
</file>