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d3f5ee9814cae" /><Relationship Type="http://schemas.openxmlformats.org/officeDocument/2006/relationships/extended-properties" Target="/docProps/app.xml" Id="R28cb6f753fc346ff" /><Relationship Type="http://schemas.openxmlformats.org/officeDocument/2006/relationships/officeDocument" Target="/ppt/presentation.xml" Id="R288349033edd4a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b5e1b891b4c63"/>
  </p:sldMasterIdLst>
  <p:notesMasterIdLst>
    <p:notesMasterId xmlns:r="http://schemas.openxmlformats.org/officeDocument/2006/relationships" r:id="Ra1854286c2fd4879"/>
  </p:notesMasterIdLst>
  <p:sldIdLst>
    <p:sldId xmlns:r="http://schemas.openxmlformats.org/officeDocument/2006/relationships" id="256" r:id="Rd4c6380b888147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4aa30bd3f84863" /><Relationship Type="http://schemas.openxmlformats.org/officeDocument/2006/relationships/slideMaster" Target="/ppt/slideMasters/slideMaster1.xml" Id="R476b5e1b891b4c63" /><Relationship Type="http://schemas.openxmlformats.org/officeDocument/2006/relationships/notesMaster" Target="/ppt/notesMasters/notesMaster1.xml" Id="Ra1854286c2fd4879" /><Relationship Type="http://schemas.openxmlformats.org/officeDocument/2006/relationships/presProps" Target="/ppt/presProps.xml" Id="R8f0b5a3aeb4540c4" /><Relationship Type="http://schemas.openxmlformats.org/officeDocument/2006/relationships/tableStyles" Target="/ppt/tableStyles.xml" Id="R4e20854bce254f10" /><Relationship Type="http://schemas.openxmlformats.org/officeDocument/2006/relationships/slide" Target="/ppt/slides/slide1.xml" Id="Rd4c6380b8881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9cb3451e3f4d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21919c6baa4bf3" /><Relationship Type="http://schemas.openxmlformats.org/officeDocument/2006/relationships/notesMaster" Target="/ppt/notesMasters/notesMaster1.xml" Id="Rd032d776429942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3cc44aa48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a34c1f7474e12" /><Relationship Type="http://schemas.openxmlformats.org/officeDocument/2006/relationships/slideLayout" Target="/ppt/slideLayouts/slideLayout1.xml" Id="R3ef108d2a635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108d2a635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9ddecdf140cc" /><Relationship Type="http://schemas.openxmlformats.org/officeDocument/2006/relationships/notesSlide" Target="/ppt/notesSlides/notesSlide1.xml" Id="R7775e280f3054f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5D62089-EAA3-4E94-96A2-890FE58C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455CEC6-960A-4C0C-93D7-B8C0CE16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E2B9DBF-96AD-483A-A38D-92273119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0F24350-5DBD-4FF8-8BD4-91D28D3F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Las colas reverberantes superponen segmentos del habla</a:t>
            </a:r>
          </a:p>
        </p:txBody>
      </p:sp>
      <p:sp>
        <p:nvSpPr>
          <p:cNvPr id="5" name="time_1_box">
            <a:extLst xmlns:a="http://schemas.openxmlformats.org/drawingml/2006/main">
              <a:ext uri="{FF2B5EF4-FFF2-40B4-BE49-F238E27FC236}">
                <a16:creationId xmlns:a16="http://schemas.microsoft.com/office/drawing/2014/main" id="{5544A8DA-2857-4529-99DF-3F8E9AA9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time_2_box">
            <a:extLst xmlns:a="http://schemas.openxmlformats.org/drawingml/2006/main">
              <a:ext uri="{FF2B5EF4-FFF2-40B4-BE49-F238E27FC236}">
                <a16:creationId xmlns:a16="http://schemas.microsoft.com/office/drawing/2014/main" id="{C014A3C3-5CD7-4043-A23B-96E19757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time_3_box">
            <a:extLst xmlns:a="http://schemas.openxmlformats.org/drawingml/2006/main">
              <a:ext uri="{FF2B5EF4-FFF2-40B4-BE49-F238E27FC236}">
                <a16:creationId xmlns:a16="http://schemas.microsoft.com/office/drawing/2014/main" id="{AAC751D3-6212-4A45-8A6D-312D541B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257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time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38600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time_edg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47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time_1_title">
            <a:extLst xmlns:a="http://schemas.openxmlformats.org/drawingml/2006/main">
              <a:ext uri="{FF2B5EF4-FFF2-40B4-BE49-F238E27FC236}">
                <a16:creationId xmlns:a16="http://schemas.microsoft.com/office/drawing/2014/main" id="{DDC04DD0-0DED-4360-BC6A-9A41CC0C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Sílaba 1</a:t>
            </a:r>
          </a:p>
        </p:txBody>
      </p:sp>
      <p:sp>
        <p:nvSpPr>
          <p:cNvPr id="11" name="time_1_body">
            <a:extLst xmlns:a="http://schemas.openxmlformats.org/drawingml/2006/main">
              <a:ext uri="{FF2B5EF4-FFF2-40B4-BE49-F238E27FC236}">
                <a16:creationId xmlns:a16="http://schemas.microsoft.com/office/drawing/2014/main" id="{A4687C43-F7BF-4D76-9FDB-1704115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directo + cola</a:t>
            </a:r>
          </a:p>
        </p:txBody>
      </p:sp>
      <p:sp>
        <p:nvSpPr>
          <p:cNvPr id="12" name="time_2_title">
            <a:extLst xmlns:a="http://schemas.openxmlformats.org/drawingml/2006/main">
              <a:ext uri="{FF2B5EF4-FFF2-40B4-BE49-F238E27FC236}">
                <a16:creationId xmlns:a16="http://schemas.microsoft.com/office/drawing/2014/main" id="{B820F15E-645A-44F6-81A6-A9AE413E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Sílaba 2</a:t>
            </a:r>
          </a:p>
        </p:txBody>
      </p:sp>
      <p:sp>
        <p:nvSpPr>
          <p:cNvPr id="13" name="time_2_body">
            <a:extLst xmlns:a="http://schemas.openxmlformats.org/drawingml/2006/main">
              <a:ext uri="{FF2B5EF4-FFF2-40B4-BE49-F238E27FC236}">
                <a16:creationId xmlns:a16="http://schemas.microsoft.com/office/drawing/2014/main" id="{086E9285-2053-441A-AD3E-CCDED0D2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suma a la cola</a:t>
            </a:r>
          </a:p>
        </p:txBody>
      </p:sp>
      <p:sp>
        <p:nvSpPr>
          <p:cNvPr id="14" name="time_3_title">
            <a:extLst xmlns:a="http://schemas.openxmlformats.org/drawingml/2006/main">
              <a:ext uri="{FF2B5EF4-FFF2-40B4-BE49-F238E27FC236}">
                <a16:creationId xmlns:a16="http://schemas.microsoft.com/office/drawing/2014/main" id="{E7DE1AF4-BF07-471F-AA1A-4F7DAAC1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Sílaba 3</a:t>
            </a:r>
          </a:p>
        </p:txBody>
      </p:sp>
      <p:sp>
        <p:nvSpPr>
          <p:cNvPr id="15" name="time_3_body">
            <a:extLst xmlns:a="http://schemas.openxmlformats.org/drawingml/2006/main">
              <a:ext uri="{FF2B5EF4-FFF2-40B4-BE49-F238E27FC236}">
                <a16:creationId xmlns:a16="http://schemas.microsoft.com/office/drawing/2014/main" id="{F6AAE750-CE8C-425D-8C82-9655856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transiciones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cubiertas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BD8A911-A1F6-477C-A8EC-4E48F500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E981FEB-1D6E-4D31-9453-6A1A7C18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661382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2026-08-11T20:46:55.6730000Z</dcterms:created>
  <dcterms:modified xsi:type="dcterms:W3CDTF">2026-08-11T20:46:55.6730000Z</dcterms:modified>
</coreProperties>
</file>