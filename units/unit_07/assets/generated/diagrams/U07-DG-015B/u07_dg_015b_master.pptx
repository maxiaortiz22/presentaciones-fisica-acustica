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cf56a88a104bcd" /><Relationship Type="http://schemas.openxmlformats.org/officeDocument/2006/relationships/extended-properties" Target="/docProps/app.xml" Id="Rb312d817c0fb421d" /><Relationship Type="http://schemas.openxmlformats.org/officeDocument/2006/relationships/officeDocument" Target="/ppt/presentation.xml" Id="R8a9123a1c8a143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8d291010284fa0"/>
  </p:sldMasterIdLst>
  <p:notesMasterIdLst>
    <p:notesMasterId xmlns:r="http://schemas.openxmlformats.org/officeDocument/2006/relationships" r:id="R828fa4c5f9e0490a"/>
  </p:notesMasterIdLst>
  <p:sldIdLst>
    <p:sldId xmlns:r="http://schemas.openxmlformats.org/officeDocument/2006/relationships" id="256" r:id="R3d6d0ccabc9b41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0534c34eae45cb" /><Relationship Type="http://schemas.openxmlformats.org/officeDocument/2006/relationships/slideMaster" Target="/ppt/slideMasters/slideMaster1.xml" Id="R098d291010284fa0" /><Relationship Type="http://schemas.openxmlformats.org/officeDocument/2006/relationships/notesMaster" Target="/ppt/notesMasters/notesMaster1.xml" Id="R828fa4c5f9e0490a" /><Relationship Type="http://schemas.openxmlformats.org/officeDocument/2006/relationships/presProps" Target="/ppt/presProps.xml" Id="Ra37c8bae74ec42cb" /><Relationship Type="http://schemas.openxmlformats.org/officeDocument/2006/relationships/tableStyles" Target="/ppt/tableStyles.xml" Id="R1131b497f7ca41cd" /><Relationship Type="http://schemas.openxmlformats.org/officeDocument/2006/relationships/slide" Target="/ppt/slides/slide1.xml" Id="R3d6d0ccabc9b41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8663c4018348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601380133147ae" /><Relationship Type="http://schemas.openxmlformats.org/officeDocument/2006/relationships/notesMaster" Target="/ppt/notesMasters/notesMaster1.xml" Id="R5b227d7991d147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98504590c46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a23bb911e0415c" /><Relationship Type="http://schemas.openxmlformats.org/officeDocument/2006/relationships/slideLayout" Target="/ppt/slideLayouts/slideLayout1.xml" Id="R2fcf4ef0324541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cf4ef0324541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147952e954190" /><Relationship Type="http://schemas.openxmlformats.org/officeDocument/2006/relationships/notesSlide" Target="/ppt/notesSlides/notesSlide1.xml" Id="Rf4945de7ff5f46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AEB6C8A0-4D96-4822-84FD-6B97A2E4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F26F8DEA-9360-4302-B788-3EE16C07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FB755B75-00DA-4DEC-8ED5-69C6E9C3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AF9655C-AB80-4615-BFB6-B42F1862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Ejemplo: 70 fon corresponden a 8 sones en el modelo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8AEE31F4-5F7F-4937-8D98-93B01245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7A692F0F-F38F-4168-BFA0-4885385E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40F98A67-CEFB-4BEF-82C8-AE20D8E4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B2ABBD96-9633-4427-B5A6-6AA98491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CC1E2EE5-D577-45E7-9A0E-F86B4177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Dato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226C774B-579F-43C5-B370-BC280703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L_N = 70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fon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FCE9409D-D5EF-4D87-B2E6-6E0AA2D6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Exponente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DCDDE962-A318-4E27-8337-A16C9A7A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(70−40)/10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= 3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30050CAD-7EC2-488B-8807-149F82F6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Potencia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E06551E1-F2C2-4B36-A7C9-3BC80CD1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2³ = 8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2E662D5E-6114-4B59-99A8-40A2DAD2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Resultado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30A05AAD-F593-47A8-9854-8B3816EF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N_son = 8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sones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537C540A-986C-4C80-96D5-24D21E91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B90E4A16-13E3-4705-96B2-DA18E263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183912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2026-08-11T20:46:42.8280000Z</dcterms:created>
  <dcterms:modified xsi:type="dcterms:W3CDTF">2026-08-11T20:46:42.8280000Z</dcterms:modified>
</coreProperties>
</file>