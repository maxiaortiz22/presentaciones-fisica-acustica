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8b0dc6e2eb450b" /><Relationship Type="http://schemas.openxmlformats.org/officeDocument/2006/relationships/extended-properties" Target="/docProps/app.xml" Id="Rff7674b42a3d4a35" /><Relationship Type="http://schemas.openxmlformats.org/officeDocument/2006/relationships/officeDocument" Target="/ppt/presentation.xml" Id="R07f1849eb89b4b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b3e50dbfda4132"/>
  </p:sldMasterIdLst>
  <p:notesMasterIdLst>
    <p:notesMasterId xmlns:r="http://schemas.openxmlformats.org/officeDocument/2006/relationships" r:id="R2ae56d219e5f49fb"/>
  </p:notesMasterIdLst>
  <p:sldIdLst>
    <p:sldId xmlns:r="http://schemas.openxmlformats.org/officeDocument/2006/relationships" id="256" r:id="Rc8b3087961f442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b2b391423c4ecb" /><Relationship Type="http://schemas.openxmlformats.org/officeDocument/2006/relationships/slideMaster" Target="/ppt/slideMasters/slideMaster1.xml" Id="Rfcb3e50dbfda4132" /><Relationship Type="http://schemas.openxmlformats.org/officeDocument/2006/relationships/notesMaster" Target="/ppt/notesMasters/notesMaster1.xml" Id="R2ae56d219e5f49fb" /><Relationship Type="http://schemas.openxmlformats.org/officeDocument/2006/relationships/presProps" Target="/ppt/presProps.xml" Id="R7a9a87cc3f2547c0" /><Relationship Type="http://schemas.openxmlformats.org/officeDocument/2006/relationships/tableStyles" Target="/ppt/tableStyles.xml" Id="Rc10edb9a01214bf8" /><Relationship Type="http://schemas.openxmlformats.org/officeDocument/2006/relationships/slide" Target="/ppt/slides/slide1.xml" Id="Rc8b3087961f442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6551563fe142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ad780b2c55498c" /><Relationship Type="http://schemas.openxmlformats.org/officeDocument/2006/relationships/notesMaster" Target="/ppt/notesMasters/notesMaster1.xml" Id="R79a6aee662a247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7a3180e2d14c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48f821e26c41eb" /><Relationship Type="http://schemas.openxmlformats.org/officeDocument/2006/relationships/slideLayout" Target="/ppt/slideLayouts/slideLayout1.xml" Id="Rcb8181a46c3947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8181a46c3947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1e08327d04d4c" /><Relationship Type="http://schemas.openxmlformats.org/officeDocument/2006/relationships/notesSlide" Target="/ppt/notesSlides/notesSlide1.xml" Id="Re7c3fe88715448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1CA01D14-3D5D-4A6B-BB99-61AF53B7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4B747A52-F52B-4834-8F20-6BCFFF03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63FC06C4-191F-4265-9577-141CDA44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09C16937-5298-46DF-AC58-5E1D7EF3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G_CT compara dos posiciones de medición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6D193DD9-2879-4C31-84E2-5665F80A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81250"/>
            <a:ext cx="9144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98F9E5C3-8336-42B9-B4B6-53C2546E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3048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29B81B83-27BF-4599-A997-8DC30685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904875"/>
            <a:ext cx="3048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9732AA32-1A60-4297-86A9-7FE16BDE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3048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0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H="1">
            <a:off x="1524000" y="1595438"/>
            <a:ext cx="2209800" cy="1762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>
            <a:off x="8458200" y="1595438"/>
            <a:ext cx="2209800" cy="1762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H="1" flipV="1">
            <a:off x="1524000" y="3357563"/>
            <a:ext cx="2209800" cy="173831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equation_title">
            <a:extLst xmlns:a="http://schemas.openxmlformats.org/drawingml/2006/main">
              <a:ext uri="{FF2B5EF4-FFF2-40B4-BE49-F238E27FC236}">
                <a16:creationId xmlns:a16="http://schemas.microsoft.com/office/drawing/2014/main" id="{1F05384D-2ADF-40D1-8500-D16A580F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24125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4D1434"/>
                </a:solidFill>
              </a:defRPr>
            </a:pPr>
            <a:r>
              <a:rPr sz="3000" b="1">
                <a:solidFill>
                  <a:srgbClr val="4D1434"/>
                </a:solidFill>
              </a:rPr>
              <a:t>G_CT(f) = L_p,T(f) − L_p,campo(f)</a:t>
            </a:r>
          </a:p>
        </p:txBody>
      </p:sp>
      <p:sp>
        <p:nvSpPr>
          <p:cNvPr id="13" name="equation_body">
            <a:extLst xmlns:a="http://schemas.openxmlformats.org/drawingml/2006/main">
              <a:ext uri="{FF2B5EF4-FFF2-40B4-BE49-F238E27FC236}">
                <a16:creationId xmlns:a16="http://schemas.microsoft.com/office/drawing/2014/main" id="{83A4038A-8A65-4CAA-95AE-FFBB32BF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76575"/>
            <a:ext cx="8763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resultado en dB</a:t>
            </a:r>
          </a:p>
        </p:txBody>
      </p:sp>
      <p:sp>
        <p:nvSpPr>
          <p:cNvPr id="14" name="callout_1_title">
            <a:extLst xmlns:a="http://schemas.openxmlformats.org/drawingml/2006/main">
              <a:ext uri="{FF2B5EF4-FFF2-40B4-BE49-F238E27FC236}">
                <a16:creationId xmlns:a16="http://schemas.microsoft.com/office/drawing/2014/main" id="{FA112C68-68C3-4B7C-A40B-32278D37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47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L_p,T</a:t>
            </a:r>
          </a:p>
        </p:txBody>
      </p:sp>
      <p:sp>
        <p:nvSpPr>
          <p:cNvPr id="15" name="callout_1_body">
            <a:extLst xmlns:a="http://schemas.openxmlformats.org/drawingml/2006/main">
              <a:ext uri="{FF2B5EF4-FFF2-40B4-BE49-F238E27FC236}">
                <a16:creationId xmlns:a16="http://schemas.microsoft.com/office/drawing/2014/main" id="{B3236F3B-DCEB-4F16-973E-C1ACCD1B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nivel próximo al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tímpano</a:t>
            </a:r>
          </a:p>
        </p:txBody>
      </p:sp>
      <p:sp>
        <p:nvSpPr>
          <p:cNvPr id="16" name="callout_2_title">
            <a:extLst xmlns:a="http://schemas.openxmlformats.org/drawingml/2006/main">
              <a:ext uri="{FF2B5EF4-FFF2-40B4-BE49-F238E27FC236}">
                <a16:creationId xmlns:a16="http://schemas.microsoft.com/office/drawing/2014/main" id="{9F08E0EA-CA1A-4146-A766-714FC40B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047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L_p,campo</a:t>
            </a:r>
          </a:p>
        </p:txBody>
      </p:sp>
      <p:sp>
        <p:nvSpPr>
          <p:cNvPr id="17" name="callout_2_body">
            <a:extLst xmlns:a="http://schemas.openxmlformats.org/drawingml/2006/main">
              <a:ext uri="{FF2B5EF4-FFF2-40B4-BE49-F238E27FC236}">
                <a16:creationId xmlns:a16="http://schemas.microsoft.com/office/drawing/2014/main" id="{DB9D6A4A-682F-4C27-9DCE-481FC1E3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240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nivel en el punto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de campo</a:t>
            </a:r>
          </a:p>
        </p:txBody>
      </p:sp>
      <p:sp>
        <p:nvSpPr>
          <p:cNvPr id="18" name="callout_3_title">
            <a:extLst xmlns:a="http://schemas.openxmlformats.org/drawingml/2006/main">
              <a:ext uri="{FF2B5EF4-FFF2-40B4-BE49-F238E27FC236}">
                <a16:creationId xmlns:a16="http://schemas.microsoft.com/office/drawing/2014/main" id="{27318C5B-2045-466A-8CF4-843EC006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Condición común</a:t>
            </a:r>
          </a:p>
        </p:txBody>
      </p:sp>
      <p:sp>
        <p:nvSpPr>
          <p:cNvPr id="19" name="callout_3_body">
            <a:extLst xmlns:a="http://schemas.openxmlformats.org/drawingml/2006/main">
              <a:ext uri="{FF2B5EF4-FFF2-40B4-BE49-F238E27FC236}">
                <a16:creationId xmlns:a16="http://schemas.microsoft.com/office/drawing/2014/main" id="{A11C8803-F3A5-4A13-BDF8-91A112DD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misma f y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procedimiento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B2926853-A86B-4173-99A2-67C3AEC1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567FCD7A-8D17-4ED7-8884-A9ABA3C6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3524301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2026-08-11T20:46:37.0600000Z</dcterms:created>
  <dcterms:modified xsi:type="dcterms:W3CDTF">2026-08-11T20:46:37.0600000Z</dcterms:modified>
</coreProperties>
</file>