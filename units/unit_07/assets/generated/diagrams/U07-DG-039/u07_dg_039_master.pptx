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7a3246fe784e3d" /><Relationship Type="http://schemas.openxmlformats.org/officeDocument/2006/relationships/extended-properties" Target="/docProps/app.xml" Id="Rbf25d9b62e3e4e05" /><Relationship Type="http://schemas.openxmlformats.org/officeDocument/2006/relationships/officeDocument" Target="/ppt/presentation.xml" Id="Rb09f0d9d223f40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5c3d42e36e437c"/>
  </p:sldMasterIdLst>
  <p:notesMasterIdLst>
    <p:notesMasterId xmlns:r="http://schemas.openxmlformats.org/officeDocument/2006/relationships" r:id="Rd107ba61322c4581"/>
  </p:notesMasterIdLst>
  <p:sldIdLst>
    <p:sldId xmlns:r="http://schemas.openxmlformats.org/officeDocument/2006/relationships" id="256" r:id="Re2d57cc1ecc244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aa8909d6de45d5" /><Relationship Type="http://schemas.openxmlformats.org/officeDocument/2006/relationships/slideMaster" Target="/ppt/slideMasters/slideMaster1.xml" Id="Ra85c3d42e36e437c" /><Relationship Type="http://schemas.openxmlformats.org/officeDocument/2006/relationships/notesMaster" Target="/ppt/notesMasters/notesMaster1.xml" Id="Rd107ba61322c4581" /><Relationship Type="http://schemas.openxmlformats.org/officeDocument/2006/relationships/presProps" Target="/ppt/presProps.xml" Id="Re7e8c2acdf1546ab" /><Relationship Type="http://schemas.openxmlformats.org/officeDocument/2006/relationships/tableStyles" Target="/ppt/tableStyles.xml" Id="Rb73a3f4a679e4bc3" /><Relationship Type="http://schemas.openxmlformats.org/officeDocument/2006/relationships/slide" Target="/ppt/slides/slide1.xml" Id="Re2d57cc1ecc244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dcf590194f4a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936d9cf34c4274" /><Relationship Type="http://schemas.openxmlformats.org/officeDocument/2006/relationships/notesMaster" Target="/ppt/notesMasters/notesMaster1.xml" Id="Re1c464263ef440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0b67e607140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45d23d92384a3d" /><Relationship Type="http://schemas.openxmlformats.org/officeDocument/2006/relationships/slideLayout" Target="/ppt/slideLayouts/slideLayout1.xml" Id="Rab3466bf81f643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3466bf81f643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371868ec0420b" /><Relationship Type="http://schemas.openxmlformats.org/officeDocument/2006/relationships/notesSlide" Target="/ppt/notesSlides/notesSlide1.xml" Id="R37c8e1f03a174c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07DF330F-E44B-4A28-821D-5496EAB9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85EF8D3-D3F7-49C8-83F7-B31E9052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C437FBE3-8342-4093-B71C-B8542764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1A52CB5-685F-4954-A710-CB18BF4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mezcla física puede organizarse en objetos perceptuales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AB79022F-3854-4418-96DD-9D13549C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277D4F60-2F4C-43C6-B65E-ECA9F096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2F94B4EA-B4E0-4B40-8F79-B149EDD1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33500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FC25C0FE-ED68-4AFC-BE5D-E2ED769C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00438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B85E8B10-E168-4710-B5D2-24991BB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00438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1CAD0147-75A5-4706-90B1-0C2B4F61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Objetos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perceptuales</a:t>
            </a:r>
          </a:p>
        </p:txBody>
      </p:sp>
      <p:sp>
        <p:nvSpPr>
          <p:cNvPr id="11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0CDDB1A0-000F-48EF-A82C-FF0641F8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476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dos o tres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fuentes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segregadas</a:t>
            </a:r>
          </a:p>
        </p:txBody>
      </p:sp>
      <p:sp>
        <p:nvSpPr>
          <p:cNvPr id="12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09FA5E06-8267-4EB3-9085-ECC4A829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763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 1</a:t>
            </a:r>
          </a:p>
        </p:txBody>
      </p:sp>
      <p:sp>
        <p:nvSpPr>
          <p:cNvPr id="13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DE8BE14A-1229-47F6-82C0-66A327A3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voz objetivo</a:t>
            </a:r>
          </a:p>
        </p:txBody>
      </p:sp>
      <p:sp>
        <p:nvSpPr>
          <p:cNvPr id="14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120F190B-49C5-4F00-8FB6-47C2F2D3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Fuente 2</a:t>
            </a:r>
          </a:p>
        </p:txBody>
      </p:sp>
      <p:sp>
        <p:nvSpPr>
          <p:cNvPr id="15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6C619983-6EB0-46E9-B76A-F335C31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voz competidora</a:t>
            </a:r>
          </a:p>
        </p:txBody>
      </p:sp>
      <p:sp>
        <p:nvSpPr>
          <p:cNvPr id="16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7AD0272B-B420-479D-8293-B3BEE51D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3313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Fuente 3</a:t>
            </a:r>
          </a:p>
        </p:txBody>
      </p:sp>
      <p:sp>
        <p:nvSpPr>
          <p:cNvPr id="17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9A2434E1-FBBE-46C1-8800-3537D544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9563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ruido / ambiente</a:t>
            </a:r>
          </a:p>
        </p:txBody>
      </p:sp>
      <p:sp>
        <p:nvSpPr>
          <p:cNvPr id="18" name="branch_4_title">
            <a:extLst xmlns:a="http://schemas.openxmlformats.org/drawingml/2006/main">
              <a:ext uri="{FF2B5EF4-FFF2-40B4-BE49-F238E27FC236}">
                <a16:creationId xmlns:a16="http://schemas.microsoft.com/office/drawing/2014/main" id="{C257CEE8-E5D2-461B-80B9-48388FEA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43313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Mezcla binaural</a:t>
            </a:r>
          </a:p>
        </p:txBody>
      </p:sp>
      <p:sp>
        <p:nvSpPr>
          <p:cNvPr id="19" name="branch_4_body">
            <a:extLst xmlns:a="http://schemas.openxmlformats.org/drawingml/2006/main">
              <a:ext uri="{FF2B5EF4-FFF2-40B4-BE49-F238E27FC236}">
                <a16:creationId xmlns:a16="http://schemas.microsoft.com/office/drawing/2014/main" id="{068BC0EA-10C1-45A7-B4B6-A49B01F2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19563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señales L y R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B6FBCC0-FD01-4DE1-9FA9-9955BB8D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A4A3A54-1932-4B1E-B009-8CC5A00E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549449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2026-08-11T20:47:10.1950000Z</dcterms:created>
  <dcterms:modified xsi:type="dcterms:W3CDTF">2026-08-11T20:47:10.1950000Z</dcterms:modified>
</coreProperties>
</file>