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90cc5733c4ada" /><Relationship Type="http://schemas.openxmlformats.org/officeDocument/2006/relationships/extended-properties" Target="/docProps/app.xml" Id="R0555abe900e948a2" /><Relationship Type="http://schemas.openxmlformats.org/officeDocument/2006/relationships/officeDocument" Target="/ppt/presentation.xml" Id="R70d363ecb3ff40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6d9a53d0946a4"/>
  </p:sldMasterIdLst>
  <p:notesMasterIdLst>
    <p:notesMasterId xmlns:r="http://schemas.openxmlformats.org/officeDocument/2006/relationships" r:id="R4527f6271ae04cf5"/>
  </p:notesMasterIdLst>
  <p:sldIdLst>
    <p:sldId xmlns:r="http://schemas.openxmlformats.org/officeDocument/2006/relationships" id="256" r:id="R3ba690ca381845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5de5ddebbf4ef3" /><Relationship Type="http://schemas.openxmlformats.org/officeDocument/2006/relationships/slideMaster" Target="/ppt/slideMasters/slideMaster1.xml" Id="Rc426d9a53d0946a4" /><Relationship Type="http://schemas.openxmlformats.org/officeDocument/2006/relationships/notesMaster" Target="/ppt/notesMasters/notesMaster1.xml" Id="R4527f6271ae04cf5" /><Relationship Type="http://schemas.openxmlformats.org/officeDocument/2006/relationships/presProps" Target="/ppt/presProps.xml" Id="R9696d5c5c31a4d12" /><Relationship Type="http://schemas.openxmlformats.org/officeDocument/2006/relationships/tableStyles" Target="/ppt/tableStyles.xml" Id="R17482086731c4744" /><Relationship Type="http://schemas.openxmlformats.org/officeDocument/2006/relationships/slide" Target="/ppt/slides/slide1.xml" Id="R3ba690ca381845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551d9f694e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a9db7546b24329" /><Relationship Type="http://schemas.openxmlformats.org/officeDocument/2006/relationships/notesMaster" Target="/ppt/notesMasters/notesMaster1.xml" Id="Rf09d3bd1408542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fcf3e6950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1e68e4c75401c" /><Relationship Type="http://schemas.openxmlformats.org/officeDocument/2006/relationships/slideLayout" Target="/ppt/slideLayouts/slideLayout1.xml" Id="Rd693b27e5fe141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93b27e5fe141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f173998a84184" /><Relationship Type="http://schemas.openxmlformats.org/officeDocument/2006/relationships/notesSlide" Target="/ppt/notesSlides/notesSlide1.xml" Id="Rf0bf5f2ed08d43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5D02C70-B39B-4076-9E6F-79CA75C2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A49D890-09BA-4011-A012-015C4D0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EA4C4C6-1187-4313-B5EE-8C6D057F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137D0B2-D5F0-46ED-99EF-47B3FF27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Precedencia reúne varias respuestas medibles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9DD19EAF-4D85-40F4-BCED-4FDFE0BC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B7A6AC4C-FE8B-4F8F-90BD-15F3CB8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8B02488A-C9C8-49E7-89D9-BFE8D6F1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6BE7F0B7-783C-4EFF-87AA-03636517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7FC16651-64F5-42A6-9929-C174A0A8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Dos llegadas físicas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DB224285-3ED1-4B76-85A8-FDCAB8B9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líder + seguidora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5637D407-D609-4AD4-A8BE-206A549E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Fusión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BFA06E06-E541-4022-9886-10633C64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¿una o dos fuentes?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3DAF8A8C-5BE1-406A-84E6-3FC77E55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Localización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083FC7B9-309E-463A-9C71-2A3B20D8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¿dónde se percibe?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13576C6E-3E97-4006-8DBC-4AFDC9A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Discriminación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E0D3F686-CE94-4877-9D13-61E96BA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¿se detecta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segunda?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5D50D59-51A2-4AD1-917D-CC8566D0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9528D10-5AE9-41A2-99D9-B330506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15118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2026-08-11T20:47:03.3050000Z</dcterms:created>
  <dcterms:modified xsi:type="dcterms:W3CDTF">2026-08-11T20:47:03.3050000Z</dcterms:modified>
</coreProperties>
</file>