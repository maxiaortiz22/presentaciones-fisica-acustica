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67908e44204224" /><Relationship Type="http://schemas.openxmlformats.org/officeDocument/2006/relationships/extended-properties" Target="/docProps/app.xml" Id="R5e9203174bd6431f" /><Relationship Type="http://schemas.openxmlformats.org/officeDocument/2006/relationships/officeDocument" Target="/ppt/presentation.xml" Id="R91f70b711550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bfed1b47054174"/>
  </p:sldMasterIdLst>
  <p:notesMasterIdLst>
    <p:notesMasterId xmlns:r="http://schemas.openxmlformats.org/officeDocument/2006/relationships" r:id="Rc7cbe28d9d294d37"/>
  </p:notesMasterIdLst>
  <p:sldIdLst>
    <p:sldId xmlns:r="http://schemas.openxmlformats.org/officeDocument/2006/relationships" id="256" r:id="R8f1e1098ee9940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37dd4639f04859" /><Relationship Type="http://schemas.openxmlformats.org/officeDocument/2006/relationships/slideMaster" Target="/ppt/slideMasters/slideMaster1.xml" Id="R60bfed1b47054174" /><Relationship Type="http://schemas.openxmlformats.org/officeDocument/2006/relationships/notesMaster" Target="/ppt/notesMasters/notesMaster1.xml" Id="Rc7cbe28d9d294d37" /><Relationship Type="http://schemas.openxmlformats.org/officeDocument/2006/relationships/presProps" Target="/ppt/presProps.xml" Id="R6e2ad3d89d0c40a1" /><Relationship Type="http://schemas.openxmlformats.org/officeDocument/2006/relationships/tableStyles" Target="/ppt/tableStyles.xml" Id="R77b001d8356645b0" /><Relationship Type="http://schemas.openxmlformats.org/officeDocument/2006/relationships/slide" Target="/ppt/slides/slide1.xml" Id="R8f1e1098ee9940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6eb770c26140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4f3736a5b7486a" /><Relationship Type="http://schemas.openxmlformats.org/officeDocument/2006/relationships/notesMaster" Target="/ppt/notesMasters/notesMaster1.xml" Id="Ra3f9efc868894e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de3c2844744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8ecc933d824bcd" /><Relationship Type="http://schemas.openxmlformats.org/officeDocument/2006/relationships/slideLayout" Target="/ppt/slideLayouts/slideLayout1.xml" Id="R1837e0ef84b946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37e0ef84b946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c3bb9cc6f400f" /><Relationship Type="http://schemas.openxmlformats.org/officeDocument/2006/relationships/notesSlide" Target="/ppt/notesSlides/notesSlide1.xml" Id="Rc152a1efead542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79D7E9C-26F1-4297-BCA8-B080FA3D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0BDC5AB-1CC4-4D34-978F-0E4A4A3F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93C1661-4131-46DD-ABA8-63456BC8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DE3E969-BAE0-4EBF-B88D-11D7D307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d/c aporta una cota didáctica de ITD</a:t>
            </a:r>
          </a:p>
        </p:txBody>
      </p:sp>
      <p:sp>
        <p:nvSpPr>
          <p:cNvPr id="5" name="spatial_1_box">
            <a:extLst xmlns:a="http://schemas.openxmlformats.org/drawingml/2006/main">
              <a:ext uri="{FF2B5EF4-FFF2-40B4-BE49-F238E27FC236}">
                <a16:creationId xmlns:a16="http://schemas.microsoft.com/office/drawing/2014/main" id="{A691AFCD-6EC2-485F-B6BD-BAD5DBF3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patial_2_box">
            <a:extLst xmlns:a="http://schemas.openxmlformats.org/drawingml/2006/main">
              <a:ext uri="{FF2B5EF4-FFF2-40B4-BE49-F238E27FC236}">
                <a16:creationId xmlns:a16="http://schemas.microsoft.com/office/drawing/2014/main" id="{C1E411AC-0657-4F54-BF35-42E80CE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spatial_3_box">
            <a:extLst xmlns:a="http://schemas.openxmlformats.org/drawingml/2006/main">
              <a:ext uri="{FF2B5EF4-FFF2-40B4-BE49-F238E27FC236}">
                <a16:creationId xmlns:a16="http://schemas.microsoft.com/office/drawing/2014/main" id="{1C03033B-DDC8-4028-B5C6-3371700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patial_4_box">
            <a:extLst xmlns:a="http://schemas.openxmlformats.org/drawingml/2006/main">
              <a:ext uri="{FF2B5EF4-FFF2-40B4-BE49-F238E27FC236}">
                <a16:creationId xmlns:a16="http://schemas.microsoft.com/office/drawing/2014/main" id="{9B6C13D3-8FFE-4CCF-895F-BC50335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0" name="spatial_edge_1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71475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spatial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42950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spatial_edge_3"/>
          <p:cNvCxnSpPr>
            <a:stCxn xmlns:a="http://schemas.openxmlformats.org/drawingml/2006/main" id="5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714750" y="3286125"/>
            <a:ext cx="1047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patial_1_title">
            <a:extLst xmlns:a="http://schemas.openxmlformats.org/drawingml/2006/main">
              <a:ext uri="{FF2B5EF4-FFF2-40B4-BE49-F238E27FC236}">
                <a16:creationId xmlns:a16="http://schemas.microsoft.com/office/drawing/2014/main" id="{63CDDEBB-4412-48AB-83EA-1E8B91FE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Llegada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extrema</a:t>
            </a:r>
          </a:p>
        </p:txBody>
      </p:sp>
      <p:sp>
        <p:nvSpPr>
          <p:cNvPr id="13" name="spatial_1_body">
            <a:extLst xmlns:a="http://schemas.openxmlformats.org/drawingml/2006/main">
              <a:ext uri="{FF2B5EF4-FFF2-40B4-BE49-F238E27FC236}">
                <a16:creationId xmlns:a16="http://schemas.microsoft.com/office/drawing/2014/main" id="{58F05070-B310-4132-8393-BE95735D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28975"/>
            <a:ext cx="228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frente de onda</a:t>
            </a:r>
          </a:p>
        </p:txBody>
      </p:sp>
      <p:sp>
        <p:nvSpPr>
          <p:cNvPr id="14" name="spatial_2_title">
            <a:extLst xmlns:a="http://schemas.openxmlformats.org/drawingml/2006/main">
              <a:ext uri="{FF2B5EF4-FFF2-40B4-BE49-F238E27FC236}">
                <a16:creationId xmlns:a16="http://schemas.microsoft.com/office/drawing/2014/main" id="{B64101D0-3BB7-47BB-A559-B69875C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Oído L</a:t>
            </a:r>
          </a:p>
        </p:txBody>
      </p:sp>
      <p:sp>
        <p:nvSpPr>
          <p:cNvPr id="15" name="spatial_2_body">
            <a:extLst xmlns:a="http://schemas.openxmlformats.org/drawingml/2006/main">
              <a:ext uri="{FF2B5EF4-FFF2-40B4-BE49-F238E27FC236}">
                <a16:creationId xmlns:a16="http://schemas.microsoft.com/office/drawing/2014/main" id="{FD214703-FC47-471D-AE45-059E532D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punto de llegada</a:t>
            </a:r>
          </a:p>
        </p:txBody>
      </p:sp>
      <p:sp>
        <p:nvSpPr>
          <p:cNvPr id="16" name="spatial_3_title">
            <a:extLst xmlns:a="http://schemas.openxmlformats.org/drawingml/2006/main">
              <a:ext uri="{FF2B5EF4-FFF2-40B4-BE49-F238E27FC236}">
                <a16:creationId xmlns:a16="http://schemas.microsoft.com/office/drawing/2014/main" id="{49C6DC2D-DD01-4E4F-A4AF-B7891EFD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Oído R</a:t>
            </a:r>
          </a:p>
        </p:txBody>
      </p:sp>
      <p:sp>
        <p:nvSpPr>
          <p:cNvPr id="17" name="spatial_3_body">
            <a:extLst xmlns:a="http://schemas.openxmlformats.org/drawingml/2006/main">
              <a:ext uri="{FF2B5EF4-FFF2-40B4-BE49-F238E27FC236}">
                <a16:creationId xmlns:a16="http://schemas.microsoft.com/office/drawing/2014/main" id="{323DECA6-8368-4A28-9233-3D5AA14C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punto de llegada</a:t>
            </a:r>
          </a:p>
        </p:txBody>
      </p:sp>
      <p:sp>
        <p:nvSpPr>
          <p:cNvPr id="18" name="spatial_4_title">
            <a:extLst xmlns:a="http://schemas.openxmlformats.org/drawingml/2006/main">
              <a:ext uri="{FF2B5EF4-FFF2-40B4-BE49-F238E27FC236}">
                <a16:creationId xmlns:a16="http://schemas.microsoft.com/office/drawing/2014/main" id="{21AB2441-610D-4CC7-9E15-9521B946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Distancia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efectiva d</a:t>
            </a:r>
          </a:p>
        </p:txBody>
      </p:sp>
      <p:sp>
        <p:nvSpPr>
          <p:cNvPr id="19" name="spatial_4_body">
            <a:extLst xmlns:a="http://schemas.openxmlformats.org/drawingml/2006/main">
              <a:ext uri="{FF2B5EF4-FFF2-40B4-BE49-F238E27FC236}">
                <a16:creationId xmlns:a16="http://schemas.microsoft.com/office/drawing/2014/main" id="{69A4415D-2C82-4D17-A49D-4731B45B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modelo rectilíneo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EFA61AD-4AE2-42BA-A032-C44914E3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Modelo rectilíneo sin difracción; no está a escala ni representa anatomía exacta.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D4A3E5A-7C64-4F79-A7F1-E458C223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985599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2026-08-11T20:47:06.6810000Z</dcterms:created>
  <dcterms:modified xsi:type="dcterms:W3CDTF">2026-08-11T20:47:06.6810000Z</dcterms:modified>
</coreProperties>
</file>