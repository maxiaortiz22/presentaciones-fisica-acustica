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e4d0940b0b4fff" /><Relationship Type="http://schemas.openxmlformats.org/officeDocument/2006/relationships/extended-properties" Target="/docProps/app.xml" Id="R15652d371506403c" /><Relationship Type="http://schemas.openxmlformats.org/officeDocument/2006/relationships/officeDocument" Target="/ppt/presentation.xml" Id="Re69225a6df2440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06ef3b1351458e"/>
  </p:sldMasterIdLst>
  <p:notesMasterIdLst>
    <p:notesMasterId xmlns:r="http://schemas.openxmlformats.org/officeDocument/2006/relationships" r:id="R6879a6f526ae4ea1"/>
  </p:notesMasterIdLst>
  <p:sldIdLst>
    <p:sldId xmlns:r="http://schemas.openxmlformats.org/officeDocument/2006/relationships" id="256" r:id="R9078d8bd636f4e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ed0d5d0c71433e" /><Relationship Type="http://schemas.openxmlformats.org/officeDocument/2006/relationships/slideMaster" Target="/ppt/slideMasters/slideMaster1.xml" Id="Rbe06ef3b1351458e" /><Relationship Type="http://schemas.openxmlformats.org/officeDocument/2006/relationships/notesMaster" Target="/ppt/notesMasters/notesMaster1.xml" Id="R6879a6f526ae4ea1" /><Relationship Type="http://schemas.openxmlformats.org/officeDocument/2006/relationships/presProps" Target="/ppt/presProps.xml" Id="R1702cf6d808f4072" /><Relationship Type="http://schemas.openxmlformats.org/officeDocument/2006/relationships/tableStyles" Target="/ppt/tableStyles.xml" Id="R81067b9f41e14607" /><Relationship Type="http://schemas.openxmlformats.org/officeDocument/2006/relationships/slide" Target="/ppt/slides/slide1.xml" Id="R9078d8bd636f4e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ef87b8f4ef46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06a28e8d784bf8" /><Relationship Type="http://schemas.openxmlformats.org/officeDocument/2006/relationships/notesMaster" Target="/ppt/notesMasters/notesMaster1.xml" Id="Rfc7e1e21438a41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d0a62d682040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9a07b28b9045da" /><Relationship Type="http://schemas.openxmlformats.org/officeDocument/2006/relationships/slideLayout" Target="/ppt/slideLayouts/slideLayout1.xml" Id="R335ade3122e647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5ade3122e647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69f7360d84d1d" /><Relationship Type="http://schemas.openxmlformats.org/officeDocument/2006/relationships/notesSlide" Target="/ppt/notesSlides/notesSlide1.xml" Id="Rb1191ec140ef4e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E6FABD7D-F035-4458-9D97-E20D405E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4F1A951A-FED4-40E2-A8F3-4CA500E1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EE280EDA-4ACE-410A-8246-61244A6F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683491B9-A380-46CE-A90A-3F10E7EC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Una magnitud física no es su correlato perceptual</a:t>
            </a:r>
          </a:p>
        </p:txBody>
      </p:sp>
      <p:sp>
        <p:nvSpPr>
          <p:cNvPr id="5" name="cell_1_box">
            <a:extLst xmlns:a="http://schemas.openxmlformats.org/drawingml/2006/main">
              <a:ext uri="{FF2B5EF4-FFF2-40B4-BE49-F238E27FC236}">
                <a16:creationId xmlns:a16="http://schemas.microsoft.com/office/drawing/2014/main" id="{1E885713-5DC2-483B-9BA3-C26993AA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24574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ell_2_box">
            <a:extLst xmlns:a="http://schemas.openxmlformats.org/drawingml/2006/main">
              <a:ext uri="{FF2B5EF4-FFF2-40B4-BE49-F238E27FC236}">
                <a16:creationId xmlns:a16="http://schemas.microsoft.com/office/drawing/2014/main" id="{36CD1508-9D4A-4467-9B48-BA6C8CC7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28750"/>
            <a:ext cx="24574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cell_3_box">
            <a:extLst xmlns:a="http://schemas.openxmlformats.org/drawingml/2006/main">
              <a:ext uri="{FF2B5EF4-FFF2-40B4-BE49-F238E27FC236}">
                <a16:creationId xmlns:a16="http://schemas.microsoft.com/office/drawing/2014/main" id="{955C19C6-9D9F-46EB-B03C-7B613D35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28750"/>
            <a:ext cx="24574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cell_4_box">
            <a:extLst xmlns:a="http://schemas.openxmlformats.org/drawingml/2006/main">
              <a:ext uri="{FF2B5EF4-FFF2-40B4-BE49-F238E27FC236}">
                <a16:creationId xmlns:a16="http://schemas.microsoft.com/office/drawing/2014/main" id="{14133219-580E-4E5A-AF54-F6CA195F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28750"/>
            <a:ext cx="24574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ell_5_box">
            <a:extLst xmlns:a="http://schemas.openxmlformats.org/drawingml/2006/main">
              <a:ext uri="{FF2B5EF4-FFF2-40B4-BE49-F238E27FC236}">
                <a16:creationId xmlns:a16="http://schemas.microsoft.com/office/drawing/2014/main" id="{C005D9F6-617E-45B0-97DA-8E3D7F3C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24574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ell_6_box">
            <a:extLst xmlns:a="http://schemas.openxmlformats.org/drawingml/2006/main">
              <a:ext uri="{FF2B5EF4-FFF2-40B4-BE49-F238E27FC236}">
                <a16:creationId xmlns:a16="http://schemas.microsoft.com/office/drawing/2014/main" id="{999B063A-1558-46D7-B10A-ED045363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19500"/>
            <a:ext cx="24574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1" name="cell_7_box">
            <a:extLst xmlns:a="http://schemas.openxmlformats.org/drawingml/2006/main">
              <a:ext uri="{FF2B5EF4-FFF2-40B4-BE49-F238E27FC236}">
                <a16:creationId xmlns:a16="http://schemas.microsoft.com/office/drawing/2014/main" id="{A2BB55C3-3DA4-4E76-AC88-57AC55BA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19500"/>
            <a:ext cx="24574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2" name="cell_8_box">
            <a:extLst xmlns:a="http://schemas.openxmlformats.org/drawingml/2006/main">
              <a:ext uri="{FF2B5EF4-FFF2-40B4-BE49-F238E27FC236}">
                <a16:creationId xmlns:a16="http://schemas.microsoft.com/office/drawing/2014/main" id="{74AD96B2-B8FB-4B5E-99A8-CD979994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0"/>
            <a:ext cx="24574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3" name="cell_1_title">
            <a:extLst xmlns:a="http://schemas.openxmlformats.org/drawingml/2006/main">
              <a:ext uri="{FF2B5EF4-FFF2-40B4-BE49-F238E27FC236}">
                <a16:creationId xmlns:a16="http://schemas.microsoft.com/office/drawing/2014/main" id="{05F789A2-37AE-47EA-BDED-EFA4DA79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7162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Frecuencia,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f</a:t>
            </a:r>
          </a:p>
        </p:txBody>
      </p:sp>
      <p:sp>
        <p:nvSpPr>
          <p:cNvPr id="14" name="cell_1_body">
            <a:extLst xmlns:a="http://schemas.openxmlformats.org/drawingml/2006/main">
              <a:ext uri="{FF2B5EF4-FFF2-40B4-BE49-F238E27FC236}">
                <a16:creationId xmlns:a16="http://schemas.microsoft.com/office/drawing/2014/main" id="{6D6E7ECF-6DE5-46C4-B9E7-BE5EC726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71725"/>
            <a:ext cx="20764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Hz</a:t>
            </a:r>
          </a:p>
        </p:txBody>
      </p:sp>
      <p:sp>
        <p:nvSpPr>
          <p:cNvPr id="15" name="cell_2_title">
            <a:extLst xmlns:a="http://schemas.openxmlformats.org/drawingml/2006/main">
              <a:ext uri="{FF2B5EF4-FFF2-40B4-BE49-F238E27FC236}">
                <a16:creationId xmlns:a16="http://schemas.microsoft.com/office/drawing/2014/main" id="{F549B1EA-DD7C-4CB6-953E-5E0FAE9B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5716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Altura tonal</a:t>
            </a:r>
          </a:p>
        </p:txBody>
      </p:sp>
      <p:sp>
        <p:nvSpPr>
          <p:cNvPr id="16" name="cell_2_body">
            <a:extLst xmlns:a="http://schemas.openxmlformats.org/drawingml/2006/main">
              <a:ext uri="{FF2B5EF4-FFF2-40B4-BE49-F238E27FC236}">
                <a16:creationId xmlns:a16="http://schemas.microsoft.com/office/drawing/2014/main" id="{09F9497E-09B7-46EE-910C-87A320A2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20764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respuesta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perceptual</a:t>
            </a:r>
          </a:p>
        </p:txBody>
      </p:sp>
      <p:sp>
        <p:nvSpPr>
          <p:cNvPr id="17" name="cell_3_title">
            <a:extLst xmlns:a="http://schemas.openxmlformats.org/drawingml/2006/main">
              <a:ext uri="{FF2B5EF4-FFF2-40B4-BE49-F238E27FC236}">
                <a16:creationId xmlns:a16="http://schemas.microsoft.com/office/drawing/2014/main" id="{4F73930C-53C9-4CDD-8BF3-C2CC81DD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716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Nivel, L_p</a:t>
            </a:r>
          </a:p>
        </p:txBody>
      </p:sp>
      <p:sp>
        <p:nvSpPr>
          <p:cNvPr id="18" name="cell_3_body">
            <a:extLst xmlns:a="http://schemas.openxmlformats.org/drawingml/2006/main">
              <a:ext uri="{FF2B5EF4-FFF2-40B4-BE49-F238E27FC236}">
                <a16:creationId xmlns:a16="http://schemas.microsoft.com/office/drawing/2014/main" id="{B8AB3A85-63D0-4583-9183-7FDBF83F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20764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dB SPL</a:t>
            </a:r>
          </a:p>
        </p:txBody>
      </p:sp>
      <p:sp>
        <p:nvSpPr>
          <p:cNvPr id="19" name="cell_4_title">
            <a:extLst xmlns:a="http://schemas.openxmlformats.org/drawingml/2006/main">
              <a:ext uri="{FF2B5EF4-FFF2-40B4-BE49-F238E27FC236}">
                <a16:creationId xmlns:a16="http://schemas.microsoft.com/office/drawing/2014/main" id="{CBD6C06D-A766-45CC-B2C0-BFF24BB1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716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Sonoridad</a:t>
            </a:r>
          </a:p>
        </p:txBody>
      </p:sp>
      <p:sp>
        <p:nvSpPr>
          <p:cNvPr id="20" name="cell_4_body">
            <a:extLst xmlns:a="http://schemas.openxmlformats.org/drawingml/2006/main">
              <a:ext uri="{FF2B5EF4-FFF2-40B4-BE49-F238E27FC236}">
                <a16:creationId xmlns:a16="http://schemas.microsoft.com/office/drawing/2014/main" id="{A476B387-13E1-437A-9279-B2CC6C8D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47875"/>
            <a:ext cx="20764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fon o son</a:t>
            </a:r>
          </a:p>
        </p:txBody>
      </p:sp>
      <p:sp>
        <p:nvSpPr>
          <p:cNvPr id="21" name="cell_5_title">
            <a:extLst xmlns:a="http://schemas.openxmlformats.org/drawingml/2006/main">
              <a:ext uri="{FF2B5EF4-FFF2-40B4-BE49-F238E27FC236}">
                <a16:creationId xmlns:a16="http://schemas.microsoft.com/office/drawing/2014/main" id="{D86EB59F-FB21-4AF9-9B44-54B33749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623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Espectro</a:t>
            </a:r>
          </a:p>
        </p:txBody>
      </p:sp>
      <p:sp>
        <p:nvSpPr>
          <p:cNvPr id="22" name="cell_5_body">
            <a:extLst xmlns:a="http://schemas.openxmlformats.org/drawingml/2006/main">
              <a:ext uri="{FF2B5EF4-FFF2-40B4-BE49-F238E27FC236}">
                <a16:creationId xmlns:a16="http://schemas.microsoft.com/office/drawing/2014/main" id="{AD972A5C-5367-46EF-A4C0-EE63821F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38625"/>
            <a:ext cx="20764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amplitud y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frecuencia</a:t>
            </a:r>
          </a:p>
        </p:txBody>
      </p:sp>
      <p:sp>
        <p:nvSpPr>
          <p:cNvPr id="23" name="cell_6_title">
            <a:extLst xmlns:a="http://schemas.openxmlformats.org/drawingml/2006/main">
              <a:ext uri="{FF2B5EF4-FFF2-40B4-BE49-F238E27FC236}">
                <a16:creationId xmlns:a16="http://schemas.microsoft.com/office/drawing/2014/main" id="{8957F289-713A-4719-8276-7250CD8F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623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Timbre</a:t>
            </a:r>
          </a:p>
        </p:txBody>
      </p:sp>
      <p:sp>
        <p:nvSpPr>
          <p:cNvPr id="24" name="cell_6_body">
            <a:extLst xmlns:a="http://schemas.openxmlformats.org/drawingml/2006/main">
              <a:ext uri="{FF2B5EF4-FFF2-40B4-BE49-F238E27FC236}">
                <a16:creationId xmlns:a16="http://schemas.microsoft.com/office/drawing/2014/main" id="{66211E7F-F57F-4687-9A81-5E37E4CB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38625"/>
            <a:ext cx="20764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atributo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perceptual</a:t>
            </a:r>
          </a:p>
        </p:txBody>
      </p:sp>
      <p:sp>
        <p:nvSpPr>
          <p:cNvPr id="25" name="cell_7_title">
            <a:extLst xmlns:a="http://schemas.openxmlformats.org/drawingml/2006/main">
              <a:ext uri="{FF2B5EF4-FFF2-40B4-BE49-F238E27FC236}">
                <a16:creationId xmlns:a16="http://schemas.microsoft.com/office/drawing/2014/main" id="{B883CCFE-A7CF-478A-9E12-03472DD3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623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Tiempo</a:t>
            </a:r>
          </a:p>
        </p:txBody>
      </p:sp>
      <p:sp>
        <p:nvSpPr>
          <p:cNvPr id="26" name="cell_7_body">
            <a:extLst xmlns:a="http://schemas.openxmlformats.org/drawingml/2006/main">
              <a:ext uri="{FF2B5EF4-FFF2-40B4-BE49-F238E27FC236}">
                <a16:creationId xmlns:a16="http://schemas.microsoft.com/office/drawing/2014/main" id="{FD88EFEA-4967-4688-B81F-913B6012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38625"/>
            <a:ext cx="20764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 o ms</a:t>
            </a:r>
          </a:p>
        </p:txBody>
      </p:sp>
      <p:sp>
        <p:nvSpPr>
          <p:cNvPr id="27" name="cell_8_title">
            <a:extLst xmlns:a="http://schemas.openxmlformats.org/drawingml/2006/main">
              <a:ext uri="{FF2B5EF4-FFF2-40B4-BE49-F238E27FC236}">
                <a16:creationId xmlns:a16="http://schemas.microsoft.com/office/drawing/2014/main" id="{D6A3F10E-E542-4564-B81B-E69E8DA6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62375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Duración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percibida</a:t>
            </a:r>
          </a:p>
        </p:txBody>
      </p:sp>
      <p:sp>
        <p:nvSpPr>
          <p:cNvPr id="28" name="cell_8_body">
            <a:extLst xmlns:a="http://schemas.openxmlformats.org/drawingml/2006/main">
              <a:ext uri="{FF2B5EF4-FFF2-40B4-BE49-F238E27FC236}">
                <a16:creationId xmlns:a16="http://schemas.microsoft.com/office/drawing/2014/main" id="{2CA188B5-4BC0-4F7F-B000-2F8E8E4A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62475"/>
            <a:ext cx="20764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respuesta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temporal</a:t>
            </a:r>
          </a:p>
        </p:txBody>
      </p:sp>
      <p:sp>
        <p:nvSpPr>
          <p:cNvPr id="2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80985F8E-DBC7-4C1A-9887-9F019708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3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76AF22F5-AE50-4C41-9C33-49ADEC2A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334070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2026-08-11T20:46:30.5450000Z</dcterms:created>
  <dcterms:modified xsi:type="dcterms:W3CDTF">2026-08-11T20:46:30.5450000Z</dcterms:modified>
</coreProperties>
</file>