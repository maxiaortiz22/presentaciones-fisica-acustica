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dbb5298dc434b" /><Relationship Type="http://schemas.openxmlformats.org/officeDocument/2006/relationships/extended-properties" Target="/docProps/app.xml" Id="R2269a53552464b58" /><Relationship Type="http://schemas.openxmlformats.org/officeDocument/2006/relationships/officeDocument" Target="/ppt/presentation.xml" Id="R56afea5643824a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c0111c8dd4442"/>
  </p:sldMasterIdLst>
  <p:notesMasterIdLst>
    <p:notesMasterId xmlns:r="http://schemas.openxmlformats.org/officeDocument/2006/relationships" r:id="R431b086c78664ed0"/>
  </p:notesMasterIdLst>
  <p:sldIdLst>
    <p:sldId xmlns:r="http://schemas.openxmlformats.org/officeDocument/2006/relationships" id="256" r:id="R71823f5355184e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9c5fb01168463c" /><Relationship Type="http://schemas.openxmlformats.org/officeDocument/2006/relationships/slideMaster" Target="/ppt/slideMasters/slideMaster1.xml" Id="Rd5bc0111c8dd4442" /><Relationship Type="http://schemas.openxmlformats.org/officeDocument/2006/relationships/notesMaster" Target="/ppt/notesMasters/notesMaster1.xml" Id="R431b086c78664ed0" /><Relationship Type="http://schemas.openxmlformats.org/officeDocument/2006/relationships/presProps" Target="/ppt/presProps.xml" Id="R86a2daba27904b77" /><Relationship Type="http://schemas.openxmlformats.org/officeDocument/2006/relationships/tableStyles" Target="/ppt/tableStyles.xml" Id="R23434c2849c54e47" /><Relationship Type="http://schemas.openxmlformats.org/officeDocument/2006/relationships/slide" Target="/ppt/slides/slide1.xml" Id="R71823f5355184e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cb499596e24d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7ef0ec1d9e46cd" /><Relationship Type="http://schemas.openxmlformats.org/officeDocument/2006/relationships/notesMaster" Target="/ppt/notesMasters/notesMaster1.xml" Id="Rf8860356006448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28047a73f4c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6edc72f124b34" /><Relationship Type="http://schemas.openxmlformats.org/officeDocument/2006/relationships/slideLayout" Target="/ppt/slideLayouts/slideLayout1.xml" Id="R012cb0363e0b44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2cb0363e0b44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46d86c8d94775" /><Relationship Type="http://schemas.openxmlformats.org/officeDocument/2006/relationships/notesSlide" Target="/ppt/notesSlides/notesSlide1.xml" Id="R664a183790d94a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0BC6FD4-1F05-4270-BB0A-8B814273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AABA9F7-9D9D-45CE-8FE2-55DAD103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3DF887D-B3F0-4052-8CF1-61180FB8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B5477EA-2D65-4086-9F6F-7FE32832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Cada punto isofónico surge de una comparación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47CCBA9E-F4B4-4679-A11C-018D54E6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5908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A6508D7A-AC88-4B5F-B0C3-A5F327E1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28750"/>
            <a:ext cx="25908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79C97FA1-A38B-4389-843E-2C5E0058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5908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16341E5B-8546-4C86-B2F4-A94BBE5D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00500"/>
            <a:ext cx="46005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age_5_box">
            <a:extLst xmlns:a="http://schemas.openxmlformats.org/drawingml/2006/main">
              <a:ext uri="{FF2B5EF4-FFF2-40B4-BE49-F238E27FC236}">
                <a16:creationId xmlns:a16="http://schemas.microsoft.com/office/drawing/2014/main" id="{A71B0BA4-F8BB-4FA6-9779-37BA8F2B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6005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9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2214563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91400" y="2214563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110663" y="3000375"/>
            <a:ext cx="1004888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381625" y="4786313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C399A8BD-2919-44BE-9CC7-8126989F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Referencia</a:t>
            </a:r>
          </a:p>
        </p:txBody>
      </p:sp>
      <p:sp>
        <p:nvSpPr>
          <p:cNvPr id="15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5BE5F6BB-1F0E-4E57-9938-C94FCBFA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2209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1 kHz</a:t>
            </a:r>
          </a:p>
        </p:txBody>
      </p:sp>
      <p:sp>
        <p:nvSpPr>
          <p:cNvPr id="16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CC40068E-B9C2-454A-BE39-5CD76FD9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71625"/>
            <a:ext cx="220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Tono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prueba</a:t>
            </a:r>
          </a:p>
        </p:txBody>
      </p:sp>
      <p:sp>
        <p:nvSpPr>
          <p:cNvPr id="17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8E67ACB0-0D78-416F-BBEA-9CF69A02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otra frecuencia</a:t>
            </a:r>
          </a:p>
        </p:txBody>
      </p:sp>
      <p:sp>
        <p:nvSpPr>
          <p:cNvPr id="18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BF2C6085-3708-4783-9AD7-45026A02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716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Ajuste</a:t>
            </a:r>
          </a:p>
        </p:txBody>
      </p:sp>
      <p:sp>
        <p:nvSpPr>
          <p:cNvPr id="19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DE19C5F4-96B2-4580-8C0C-827FE21F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209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cambiar nivel</a:t>
            </a:r>
          </a:p>
        </p:txBody>
      </p:sp>
      <p:sp>
        <p:nvSpPr>
          <p:cNvPr id="20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D2FB0D49-4B16-422F-81F3-898FF22E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43375"/>
            <a:ext cx="4219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Juicio</a:t>
            </a:r>
          </a:p>
        </p:txBody>
      </p:sp>
      <p:sp>
        <p:nvSpPr>
          <p:cNvPr id="21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AA631605-8C74-48B1-9C9A-811D2B9B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9625"/>
            <a:ext cx="42195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igual sonoridad</a:t>
            </a:r>
          </a:p>
        </p:txBody>
      </p:sp>
      <p:sp>
        <p:nvSpPr>
          <p:cNvPr id="22" name="stage_5_title">
            <a:extLst xmlns:a="http://schemas.openxmlformats.org/drawingml/2006/main">
              <a:ext uri="{FF2B5EF4-FFF2-40B4-BE49-F238E27FC236}">
                <a16:creationId xmlns:a16="http://schemas.microsoft.com/office/drawing/2014/main" id="{76CB6901-8AC9-4E08-B7BB-D1D8D34E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4219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Punto</a:t>
            </a:r>
          </a:p>
        </p:txBody>
      </p:sp>
      <p:sp>
        <p:nvSpPr>
          <p:cNvPr id="23" name="stage_5_body">
            <a:extLst xmlns:a="http://schemas.openxmlformats.org/drawingml/2006/main">
              <a:ext uri="{FF2B5EF4-FFF2-40B4-BE49-F238E27FC236}">
                <a16:creationId xmlns:a16="http://schemas.microsoft.com/office/drawing/2014/main" id="{947088B3-0A5E-4B60-8E34-71DEE027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9625"/>
            <a:ext cx="42195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registrar y repetir</a:t>
            </a:r>
          </a:p>
        </p:txBody>
      </p:sp>
      <p:sp>
        <p:nvSpPr>
          <p:cNvPr id="24" name="label_1">
            <a:extLst xmlns:a="http://schemas.openxmlformats.org/drawingml/2006/main">
              <a:ext uri="{FF2B5EF4-FFF2-40B4-BE49-F238E27FC236}">
                <a16:creationId xmlns:a16="http://schemas.microsoft.com/office/drawing/2014/main" id="{2E0F22BA-543A-4EEB-AD77-486BAE1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621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D3D3D"/>
                </a:solidFill>
              </a:defRPr>
            </a:pPr>
            <a:r>
              <a:rPr sz="2025" b="0">
                <a:solidFill>
                  <a:srgbClr val="3D3D3D"/>
                </a:solidFill>
              </a:rPr>
              <a:t>comparar</a:t>
            </a:r>
          </a:p>
        </p:txBody>
      </p:sp>
      <p:sp>
        <p:nvSpPr>
          <p:cNvPr id="25" name="label_2">
            <a:extLst xmlns:a="http://schemas.openxmlformats.org/drawingml/2006/main">
              <a:ext uri="{FF2B5EF4-FFF2-40B4-BE49-F238E27FC236}">
                <a16:creationId xmlns:a16="http://schemas.microsoft.com/office/drawing/2014/main" id="{0139968C-9206-4552-A6D8-5328DF16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621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D3D3D"/>
                </a:solidFill>
              </a:defRPr>
            </a:pPr>
            <a:r>
              <a:rPr sz="2025" b="0">
                <a:solidFill>
                  <a:srgbClr val="3D3D3D"/>
                </a:solidFill>
              </a:rPr>
              <a:t>ajustar</a:t>
            </a:r>
          </a:p>
        </p:txBody>
      </p:sp>
      <p:sp>
        <p:nvSpPr>
          <p:cNvPr id="26" name="label_3">
            <a:extLst xmlns:a="http://schemas.openxmlformats.org/drawingml/2006/main">
              <a:ext uri="{FF2B5EF4-FFF2-40B4-BE49-F238E27FC236}">
                <a16:creationId xmlns:a16="http://schemas.microsoft.com/office/drawing/2014/main" id="{1B5FE251-FFE0-4A12-9737-ADC9ADC5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413" y="3286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D3D3D"/>
                </a:solidFill>
              </a:defRPr>
            </a:pPr>
            <a:r>
              <a:rPr sz="2025" b="0">
                <a:solidFill>
                  <a:srgbClr val="3D3D3D"/>
                </a:solidFill>
              </a:rPr>
              <a:t>igualar</a:t>
            </a:r>
          </a:p>
        </p:txBody>
      </p:sp>
      <p:sp>
        <p:nvSpPr>
          <p:cNvPr id="27" name="label_4">
            <a:extLst xmlns:a="http://schemas.openxmlformats.org/drawingml/2006/main">
              <a:ext uri="{FF2B5EF4-FFF2-40B4-BE49-F238E27FC236}">
                <a16:creationId xmlns:a16="http://schemas.microsoft.com/office/drawing/2014/main" id="{C56886F9-0E15-4A34-8E02-05CA8205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33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D3D3D"/>
                </a:solidFill>
              </a:defRPr>
            </a:pPr>
            <a:r>
              <a:rPr sz="2025" b="0">
                <a:solidFill>
                  <a:srgbClr val="3D3D3D"/>
                </a:solidFill>
              </a:rPr>
              <a:t>repetir</a:t>
            </a:r>
          </a:p>
        </p:txBody>
      </p:sp>
      <p:sp>
        <p:nvSpPr>
          <p:cNvPr id="28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A65B173-E750-4D38-AF3D-3B27862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5767773-73AF-4DB4-9E95-86861094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655930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2026-08-11T20:46:38.5470000Z</dcterms:created>
  <dcterms:modified xsi:type="dcterms:W3CDTF">2026-08-11T20:46:38.5470000Z</dcterms:modified>
</coreProperties>
</file>