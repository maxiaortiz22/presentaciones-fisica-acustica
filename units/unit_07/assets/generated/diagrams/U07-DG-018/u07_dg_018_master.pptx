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81a0e3c3a841d6" /><Relationship Type="http://schemas.openxmlformats.org/officeDocument/2006/relationships/extended-properties" Target="/docProps/app.xml" Id="Ref00aa361d444be2" /><Relationship Type="http://schemas.openxmlformats.org/officeDocument/2006/relationships/officeDocument" Target="/ppt/presentation.xml" Id="R0ef8662c243044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3e695e573a4312"/>
  </p:sldMasterIdLst>
  <p:notesMasterIdLst>
    <p:notesMasterId xmlns:r="http://schemas.openxmlformats.org/officeDocument/2006/relationships" r:id="R3506e0507ab24cd5"/>
  </p:notesMasterIdLst>
  <p:sldIdLst>
    <p:sldId xmlns:r="http://schemas.openxmlformats.org/officeDocument/2006/relationships" id="256" r:id="Rccc4e8d77e0d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d4468700094014" /><Relationship Type="http://schemas.openxmlformats.org/officeDocument/2006/relationships/slideMaster" Target="/ppt/slideMasters/slideMaster1.xml" Id="R6b3e695e573a4312" /><Relationship Type="http://schemas.openxmlformats.org/officeDocument/2006/relationships/notesMaster" Target="/ppt/notesMasters/notesMaster1.xml" Id="R3506e0507ab24cd5" /><Relationship Type="http://schemas.openxmlformats.org/officeDocument/2006/relationships/presProps" Target="/ppt/presProps.xml" Id="R38eb494771454a17" /><Relationship Type="http://schemas.openxmlformats.org/officeDocument/2006/relationships/tableStyles" Target="/ppt/tableStyles.xml" Id="R6eea0ba3b6254d0c" /><Relationship Type="http://schemas.openxmlformats.org/officeDocument/2006/relationships/slide" Target="/ppt/slides/slide1.xml" Id="Rccc4e8d77e0d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eeec13bff64c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68615c26f14199" /><Relationship Type="http://schemas.openxmlformats.org/officeDocument/2006/relationships/notesMaster" Target="/ppt/notesMasters/notesMaster1.xml" Id="Rfd629b5b9bcb4d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25ed3987648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8092a92cfa42b0" /><Relationship Type="http://schemas.openxmlformats.org/officeDocument/2006/relationships/slideLayout" Target="/ppt/slideLayouts/slideLayout1.xml" Id="R0ad815c044e841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d815c044e841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9229a3d7b41cd" /><Relationship Type="http://schemas.openxmlformats.org/officeDocument/2006/relationships/notesSlide" Target="/ppt/notesSlides/notesSlide1.xml" Id="R7d3b9ec6afb04e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A14AD24-0601-4659-817B-38D5D185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21C6274-4D99-4C23-80C9-6AEF4544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2F816F07-3047-4029-97CB-20DA1C9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76ED422-536E-4D3E-9B3E-BDD42386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Enmascaramiento simultáneo significa superposición temporal</a:t>
            </a:r>
          </a:p>
        </p:txBody>
      </p:sp>
      <p:sp>
        <p:nvSpPr>
          <p:cNvPr id="5" name="time_1_box">
            <a:extLst xmlns:a="http://schemas.openxmlformats.org/drawingml/2006/main">
              <a:ext uri="{FF2B5EF4-FFF2-40B4-BE49-F238E27FC236}">
                <a16:creationId xmlns:a16="http://schemas.microsoft.com/office/drawing/2014/main" id="{12756EC5-1C66-40E1-8D0C-B46294FE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3257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time_2_box">
            <a:extLst xmlns:a="http://schemas.openxmlformats.org/drawingml/2006/main">
              <a:ext uri="{FF2B5EF4-FFF2-40B4-BE49-F238E27FC236}">
                <a16:creationId xmlns:a16="http://schemas.microsoft.com/office/drawing/2014/main" id="{74EE1451-EFC2-4455-992E-73B298BA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47875"/>
            <a:ext cx="3257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time_3_box">
            <a:extLst xmlns:a="http://schemas.openxmlformats.org/drawingml/2006/main">
              <a:ext uri="{FF2B5EF4-FFF2-40B4-BE49-F238E27FC236}">
                <a16:creationId xmlns:a16="http://schemas.microsoft.com/office/drawing/2014/main" id="{01AE4123-64AC-48AD-BEF9-C9FB6391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47875"/>
            <a:ext cx="3257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5" name="time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38600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6" name="time_edge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24775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time_1_title">
            <a:extLst xmlns:a="http://schemas.openxmlformats.org/drawingml/2006/main">
              <a:ext uri="{FF2B5EF4-FFF2-40B4-BE49-F238E27FC236}">
                <a16:creationId xmlns:a16="http://schemas.microsoft.com/office/drawing/2014/main" id="{B3C566F3-E02B-44A3-8E43-1E622D1D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Objetivo</a:t>
            </a:r>
          </a:p>
        </p:txBody>
      </p:sp>
      <p:sp>
        <p:nvSpPr>
          <p:cNvPr id="11" name="time_1_body">
            <a:extLst xmlns:a="http://schemas.openxmlformats.org/drawingml/2006/main">
              <a:ext uri="{FF2B5EF4-FFF2-40B4-BE49-F238E27FC236}">
                <a16:creationId xmlns:a16="http://schemas.microsoft.com/office/drawing/2014/main" id="{BE8830E5-9D11-439B-8978-56EA4992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2876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activo</a:t>
            </a:r>
          </a:p>
        </p:txBody>
      </p:sp>
      <p:sp>
        <p:nvSpPr>
          <p:cNvPr id="12" name="time_2_title">
            <a:extLst xmlns:a="http://schemas.openxmlformats.org/drawingml/2006/main">
              <a:ext uri="{FF2B5EF4-FFF2-40B4-BE49-F238E27FC236}">
                <a16:creationId xmlns:a16="http://schemas.microsoft.com/office/drawing/2014/main" id="{58A83E54-F837-46D7-817C-9AC7E5C8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Máscara</a:t>
            </a:r>
          </a:p>
        </p:txBody>
      </p:sp>
      <p:sp>
        <p:nvSpPr>
          <p:cNvPr id="13" name="time_2_body">
            <a:extLst xmlns:a="http://schemas.openxmlformats.org/drawingml/2006/main">
              <a:ext uri="{FF2B5EF4-FFF2-40B4-BE49-F238E27FC236}">
                <a16:creationId xmlns:a16="http://schemas.microsoft.com/office/drawing/2014/main" id="{E2B9BD4C-385F-47B2-AFD5-E8C5ACF7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67000"/>
            <a:ext cx="2876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activa</a:t>
            </a:r>
          </a:p>
        </p:txBody>
      </p:sp>
      <p:sp>
        <p:nvSpPr>
          <p:cNvPr id="14" name="time_3_title">
            <a:extLst xmlns:a="http://schemas.openxmlformats.org/drawingml/2006/main">
              <a:ext uri="{FF2B5EF4-FFF2-40B4-BE49-F238E27FC236}">
                <a16:creationId xmlns:a16="http://schemas.microsoft.com/office/drawing/2014/main" id="{0E714DCD-FEDD-4CD1-9225-3DD41FF6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Solapamiento</a:t>
            </a:r>
          </a:p>
        </p:txBody>
      </p:sp>
      <p:sp>
        <p:nvSpPr>
          <p:cNvPr id="15" name="time_3_body">
            <a:extLst xmlns:a="http://schemas.openxmlformats.org/drawingml/2006/main">
              <a:ext uri="{FF2B5EF4-FFF2-40B4-BE49-F238E27FC236}">
                <a16:creationId xmlns:a16="http://schemas.microsoft.com/office/drawing/2014/main" id="{ED17E3F1-59EB-4D7C-8BC4-CFE716C8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2876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misma ventana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temporal</a:t>
            </a:r>
          </a:p>
        </p:txBody>
      </p:sp>
      <p:sp>
        <p:nvSpPr>
          <p:cNvPr id="1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D918E5DD-36B4-499A-ADC0-EBD82A68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43777CC-33E6-45FC-A51C-2D769F50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98284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2026-08-11T20:46:45.6260000Z</dcterms:created>
  <dcterms:modified xsi:type="dcterms:W3CDTF">2026-08-11T20:46:45.6260000Z</dcterms:modified>
</coreProperties>
</file>