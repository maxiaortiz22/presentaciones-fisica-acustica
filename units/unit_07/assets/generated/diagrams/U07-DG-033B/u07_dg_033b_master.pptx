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d287368ace4e54" /><Relationship Type="http://schemas.openxmlformats.org/officeDocument/2006/relationships/extended-properties" Target="/docProps/app.xml" Id="R59cc4dfc02d0484f" /><Relationship Type="http://schemas.openxmlformats.org/officeDocument/2006/relationships/officeDocument" Target="/ppt/presentation.xml" Id="Ra0349be67b5042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c7854ed0254528"/>
  </p:sldMasterIdLst>
  <p:notesMasterIdLst>
    <p:notesMasterId xmlns:r="http://schemas.openxmlformats.org/officeDocument/2006/relationships" r:id="Rc352eb9f7280471b"/>
  </p:notesMasterIdLst>
  <p:sldIdLst>
    <p:sldId xmlns:r="http://schemas.openxmlformats.org/officeDocument/2006/relationships" id="256" r:id="R98baa2bf572d41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4c6a24b0ff4cff" /><Relationship Type="http://schemas.openxmlformats.org/officeDocument/2006/relationships/slideMaster" Target="/ppt/slideMasters/slideMaster1.xml" Id="Re9c7854ed0254528" /><Relationship Type="http://schemas.openxmlformats.org/officeDocument/2006/relationships/notesMaster" Target="/ppt/notesMasters/notesMaster1.xml" Id="Rc352eb9f7280471b" /><Relationship Type="http://schemas.openxmlformats.org/officeDocument/2006/relationships/presProps" Target="/ppt/presProps.xml" Id="R792922a74ac0494b" /><Relationship Type="http://schemas.openxmlformats.org/officeDocument/2006/relationships/tableStyles" Target="/ppt/tableStyles.xml" Id="R433d5da69c83459b" /><Relationship Type="http://schemas.openxmlformats.org/officeDocument/2006/relationships/slide" Target="/ppt/slides/slide1.xml" Id="R98baa2bf572d41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a8d21e4f2145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712de24bee4914" /><Relationship Type="http://schemas.openxmlformats.org/officeDocument/2006/relationships/notesMaster" Target="/ppt/notesMasters/notesMaster1.xml" Id="R0a569ba6aea646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4d772d24b34e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21529185fd47c4" /><Relationship Type="http://schemas.openxmlformats.org/officeDocument/2006/relationships/slideLayout" Target="/ppt/slideLayouts/slideLayout1.xml" Id="R519357546ff041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9357546ff041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c311e596d4174" /><Relationship Type="http://schemas.openxmlformats.org/officeDocument/2006/relationships/notesSlide" Target="/ppt/notesSlides/notesSlide1.xml" Id="R28d300b9354840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3CA61A51-4A37-44F6-B620-4D6A122E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A7427D1F-D4FE-4538-BCB1-4C054A7D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15D24B2A-E46B-448F-BC65-AA49D345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493BE662-0053-4DCF-9E75-F89B1400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Camino físico, retardo y respuesta son niveles distintos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2E685BFA-F2A8-4067-A9FC-BFCEB715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0F3BB38C-527A-4AF7-A3ED-FF07A941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E3CAA45D-9B01-4A62-A7DD-C4AADD8C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9D421288-3A1D-4DBD-A28E-15618B9A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241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6197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153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DB7FFDBD-8023-4FA4-9122-69FBA589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Geometría</a:t>
            </a:r>
          </a:p>
        </p:txBody>
      </p:sp>
      <p:sp>
        <p:nvSpPr>
          <p:cNvPr id="13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2B795B70-2E35-4C93-95DF-7CE58300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r_d y r_r</a:t>
            </a:r>
          </a:p>
        </p:txBody>
      </p:sp>
      <p:sp>
        <p:nvSpPr>
          <p:cNvPr id="14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818384FB-0307-4615-993B-39495CE9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Retardo</a:t>
            </a:r>
          </a:p>
        </p:txBody>
      </p:sp>
      <p:sp>
        <p:nvSpPr>
          <p:cNvPr id="15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9C5CA22A-DEF5-460A-BCA0-DB5600BF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Δt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calculado</a:t>
            </a:r>
          </a:p>
        </p:txBody>
      </p:sp>
      <p:sp>
        <p:nvSpPr>
          <p:cNvPr id="16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BA90B63F-0B7E-4A86-8D19-85B105DF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Caso</a:t>
            </a:r>
          </a:p>
        </p:txBody>
      </p:sp>
      <p:sp>
        <p:nvSpPr>
          <p:cNvPr id="17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BBBD7492-8933-4F39-8231-C9B61540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nivel ·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señal ·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tarea</a:t>
            </a:r>
          </a:p>
        </p:txBody>
      </p:sp>
      <p:sp>
        <p:nvSpPr>
          <p:cNvPr id="18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FEF831C3-C253-408F-8E01-439C5122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Respuesta</a:t>
            </a:r>
          </a:p>
        </p:txBody>
      </p:sp>
      <p:sp>
        <p:nvSpPr>
          <p:cNvPr id="19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EB066057-5DE4-4F17-9110-CB8783EA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fusión ·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localización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· eco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6E2AD05B-3EBF-4AA8-9347-10D5D0E0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F8B08C47-036B-495F-AF20-A6FE5F5F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9279740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2026-08-11T20:53:00.9200000Z</dcterms:created>
  <dcterms:modified xsi:type="dcterms:W3CDTF">2026-08-11T20:53:00.9200000Z</dcterms:modified>
</coreProperties>
</file>