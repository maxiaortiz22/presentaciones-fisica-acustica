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dfa40083ed44a6" /><Relationship Type="http://schemas.openxmlformats.org/officeDocument/2006/relationships/extended-properties" Target="/docProps/app.xml" Id="Ra69dac85b3fd4e4f" /><Relationship Type="http://schemas.openxmlformats.org/officeDocument/2006/relationships/officeDocument" Target="/ppt/presentation.xml" Id="R7a3c7c0f101b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7265de6c2b4310"/>
  </p:sldMasterIdLst>
  <p:notesMasterIdLst>
    <p:notesMasterId xmlns:r="http://schemas.openxmlformats.org/officeDocument/2006/relationships" r:id="Rd278be6da2b44c02"/>
  </p:notesMasterIdLst>
  <p:sldIdLst>
    <p:sldId xmlns:r="http://schemas.openxmlformats.org/officeDocument/2006/relationships" id="256" r:id="Rfc04351724bf4a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7b3061afd54a9b" /><Relationship Type="http://schemas.openxmlformats.org/officeDocument/2006/relationships/slideMaster" Target="/ppt/slideMasters/slideMaster1.xml" Id="Rd17265de6c2b4310" /><Relationship Type="http://schemas.openxmlformats.org/officeDocument/2006/relationships/notesMaster" Target="/ppt/notesMasters/notesMaster1.xml" Id="Rd278be6da2b44c02" /><Relationship Type="http://schemas.openxmlformats.org/officeDocument/2006/relationships/presProps" Target="/ppt/presProps.xml" Id="R4122e95080a14217" /><Relationship Type="http://schemas.openxmlformats.org/officeDocument/2006/relationships/tableStyles" Target="/ppt/tableStyles.xml" Id="R78a4d35f1a4543e9" /><Relationship Type="http://schemas.openxmlformats.org/officeDocument/2006/relationships/slide" Target="/ppt/slides/slide1.xml" Id="Rfc04351724bf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518a106e22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34b0691874a94" /><Relationship Type="http://schemas.openxmlformats.org/officeDocument/2006/relationships/notesMaster" Target="/ppt/notesMasters/notesMaster1.xml" Id="R943c516c26bb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50b13385643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bf23545a1044ed" /><Relationship Type="http://schemas.openxmlformats.org/officeDocument/2006/relationships/slideLayout" Target="/ppt/slideLayouts/slideLayout1.xml" Id="Rba0979bb6edf4a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0979bb6edf4a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e23e8f38499b" /><Relationship Type="http://schemas.openxmlformats.org/officeDocument/2006/relationships/notesSlide" Target="/ppt/notesSlides/notesSlide1.xml" Id="R94e70432aad748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3686395-8855-4A4F-A342-57132F1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FD29A62-CD69-4710-B6F5-FA335671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958B049-F5FD-49A4-875D-9671CF5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CA18D44-6EBC-4C3F-B275-12356E42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referencia de 1 kHz conecta fones y sones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BFDCE072-218C-4C7C-8EA1-5F0CB53F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72801C9B-14AE-4074-A342-2EB44B6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64CCA75-139D-4E91-948E-643277E9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6A572B62-5304-4B1F-B578-15831385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5DEF41C5-5F49-415D-B078-98479BEC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Tono de 1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kHz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42285C0-D95F-42B3-A2BE-10B50A29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conocido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9249E427-6878-4101-AE78-D0AEFA74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Igualar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sonoridad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EA8D61F4-53D9-4277-ADEB-978D044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DB40DAF6-6077-47F6-8F6A-DD97B4F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Asignar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L_N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6D86ECE0-5AE5-4473-8314-932F3D74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valor en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fon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9B6F991A-5489-47FA-8F88-D614378C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Referencia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 razón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FC9D6E4F-89C7-491D-A090-D00FE4B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40 fon ↔ 1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BFDD81B-E74F-43E0-8EDF-59193D3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1707A76-20F1-49B7-B35B-598EBCD7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76739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2026-08-11T20:46:41.3240000Z</dcterms:created>
  <dcterms:modified xsi:type="dcterms:W3CDTF">2026-08-11T20:46:41.3240000Z</dcterms:modified>
</coreProperties>
</file>