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61620c1944edb" /><Relationship Type="http://schemas.openxmlformats.org/officeDocument/2006/relationships/extended-properties" Target="/docProps/app.xml" Id="R2b71fddacc384bd2" /><Relationship Type="http://schemas.openxmlformats.org/officeDocument/2006/relationships/officeDocument" Target="/ppt/presentation.xml" Id="Rcdec2086e31d42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a763dfdf14669"/>
  </p:sldMasterIdLst>
  <p:notesMasterIdLst>
    <p:notesMasterId xmlns:r="http://schemas.openxmlformats.org/officeDocument/2006/relationships" r:id="R466377e2823b4408"/>
  </p:notesMasterIdLst>
  <p:sldIdLst>
    <p:sldId xmlns:r="http://schemas.openxmlformats.org/officeDocument/2006/relationships" id="256" r:id="R34ee12b53dca4c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421339a7224a20" /><Relationship Type="http://schemas.openxmlformats.org/officeDocument/2006/relationships/slideMaster" Target="/ppt/slideMasters/slideMaster1.xml" Id="R4a2a763dfdf14669" /><Relationship Type="http://schemas.openxmlformats.org/officeDocument/2006/relationships/notesMaster" Target="/ppt/notesMasters/notesMaster1.xml" Id="R466377e2823b4408" /><Relationship Type="http://schemas.openxmlformats.org/officeDocument/2006/relationships/presProps" Target="/ppt/presProps.xml" Id="R7cf63badd48e48e1" /><Relationship Type="http://schemas.openxmlformats.org/officeDocument/2006/relationships/tableStyles" Target="/ppt/tableStyles.xml" Id="R357c923465bc4e5f" /><Relationship Type="http://schemas.openxmlformats.org/officeDocument/2006/relationships/slide" Target="/ppt/slides/slide1.xml" Id="R34ee12b53dca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6de5f50044d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d4ca206484222" /><Relationship Type="http://schemas.openxmlformats.org/officeDocument/2006/relationships/notesMaster" Target="/ppt/notesMasters/notesMaster1.xml" Id="Rc6ad12ecf26c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31950b2cb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366ab88744dbb" /><Relationship Type="http://schemas.openxmlformats.org/officeDocument/2006/relationships/slideLayout" Target="/ppt/slideLayouts/slideLayout1.xml" Id="Ra1675d32103e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675d32103e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96a2c192c4c61" /><Relationship Type="http://schemas.openxmlformats.org/officeDocument/2006/relationships/notesSlide" Target="/ppt/notesSlides/notesSlide1.xml" Id="Rd192684ff04f47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D13241A-9828-4369-84BE-4B5B3003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2ACEEE6-C099-4950-B53F-5C49E29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728BC6E-D846-43C9-B59C-122A86EA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60C9EBC-B079-4087-8191-0C73385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filtro es un modelo intermedio, no una decisión perceptual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82A5CEEB-0F25-45E0-8031-F7DF96A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4B168E32-7961-4785-9906-B7F324A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26A6AA0C-EC74-45E5-8F72-1FC7CA8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016E9818-99F8-467A-987E-488465E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FF9DD342-6F26-4F04-9B86-0647A0E0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Estímulo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9D350AC-FCDB-4EB9-8B8B-6B51A97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288EB84C-F678-415F-A355-5FAE69A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Canal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auditivo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ACB87AAC-1804-4136-83B1-B7EC629C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pondera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energía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F859F6FA-1080-4615-891B-5C061EA2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Salida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interna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9D2DA02A-0CBD-4C2F-A153-0B06793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depende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f_c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ancho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401E4F92-782F-4B1E-8444-C16A09F2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Tarea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E9E408A2-2C52-473D-A5AE-96D26B0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detectar 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comparar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CC7B312-004C-4159-AEBF-0CA936F3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D04AF42-19EE-43C1-BF05-4CA818F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98475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2026-08-11T20:46:47.7720000Z</dcterms:created>
  <dcterms:modified xsi:type="dcterms:W3CDTF">2026-08-11T20:46:47.7720000Z</dcterms:modified>
</coreProperties>
</file>