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9d9da0b1664365" /><Relationship Type="http://schemas.openxmlformats.org/officeDocument/2006/relationships/extended-properties" Target="/docProps/app.xml" Id="R17ce5afb3f02405c" /><Relationship Type="http://schemas.openxmlformats.org/officeDocument/2006/relationships/officeDocument" Target="/ppt/presentation.xml" Id="R35bc8dbd409d40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a2930d38b944b9"/>
  </p:sldMasterIdLst>
  <p:notesMasterIdLst>
    <p:notesMasterId xmlns:r="http://schemas.openxmlformats.org/officeDocument/2006/relationships" r:id="R2b76a0184f914013"/>
  </p:notesMasterIdLst>
  <p:sldIdLst>
    <p:sldId xmlns:r="http://schemas.openxmlformats.org/officeDocument/2006/relationships" id="256" r:id="Rd3f5622e6d2c45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be596b7f3246cb" /><Relationship Type="http://schemas.openxmlformats.org/officeDocument/2006/relationships/slideMaster" Target="/ppt/slideMasters/slideMaster1.xml" Id="R63a2930d38b944b9" /><Relationship Type="http://schemas.openxmlformats.org/officeDocument/2006/relationships/notesMaster" Target="/ppt/notesMasters/notesMaster1.xml" Id="R2b76a0184f914013" /><Relationship Type="http://schemas.openxmlformats.org/officeDocument/2006/relationships/presProps" Target="/ppt/presProps.xml" Id="Rf1bc17237432451b" /><Relationship Type="http://schemas.openxmlformats.org/officeDocument/2006/relationships/tableStyles" Target="/ppt/tableStyles.xml" Id="R7c838a3a68d84c43" /><Relationship Type="http://schemas.openxmlformats.org/officeDocument/2006/relationships/slide" Target="/ppt/slides/slide1.xml" Id="Rd3f5622e6d2c45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94df70f03948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92a1e95c3c4f88" /><Relationship Type="http://schemas.openxmlformats.org/officeDocument/2006/relationships/notesMaster" Target="/ppt/notesMasters/notesMaster1.xml" Id="R9ef47d96698d4d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ad6c7454ec4d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8db9e5d9b947f7" /><Relationship Type="http://schemas.openxmlformats.org/officeDocument/2006/relationships/slideLayout" Target="/ppt/slideLayouts/slideLayout1.xml" Id="Reb6a5ffee47b49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6a5ffee47b49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db95103a042bb" /><Relationship Type="http://schemas.openxmlformats.org/officeDocument/2006/relationships/notesSlide" Target="/ppt/notesSlides/notesSlide1.xml" Id="R1864774295c643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092325F8-F852-41A1-8944-FBC2DB2C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D09C7FB6-721B-4442-A06A-4778FEC2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798C1E97-BD53-441B-B2D8-84E466F8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C2B1A3A7-251A-4915-8A06-5527AA0B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En un aula, señal, ambiente y tarea interactúan</a:t>
            </a:r>
          </a:p>
        </p:txBody>
      </p:sp>
      <p:sp>
        <p:nvSpPr>
          <p:cNvPr id="5" name="spatial_1_box">
            <a:extLst xmlns:a="http://schemas.openxmlformats.org/drawingml/2006/main">
              <a:ext uri="{FF2B5EF4-FFF2-40B4-BE49-F238E27FC236}">
                <a16:creationId xmlns:a16="http://schemas.microsoft.com/office/drawing/2014/main" id="{4578293C-0104-433F-9C4D-87B19F3C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86000"/>
            <a:ext cx="2667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patial_2_box">
            <a:extLst xmlns:a="http://schemas.openxmlformats.org/drawingml/2006/main">
              <a:ext uri="{FF2B5EF4-FFF2-40B4-BE49-F238E27FC236}">
                <a16:creationId xmlns:a16="http://schemas.microsoft.com/office/drawing/2014/main" id="{1AECDB63-4507-4523-9ED8-EA5EE0D0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90625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spatial_3_box">
            <a:extLst xmlns:a="http://schemas.openxmlformats.org/drawingml/2006/main">
              <a:ext uri="{FF2B5EF4-FFF2-40B4-BE49-F238E27FC236}">
                <a16:creationId xmlns:a16="http://schemas.microsoft.com/office/drawing/2014/main" id="{51E8ED3D-AE2B-4B93-9371-A3E95ADD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190625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spatial_4_box">
            <a:extLst xmlns:a="http://schemas.openxmlformats.org/drawingml/2006/main">
              <a:ext uri="{FF2B5EF4-FFF2-40B4-BE49-F238E27FC236}">
                <a16:creationId xmlns:a16="http://schemas.microsoft.com/office/drawing/2014/main" id="{1041E122-5282-45BF-A741-07FE1142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spatial_5_box">
            <a:extLst xmlns:a="http://schemas.openxmlformats.org/drawingml/2006/main">
              <a:ext uri="{FF2B5EF4-FFF2-40B4-BE49-F238E27FC236}">
                <a16:creationId xmlns:a16="http://schemas.microsoft.com/office/drawing/2014/main" id="{1A82DD3A-FDFE-4962-B0AD-4AF7290E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spatial_6_box">
            <a:extLst xmlns:a="http://schemas.openxmlformats.org/drawingml/2006/main">
              <a:ext uri="{FF2B5EF4-FFF2-40B4-BE49-F238E27FC236}">
                <a16:creationId xmlns:a16="http://schemas.microsoft.com/office/drawing/2014/main" id="{7107B792-DEBF-4193-B753-A5AF6FEA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81500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40" name="spatial_edge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14750" y="2000250"/>
            <a:ext cx="104775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</a:ln>
        </p:spPr>
      </p:cxnSp>
      <p:cxnSp>
        <p:nvCxnSpPr>
          <p:cNvPr id="41" name="spatial_edge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7429500" y="2000250"/>
            <a:ext cx="104775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</a:ln>
        </p:spPr>
      </p:cxnSp>
      <p:cxnSp>
        <p:nvCxnSpPr>
          <p:cNvPr id="42" name="spatial_edge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714750" y="3286125"/>
            <a:ext cx="1047750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</a:ln>
        </p:spPr>
      </p:cxnSp>
      <p:cxnSp>
        <p:nvCxnSpPr>
          <p:cNvPr id="43" name="spatial_edge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7429500" y="3286125"/>
            <a:ext cx="1047750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</a:ln>
        </p:spPr>
      </p:cxnSp>
      <p:cxnSp>
        <p:nvCxnSpPr>
          <p:cNvPr id="44" name="spatial_edge_5"/>
          <p:cNvCxnSpPr>
            <a:stCxn xmlns:a="http://schemas.openxmlformats.org/drawingml/2006/main" id="10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H="1" flipV="1">
            <a:off x="4762500" y="3286125"/>
            <a:ext cx="2762250" cy="1714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</a:ln>
        </p:spPr>
      </p:cxnSp>
      <p:sp>
        <p:nvSpPr>
          <p:cNvPr id="16" name="spatial_1_title">
            <a:extLst xmlns:a="http://schemas.openxmlformats.org/drawingml/2006/main">
              <a:ext uri="{FF2B5EF4-FFF2-40B4-BE49-F238E27FC236}">
                <a16:creationId xmlns:a16="http://schemas.microsoft.com/office/drawing/2014/main" id="{A79814B0-5F33-4ACE-A5B4-A8EF884F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Docente</a:t>
            </a:r>
          </a:p>
        </p:txBody>
      </p:sp>
      <p:sp>
        <p:nvSpPr>
          <p:cNvPr id="17" name="spatial_1_body">
            <a:extLst xmlns:a="http://schemas.openxmlformats.org/drawingml/2006/main">
              <a:ext uri="{FF2B5EF4-FFF2-40B4-BE49-F238E27FC236}">
                <a16:creationId xmlns:a16="http://schemas.microsoft.com/office/drawing/2014/main" id="{36FC4E17-C1AF-4620-942F-A0D880FD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05125"/>
            <a:ext cx="228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voz objetivo</a:t>
            </a:r>
          </a:p>
        </p:txBody>
      </p:sp>
      <p:sp>
        <p:nvSpPr>
          <p:cNvPr id="18" name="spatial_2_title">
            <a:extLst xmlns:a="http://schemas.openxmlformats.org/drawingml/2006/main">
              <a:ext uri="{FF2B5EF4-FFF2-40B4-BE49-F238E27FC236}">
                <a16:creationId xmlns:a16="http://schemas.microsoft.com/office/drawing/2014/main" id="{FCDB8794-8F16-4B48-9FFA-64FF0BE8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33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Ventilación</a:t>
            </a:r>
          </a:p>
        </p:txBody>
      </p:sp>
      <p:sp>
        <p:nvSpPr>
          <p:cNvPr id="19" name="spatial_2_body">
            <a:extLst xmlns:a="http://schemas.openxmlformats.org/drawingml/2006/main">
              <a:ext uri="{FF2B5EF4-FFF2-40B4-BE49-F238E27FC236}">
                <a16:creationId xmlns:a16="http://schemas.microsoft.com/office/drawing/2014/main" id="{37308D89-67EE-4DE3-AFDD-C0EC9FAE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47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ruido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estacionario</a:t>
            </a:r>
          </a:p>
        </p:txBody>
      </p:sp>
      <p:sp>
        <p:nvSpPr>
          <p:cNvPr id="20" name="spatial_3_title">
            <a:extLst xmlns:a="http://schemas.openxmlformats.org/drawingml/2006/main">
              <a:ext uri="{FF2B5EF4-FFF2-40B4-BE49-F238E27FC236}">
                <a16:creationId xmlns:a16="http://schemas.microsoft.com/office/drawing/2014/main" id="{36116553-A219-45B7-8CD3-6BA93B35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33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Voces</a:t>
            </a:r>
          </a:p>
        </p:txBody>
      </p:sp>
      <p:sp>
        <p:nvSpPr>
          <p:cNvPr id="21" name="spatial_3_body">
            <a:extLst xmlns:a="http://schemas.openxmlformats.org/drawingml/2006/main">
              <a:ext uri="{FF2B5EF4-FFF2-40B4-BE49-F238E27FC236}">
                <a16:creationId xmlns:a16="http://schemas.microsoft.com/office/drawing/2014/main" id="{9906393C-D7AD-42E6-A43C-2DF8D284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47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competencia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informacional</a:t>
            </a:r>
          </a:p>
        </p:txBody>
      </p:sp>
      <p:sp>
        <p:nvSpPr>
          <p:cNvPr id="22" name="spatial_4_title">
            <a:extLst xmlns:a="http://schemas.openxmlformats.org/drawingml/2006/main">
              <a:ext uri="{FF2B5EF4-FFF2-40B4-BE49-F238E27FC236}">
                <a16:creationId xmlns:a16="http://schemas.microsoft.com/office/drawing/2014/main" id="{05C407B7-A57A-4CE5-AF9E-56A9ED15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433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Recinto</a:t>
            </a:r>
          </a:p>
        </p:txBody>
      </p:sp>
      <p:sp>
        <p:nvSpPr>
          <p:cNvPr id="23" name="spatial_4_body">
            <a:extLst xmlns:a="http://schemas.openxmlformats.org/drawingml/2006/main">
              <a:ext uri="{FF2B5EF4-FFF2-40B4-BE49-F238E27FC236}">
                <a16:creationId xmlns:a16="http://schemas.microsoft.com/office/drawing/2014/main" id="{52852B8C-2F73-4FF6-8BBE-9073B4F3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9625"/>
            <a:ext cx="247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reflexiones · T₆₀</a:t>
            </a:r>
          </a:p>
        </p:txBody>
      </p:sp>
      <p:sp>
        <p:nvSpPr>
          <p:cNvPr id="24" name="spatial_5_title">
            <a:extLst xmlns:a="http://schemas.openxmlformats.org/drawingml/2006/main">
              <a:ext uri="{FF2B5EF4-FFF2-40B4-BE49-F238E27FC236}">
                <a16:creationId xmlns:a16="http://schemas.microsoft.com/office/drawing/2014/main" id="{545962FC-FE98-4735-9A28-EA34378F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433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Oyente</a:t>
            </a:r>
          </a:p>
        </p:txBody>
      </p:sp>
      <p:sp>
        <p:nvSpPr>
          <p:cNvPr id="25" name="spatial_5_body">
            <a:extLst xmlns:a="http://schemas.openxmlformats.org/drawingml/2006/main">
              <a:ext uri="{FF2B5EF4-FFF2-40B4-BE49-F238E27FC236}">
                <a16:creationId xmlns:a16="http://schemas.microsoft.com/office/drawing/2014/main" id="{52B172A7-FFBE-47DE-B29B-5B4EEB29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19625"/>
            <a:ext cx="247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pistas binaurales</a:t>
            </a:r>
          </a:p>
        </p:txBody>
      </p:sp>
      <p:sp>
        <p:nvSpPr>
          <p:cNvPr id="26" name="spatial_6_title">
            <a:extLst xmlns:a="http://schemas.openxmlformats.org/drawingml/2006/main">
              <a:ext uri="{FF2B5EF4-FFF2-40B4-BE49-F238E27FC236}">
                <a16:creationId xmlns:a16="http://schemas.microsoft.com/office/drawing/2014/main" id="{277550A5-939B-4AE5-86F7-2A40E66D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243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Tarea</a:t>
            </a:r>
          </a:p>
        </p:txBody>
      </p:sp>
      <p:sp>
        <p:nvSpPr>
          <p:cNvPr id="27" name="spatial_6_body">
            <a:extLst xmlns:a="http://schemas.openxmlformats.org/drawingml/2006/main">
              <a:ext uri="{FF2B5EF4-FFF2-40B4-BE49-F238E27FC236}">
                <a16:creationId xmlns:a16="http://schemas.microsoft.com/office/drawing/2014/main" id="{A4182EE4-B70F-4BE6-AA88-0047160D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006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comprender</a:t>
            </a:r>
          </a:p>
        </p:txBody>
      </p:sp>
      <p:sp>
        <p:nvSpPr>
          <p:cNvPr id="28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6C5DA316-1044-49E6-8B6B-447BE475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9" name="source_note">
            <a:extLst xmlns:a="http://schemas.openxmlformats.org/drawingml/2006/main">
              <a:ext uri="{FF2B5EF4-FFF2-40B4-BE49-F238E27FC236}">
                <a16:creationId xmlns:a16="http://schemas.microsoft.com/office/drawing/2014/main" id="{62DAC155-D731-4BC3-8599-4933865C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5904678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2026-08-11T20:47:11.4440000Z</dcterms:created>
  <dcterms:modified xsi:type="dcterms:W3CDTF">2026-08-11T20:47:11.4440000Z</dcterms:modified>
</coreProperties>
</file>