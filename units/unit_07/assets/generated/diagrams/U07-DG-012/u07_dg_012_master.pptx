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4ddf6cea9e4117" /><Relationship Type="http://schemas.openxmlformats.org/officeDocument/2006/relationships/extended-properties" Target="/docProps/app.xml" Id="R27c26a0f1ee746f3" /><Relationship Type="http://schemas.openxmlformats.org/officeDocument/2006/relationships/officeDocument" Target="/ppt/presentation.xml" Id="R64b081ee8d284a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3320213fba42f1"/>
  </p:sldMasterIdLst>
  <p:notesMasterIdLst>
    <p:notesMasterId xmlns:r="http://schemas.openxmlformats.org/officeDocument/2006/relationships" r:id="R4470606086fc40d8"/>
  </p:notesMasterIdLst>
  <p:sldIdLst>
    <p:sldId xmlns:r="http://schemas.openxmlformats.org/officeDocument/2006/relationships" id="256" r:id="Rf8491a19b0b842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34dc15f1064866" /><Relationship Type="http://schemas.openxmlformats.org/officeDocument/2006/relationships/slideMaster" Target="/ppt/slideMasters/slideMaster1.xml" Id="R0d3320213fba42f1" /><Relationship Type="http://schemas.openxmlformats.org/officeDocument/2006/relationships/notesMaster" Target="/ppt/notesMasters/notesMaster1.xml" Id="R4470606086fc40d8" /><Relationship Type="http://schemas.openxmlformats.org/officeDocument/2006/relationships/presProps" Target="/ppt/presProps.xml" Id="R07edeaa28e984c3b" /><Relationship Type="http://schemas.openxmlformats.org/officeDocument/2006/relationships/tableStyles" Target="/ppt/tableStyles.xml" Id="R4e9479b7e3214b6d" /><Relationship Type="http://schemas.openxmlformats.org/officeDocument/2006/relationships/slide" Target="/ppt/slides/slide1.xml" Id="Rf8491a19b0b842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6e7995daeb4f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dd4bb162b04f78" /><Relationship Type="http://schemas.openxmlformats.org/officeDocument/2006/relationships/notesMaster" Target="/ppt/notesMasters/notesMaster1.xml" Id="R729fb643ef9442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cbef81d1114a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89be2836c341c9" /><Relationship Type="http://schemas.openxmlformats.org/officeDocument/2006/relationships/slideLayout" Target="/ppt/slideLayouts/slideLayout1.xml" Id="R1e5aee5379c54f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5aee5379c54f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52f75dd764cb9" /><Relationship Type="http://schemas.openxmlformats.org/officeDocument/2006/relationships/notesSlide" Target="/ppt/notesSlides/notesSlide1.xml" Id="Ra4827eaa1c4142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FAAB663F-9F69-4E36-AD17-6A9ADF14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73A881AB-A5DF-415D-8BA8-0E9C1C75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5146975E-E133-410E-918F-ABB716FA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F2A7A226-0C38-40BC-87A4-B68201AE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Las magnitudes físicas se relacionan con atributos, no los igualan</a:t>
            </a:r>
          </a:p>
        </p:txBody>
      </p:sp>
      <p:sp>
        <p:nvSpPr>
          <p:cNvPr id="5" name="cell_1_box">
            <a:extLst xmlns:a="http://schemas.openxmlformats.org/drawingml/2006/main">
              <a:ext uri="{FF2B5EF4-FFF2-40B4-BE49-F238E27FC236}">
                <a16:creationId xmlns:a16="http://schemas.microsoft.com/office/drawing/2014/main" id="{E39DC9DF-8CC2-43B2-9858-C0F04241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24574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ell_2_box">
            <a:extLst xmlns:a="http://schemas.openxmlformats.org/drawingml/2006/main">
              <a:ext uri="{FF2B5EF4-FFF2-40B4-BE49-F238E27FC236}">
                <a16:creationId xmlns:a16="http://schemas.microsoft.com/office/drawing/2014/main" id="{3738BB50-24F7-4E6C-9A04-249BEAD5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428750"/>
            <a:ext cx="24574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7" name="cell_3_box">
            <a:extLst xmlns:a="http://schemas.openxmlformats.org/drawingml/2006/main">
              <a:ext uri="{FF2B5EF4-FFF2-40B4-BE49-F238E27FC236}">
                <a16:creationId xmlns:a16="http://schemas.microsoft.com/office/drawing/2014/main" id="{726F9F4F-B13D-49DA-9D6D-9DA91B21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28750"/>
            <a:ext cx="24574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8" name="cell_4_box">
            <a:extLst xmlns:a="http://schemas.openxmlformats.org/drawingml/2006/main">
              <a:ext uri="{FF2B5EF4-FFF2-40B4-BE49-F238E27FC236}">
                <a16:creationId xmlns:a16="http://schemas.microsoft.com/office/drawing/2014/main" id="{DA87ED86-D810-4972-A2D3-6A6BE598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428750"/>
            <a:ext cx="24574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ell_5_box">
            <a:extLst xmlns:a="http://schemas.openxmlformats.org/drawingml/2006/main">
              <a:ext uri="{FF2B5EF4-FFF2-40B4-BE49-F238E27FC236}">
                <a16:creationId xmlns:a16="http://schemas.microsoft.com/office/drawing/2014/main" id="{FCB6B202-E9A2-4FEF-8F47-624EA584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24574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cell_6_box">
            <a:extLst xmlns:a="http://schemas.openxmlformats.org/drawingml/2006/main">
              <a:ext uri="{FF2B5EF4-FFF2-40B4-BE49-F238E27FC236}">
                <a16:creationId xmlns:a16="http://schemas.microsoft.com/office/drawing/2014/main" id="{27569CBE-A859-4404-A985-91C8A1DF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19500"/>
            <a:ext cx="24574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1" name="cell_7_box">
            <a:extLst xmlns:a="http://schemas.openxmlformats.org/drawingml/2006/main">
              <a:ext uri="{FF2B5EF4-FFF2-40B4-BE49-F238E27FC236}">
                <a16:creationId xmlns:a16="http://schemas.microsoft.com/office/drawing/2014/main" id="{1FEEADDD-9C0F-49E3-AE8C-9FE39188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19500"/>
            <a:ext cx="24574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2" name="cell_8_box">
            <a:extLst xmlns:a="http://schemas.openxmlformats.org/drawingml/2006/main">
              <a:ext uri="{FF2B5EF4-FFF2-40B4-BE49-F238E27FC236}">
                <a16:creationId xmlns:a16="http://schemas.microsoft.com/office/drawing/2014/main" id="{CE556275-7BF6-4DF2-89D6-AC5C17C6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0"/>
            <a:ext cx="24574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3" name="cell_1_title">
            <a:extLst xmlns:a="http://schemas.openxmlformats.org/drawingml/2006/main">
              <a:ext uri="{FF2B5EF4-FFF2-40B4-BE49-F238E27FC236}">
                <a16:creationId xmlns:a16="http://schemas.microsoft.com/office/drawing/2014/main" id="{F565806C-BC4B-4091-AE64-01EA1BD1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7162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Frecuencia</a:t>
            </a:r>
          </a:p>
        </p:txBody>
      </p:sp>
      <p:sp>
        <p:nvSpPr>
          <p:cNvPr id="14" name="cell_1_body">
            <a:extLst xmlns:a="http://schemas.openxmlformats.org/drawingml/2006/main">
              <a:ext uri="{FF2B5EF4-FFF2-40B4-BE49-F238E27FC236}">
                <a16:creationId xmlns:a16="http://schemas.microsoft.com/office/drawing/2014/main" id="{F4FC76AD-1D35-492E-8DF0-285E5F09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47875"/>
            <a:ext cx="20764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Hz</a:t>
            </a:r>
          </a:p>
        </p:txBody>
      </p:sp>
      <p:sp>
        <p:nvSpPr>
          <p:cNvPr id="15" name="cell_2_title">
            <a:extLst xmlns:a="http://schemas.openxmlformats.org/drawingml/2006/main">
              <a:ext uri="{FF2B5EF4-FFF2-40B4-BE49-F238E27FC236}">
                <a16:creationId xmlns:a16="http://schemas.microsoft.com/office/drawing/2014/main" id="{95E847A6-7AE4-4FF0-B3C6-F4E8E7C9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57162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Altura tonal</a:t>
            </a:r>
          </a:p>
        </p:txBody>
      </p:sp>
      <p:sp>
        <p:nvSpPr>
          <p:cNvPr id="16" name="cell_2_body">
            <a:extLst xmlns:a="http://schemas.openxmlformats.org/drawingml/2006/main">
              <a:ext uri="{FF2B5EF4-FFF2-40B4-BE49-F238E27FC236}">
                <a16:creationId xmlns:a16="http://schemas.microsoft.com/office/drawing/2014/main" id="{81B4CFD2-D308-45A0-A330-32B4DB67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47875"/>
            <a:ext cx="20764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grave ↔ agudo</a:t>
            </a:r>
          </a:p>
        </p:txBody>
      </p:sp>
      <p:sp>
        <p:nvSpPr>
          <p:cNvPr id="17" name="cell_3_title">
            <a:extLst xmlns:a="http://schemas.openxmlformats.org/drawingml/2006/main">
              <a:ext uri="{FF2B5EF4-FFF2-40B4-BE49-F238E27FC236}">
                <a16:creationId xmlns:a16="http://schemas.microsoft.com/office/drawing/2014/main" id="{EC0D367A-4307-456C-B22E-5352C5F4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7162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Nivel</a:t>
            </a:r>
          </a:p>
        </p:txBody>
      </p:sp>
      <p:sp>
        <p:nvSpPr>
          <p:cNvPr id="18" name="cell_3_body">
            <a:extLst xmlns:a="http://schemas.openxmlformats.org/drawingml/2006/main">
              <a:ext uri="{FF2B5EF4-FFF2-40B4-BE49-F238E27FC236}">
                <a16:creationId xmlns:a16="http://schemas.microsoft.com/office/drawing/2014/main" id="{20BCDEDC-5562-43F5-829B-04D569EA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20764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dB SPL</a:t>
            </a:r>
          </a:p>
        </p:txBody>
      </p:sp>
      <p:sp>
        <p:nvSpPr>
          <p:cNvPr id="19" name="cell_4_title">
            <a:extLst xmlns:a="http://schemas.openxmlformats.org/drawingml/2006/main">
              <a:ext uri="{FF2B5EF4-FFF2-40B4-BE49-F238E27FC236}">
                <a16:creationId xmlns:a16="http://schemas.microsoft.com/office/drawing/2014/main" id="{6F6A4D0B-AD5C-47A7-9419-9B2C0F9E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7162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Sonoridad</a:t>
            </a:r>
          </a:p>
        </p:txBody>
      </p:sp>
      <p:sp>
        <p:nvSpPr>
          <p:cNvPr id="20" name="cell_4_body">
            <a:extLst xmlns:a="http://schemas.openxmlformats.org/drawingml/2006/main">
              <a:ext uri="{FF2B5EF4-FFF2-40B4-BE49-F238E27FC236}">
                <a16:creationId xmlns:a16="http://schemas.microsoft.com/office/drawing/2014/main" id="{B4B83EFF-2DF3-4BE1-AC5E-0BACD53C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47875"/>
            <a:ext cx="20764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fon / son</a:t>
            </a:r>
          </a:p>
        </p:txBody>
      </p:sp>
      <p:sp>
        <p:nvSpPr>
          <p:cNvPr id="21" name="cell_5_title">
            <a:extLst xmlns:a="http://schemas.openxmlformats.org/drawingml/2006/main">
              <a:ext uri="{FF2B5EF4-FFF2-40B4-BE49-F238E27FC236}">
                <a16:creationId xmlns:a16="http://schemas.microsoft.com/office/drawing/2014/main" id="{6AE2F2D1-53BC-4974-A304-7AE7C0C4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6237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Espectro</a:t>
            </a:r>
          </a:p>
        </p:txBody>
      </p:sp>
      <p:sp>
        <p:nvSpPr>
          <p:cNvPr id="22" name="cell_5_body">
            <a:extLst xmlns:a="http://schemas.openxmlformats.org/drawingml/2006/main">
              <a:ext uri="{FF2B5EF4-FFF2-40B4-BE49-F238E27FC236}">
                <a16:creationId xmlns:a16="http://schemas.microsoft.com/office/drawing/2014/main" id="{20B01D67-7128-49C8-8C16-F8F596C8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38625"/>
            <a:ext cx="20764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componentes</a:t>
            </a:r>
          </a:p>
        </p:txBody>
      </p:sp>
      <p:sp>
        <p:nvSpPr>
          <p:cNvPr id="23" name="cell_6_title">
            <a:extLst xmlns:a="http://schemas.openxmlformats.org/drawingml/2006/main">
              <a:ext uri="{FF2B5EF4-FFF2-40B4-BE49-F238E27FC236}">
                <a16:creationId xmlns:a16="http://schemas.microsoft.com/office/drawing/2014/main" id="{99EABEF4-733E-4BAF-92E1-E9831997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76237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Timbre</a:t>
            </a:r>
          </a:p>
        </p:txBody>
      </p:sp>
      <p:sp>
        <p:nvSpPr>
          <p:cNvPr id="24" name="cell_6_body">
            <a:extLst xmlns:a="http://schemas.openxmlformats.org/drawingml/2006/main">
              <a:ext uri="{FF2B5EF4-FFF2-40B4-BE49-F238E27FC236}">
                <a16:creationId xmlns:a16="http://schemas.microsoft.com/office/drawing/2014/main" id="{540269F9-6AC6-4D11-B4A3-8628143F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38625"/>
            <a:ext cx="20764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calidad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perceptual</a:t>
            </a:r>
          </a:p>
        </p:txBody>
      </p:sp>
      <p:sp>
        <p:nvSpPr>
          <p:cNvPr id="25" name="cell_7_title">
            <a:extLst xmlns:a="http://schemas.openxmlformats.org/drawingml/2006/main">
              <a:ext uri="{FF2B5EF4-FFF2-40B4-BE49-F238E27FC236}">
                <a16:creationId xmlns:a16="http://schemas.microsoft.com/office/drawing/2014/main" id="{8DCF6932-6887-4E40-863F-92036987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6237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Tiempo</a:t>
            </a:r>
          </a:p>
        </p:txBody>
      </p:sp>
      <p:sp>
        <p:nvSpPr>
          <p:cNvPr id="26" name="cell_7_body">
            <a:extLst xmlns:a="http://schemas.openxmlformats.org/drawingml/2006/main">
              <a:ext uri="{FF2B5EF4-FFF2-40B4-BE49-F238E27FC236}">
                <a16:creationId xmlns:a16="http://schemas.microsoft.com/office/drawing/2014/main" id="{A3BEF738-D8C2-471F-A4F5-B7AD878B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38625"/>
            <a:ext cx="20764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 · ms</a:t>
            </a:r>
          </a:p>
        </p:txBody>
      </p:sp>
      <p:sp>
        <p:nvSpPr>
          <p:cNvPr id="27" name="cell_8_title">
            <a:extLst xmlns:a="http://schemas.openxmlformats.org/drawingml/2006/main">
              <a:ext uri="{FF2B5EF4-FFF2-40B4-BE49-F238E27FC236}">
                <a16:creationId xmlns:a16="http://schemas.microsoft.com/office/drawing/2014/main" id="{DEDEFE4A-A939-4E7C-9A04-E8BF381B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6237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Duración</a:t>
            </a:r>
          </a:p>
        </p:txBody>
      </p:sp>
      <p:sp>
        <p:nvSpPr>
          <p:cNvPr id="28" name="cell_8_body">
            <a:extLst xmlns:a="http://schemas.openxmlformats.org/drawingml/2006/main">
              <a:ext uri="{FF2B5EF4-FFF2-40B4-BE49-F238E27FC236}">
                <a16:creationId xmlns:a16="http://schemas.microsoft.com/office/drawing/2014/main" id="{E59B6AC2-2C84-4F10-932A-7D7753ED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38625"/>
            <a:ext cx="20764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atributo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temporal</a:t>
            </a:r>
          </a:p>
        </p:txBody>
      </p:sp>
      <p:sp>
        <p:nvSpPr>
          <p:cNvPr id="29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E1E8EB8B-91C0-4B27-BD50-B353969E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3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F22BA2C7-D717-4FD7-A4FD-44562F75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2055978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2026-08-11T20:46:39.2710000Z</dcterms:created>
  <dcterms:modified xsi:type="dcterms:W3CDTF">2026-08-11T20:46:39.2710000Z</dcterms:modified>
</coreProperties>
</file>