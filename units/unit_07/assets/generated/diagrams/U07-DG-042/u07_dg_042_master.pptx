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7e5bcc90f8a4fef" /><Relationship Type="http://schemas.openxmlformats.org/officeDocument/2006/relationships/extended-properties" Target="/docProps/app.xml" Id="R09a89ac865204d25" /><Relationship Type="http://schemas.openxmlformats.org/officeDocument/2006/relationships/officeDocument" Target="/ppt/presentation.xml" Id="Rb73ecee06420468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6c1c36a55a4458a"/>
  </p:sldMasterIdLst>
  <p:notesMasterIdLst>
    <p:notesMasterId xmlns:r="http://schemas.openxmlformats.org/officeDocument/2006/relationships" r:id="R6df31d0a2b064552"/>
  </p:notesMasterIdLst>
  <p:sldIdLst>
    <p:sldId xmlns:r="http://schemas.openxmlformats.org/officeDocument/2006/relationships" id="256" r:id="R523dcb912596468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80cf39f6f414b8d" /><Relationship Type="http://schemas.openxmlformats.org/officeDocument/2006/relationships/slideMaster" Target="/ppt/slideMasters/slideMaster1.xml" Id="R66c1c36a55a4458a" /><Relationship Type="http://schemas.openxmlformats.org/officeDocument/2006/relationships/notesMaster" Target="/ppt/notesMasters/notesMaster1.xml" Id="R6df31d0a2b064552" /><Relationship Type="http://schemas.openxmlformats.org/officeDocument/2006/relationships/presProps" Target="/ppt/presProps.xml" Id="Rd218b0d0a5054bfc" /><Relationship Type="http://schemas.openxmlformats.org/officeDocument/2006/relationships/tableStyles" Target="/ppt/tableStyles.xml" Id="Ra1023293994e464b" /><Relationship Type="http://schemas.openxmlformats.org/officeDocument/2006/relationships/slide" Target="/ppt/slides/slide1.xml" Id="R523dcb91259646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c144c3c8e4d496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f810ad2807f41d6" /><Relationship Type="http://schemas.openxmlformats.org/officeDocument/2006/relationships/notesMaster" Target="/ppt/notesMasters/notesMaster1.xml" Id="Rad6e7cd450504a1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fb9472f69d4b0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25bb3038e2b4a4e" /><Relationship Type="http://schemas.openxmlformats.org/officeDocument/2006/relationships/slideLayout" Target="/ppt/slideLayouts/slideLayout1.xml" Id="R6454eaf000094a9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54eaf000094a9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4d6bd8b7fa4a8f" /><Relationship Type="http://schemas.openxmlformats.org/officeDocument/2006/relationships/notesSlide" Target="/ppt/notesSlides/notesSlide1.xml" Id="Rea26cdfe6f6e42e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C111B71B-FFF6-41EF-BC38-9473895C2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04C1CAE6-D4EF-4748-9352-E7B76B9E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4E3E3DA7-8903-4839-9E66-B643732FB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44A42A67-2BE6-43AB-9631-5F8814879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La respuesta emerge de una cadena de condiciones</a:t>
            </a:r>
          </a:p>
        </p:txBody>
      </p:sp>
      <p:sp>
        <p:nvSpPr>
          <p:cNvPr id="5" name="stage_1_box">
            <a:extLst xmlns:a="http://schemas.openxmlformats.org/drawingml/2006/main">
              <a:ext uri="{FF2B5EF4-FFF2-40B4-BE49-F238E27FC236}">
                <a16:creationId xmlns:a16="http://schemas.microsoft.com/office/drawing/2014/main" id="{193370CB-E6D0-481C-827A-2FE634047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25908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stage_2_box">
            <a:extLst xmlns:a="http://schemas.openxmlformats.org/drawingml/2006/main">
              <a:ext uri="{FF2B5EF4-FFF2-40B4-BE49-F238E27FC236}">
                <a16:creationId xmlns:a16="http://schemas.microsoft.com/office/drawing/2014/main" id="{04111A99-7003-49EE-806B-F0B03CDE2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428750"/>
            <a:ext cx="25908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7" name="stage_3_box">
            <a:extLst xmlns:a="http://schemas.openxmlformats.org/drawingml/2006/main">
              <a:ext uri="{FF2B5EF4-FFF2-40B4-BE49-F238E27FC236}">
                <a16:creationId xmlns:a16="http://schemas.microsoft.com/office/drawing/2014/main" id="{7D52E390-1613-4D8B-AC72-12797988A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428750"/>
            <a:ext cx="25908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8" name="stage_4_box">
            <a:extLst xmlns:a="http://schemas.openxmlformats.org/drawingml/2006/main">
              <a:ext uri="{FF2B5EF4-FFF2-40B4-BE49-F238E27FC236}">
                <a16:creationId xmlns:a16="http://schemas.microsoft.com/office/drawing/2014/main" id="{1797C891-4D8A-40D2-8A89-A65CD793D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000500"/>
            <a:ext cx="25908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9" name="stage_5_box">
            <a:extLst xmlns:a="http://schemas.openxmlformats.org/drawingml/2006/main">
              <a:ext uri="{FF2B5EF4-FFF2-40B4-BE49-F238E27FC236}">
                <a16:creationId xmlns:a16="http://schemas.microsoft.com/office/drawing/2014/main" id="{9F983222-35C5-4F4E-9802-E33861E26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000500"/>
            <a:ext cx="25908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10" name="stage_6_box">
            <a:extLst xmlns:a="http://schemas.openxmlformats.org/drawingml/2006/main">
              <a:ext uri="{FF2B5EF4-FFF2-40B4-BE49-F238E27FC236}">
                <a16:creationId xmlns:a16="http://schemas.microsoft.com/office/drawing/2014/main" id="{1A1140D4-CA96-449D-B61E-C22BA61A8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25908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cxnSp>
        <p:nvCxnSpPr>
          <p:cNvPr id="40" name="flow_1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371850" y="2214563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1" name="flow_2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391400" y="2214563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2" name="flow_3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0115550" y="3000375"/>
            <a:ext cx="0" cy="10001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3" name="flow_4"/>
          <p:cNvCxnSpPr>
            <a:stCxn xmlns:a="http://schemas.openxmlformats.org/drawingml/2006/main" id="8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>
            <a:off x="7391400" y="4786313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4" name="flow_5"/>
          <p:cNvCxnSpPr>
            <a:stCxn xmlns:a="http://schemas.openxmlformats.org/drawingml/2006/main" id="9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3371850" y="4786313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6" name="stage_1_title">
            <a:extLst xmlns:a="http://schemas.openxmlformats.org/drawingml/2006/main">
              <a:ext uri="{FF2B5EF4-FFF2-40B4-BE49-F238E27FC236}">
                <a16:creationId xmlns:a16="http://schemas.microsoft.com/office/drawing/2014/main" id="{B03D6EDE-0D83-4472-A6A1-CE29B08BF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71625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Señal</a:t>
            </a:r>
          </a:p>
        </p:txBody>
      </p:sp>
      <p:sp>
        <p:nvSpPr>
          <p:cNvPr id="17" name="stage_1_body">
            <a:extLst xmlns:a="http://schemas.openxmlformats.org/drawingml/2006/main">
              <a:ext uri="{FF2B5EF4-FFF2-40B4-BE49-F238E27FC236}">
                <a16:creationId xmlns:a16="http://schemas.microsoft.com/office/drawing/2014/main" id="{88E7EA07-4DBC-48CC-965A-5ABDF8CD4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47875"/>
            <a:ext cx="2209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estructura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acústica</a:t>
            </a:r>
          </a:p>
        </p:txBody>
      </p:sp>
      <p:sp>
        <p:nvSpPr>
          <p:cNvPr id="18" name="stage_2_title">
            <a:extLst xmlns:a="http://schemas.openxmlformats.org/drawingml/2006/main">
              <a:ext uri="{FF2B5EF4-FFF2-40B4-BE49-F238E27FC236}">
                <a16:creationId xmlns:a16="http://schemas.microsoft.com/office/drawing/2014/main" id="{948423A0-D741-473B-8EB3-76E1D969E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571625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Ambiente</a:t>
            </a:r>
          </a:p>
        </p:txBody>
      </p:sp>
      <p:sp>
        <p:nvSpPr>
          <p:cNvPr id="19" name="stage_2_body">
            <a:extLst xmlns:a="http://schemas.openxmlformats.org/drawingml/2006/main">
              <a:ext uri="{FF2B5EF4-FFF2-40B4-BE49-F238E27FC236}">
                <a16:creationId xmlns:a16="http://schemas.microsoft.com/office/drawing/2014/main" id="{09B0AA61-2299-4E13-B56C-3D29A2167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047875"/>
            <a:ext cx="2209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ruido ·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reflexiones</a:t>
            </a:r>
          </a:p>
        </p:txBody>
      </p:sp>
      <p:sp>
        <p:nvSpPr>
          <p:cNvPr id="20" name="stage_3_title">
            <a:extLst xmlns:a="http://schemas.openxmlformats.org/drawingml/2006/main">
              <a:ext uri="{FF2B5EF4-FFF2-40B4-BE49-F238E27FC236}">
                <a16:creationId xmlns:a16="http://schemas.microsoft.com/office/drawing/2014/main" id="{E0C70DB4-9A1C-4D4E-ACFB-ACC2DB43F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571625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Transferencia</a:t>
            </a:r>
          </a:p>
        </p:txBody>
      </p:sp>
      <p:sp>
        <p:nvSpPr>
          <p:cNvPr id="21" name="stage_3_body">
            <a:extLst xmlns:a="http://schemas.openxmlformats.org/drawingml/2006/main">
              <a:ext uri="{FF2B5EF4-FFF2-40B4-BE49-F238E27FC236}">
                <a16:creationId xmlns:a16="http://schemas.microsoft.com/office/drawing/2014/main" id="{772FE299-3B46-4C8C-9E59-F48230E9F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047875"/>
            <a:ext cx="2209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campo → oído</a:t>
            </a:r>
          </a:p>
        </p:txBody>
      </p:sp>
      <p:sp>
        <p:nvSpPr>
          <p:cNvPr id="22" name="stage_4_title">
            <a:extLst xmlns:a="http://schemas.openxmlformats.org/drawingml/2006/main">
              <a:ext uri="{FF2B5EF4-FFF2-40B4-BE49-F238E27FC236}">
                <a16:creationId xmlns:a16="http://schemas.microsoft.com/office/drawing/2014/main" id="{C7C26020-D1AC-460B-80AC-E031086F9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143375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Procesamiento</a:t>
            </a:r>
          </a:p>
        </p:txBody>
      </p:sp>
      <p:sp>
        <p:nvSpPr>
          <p:cNvPr id="23" name="stage_4_body">
            <a:extLst xmlns:a="http://schemas.openxmlformats.org/drawingml/2006/main">
              <a:ext uri="{FF2B5EF4-FFF2-40B4-BE49-F238E27FC236}">
                <a16:creationId xmlns:a16="http://schemas.microsoft.com/office/drawing/2014/main" id="{D8C05EDB-00E5-45F1-9CDB-87C3924D3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619625"/>
            <a:ext cx="2209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canales ·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binaural</a:t>
            </a:r>
          </a:p>
        </p:txBody>
      </p:sp>
      <p:sp>
        <p:nvSpPr>
          <p:cNvPr id="24" name="stage_5_title">
            <a:extLst xmlns:a="http://schemas.openxmlformats.org/drawingml/2006/main">
              <a:ext uri="{FF2B5EF4-FFF2-40B4-BE49-F238E27FC236}">
                <a16:creationId xmlns:a16="http://schemas.microsoft.com/office/drawing/2014/main" id="{F2351867-7707-4755-8CBB-1EBAB0605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143375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Tarea</a:t>
            </a:r>
          </a:p>
        </p:txBody>
      </p:sp>
      <p:sp>
        <p:nvSpPr>
          <p:cNvPr id="25" name="stage_5_body">
            <a:extLst xmlns:a="http://schemas.openxmlformats.org/drawingml/2006/main">
              <a:ext uri="{FF2B5EF4-FFF2-40B4-BE49-F238E27FC236}">
                <a16:creationId xmlns:a16="http://schemas.microsoft.com/office/drawing/2014/main" id="{7CF4F036-9B87-4688-991E-C8A004257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619625"/>
            <a:ext cx="2209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detectar ·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reconocer</a:t>
            </a:r>
          </a:p>
        </p:txBody>
      </p:sp>
      <p:sp>
        <p:nvSpPr>
          <p:cNvPr id="26" name="stage_6_title">
            <a:extLst xmlns:a="http://schemas.openxmlformats.org/drawingml/2006/main">
              <a:ext uri="{FF2B5EF4-FFF2-40B4-BE49-F238E27FC236}">
                <a16:creationId xmlns:a16="http://schemas.microsoft.com/office/drawing/2014/main" id="{A7680C7F-BE6A-4A6A-8FDC-E0CB1871A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43375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Respuesta</a:t>
            </a:r>
          </a:p>
        </p:txBody>
      </p:sp>
      <p:sp>
        <p:nvSpPr>
          <p:cNvPr id="27" name="stage_6_body">
            <a:extLst xmlns:a="http://schemas.openxmlformats.org/drawingml/2006/main">
              <a:ext uri="{FF2B5EF4-FFF2-40B4-BE49-F238E27FC236}">
                <a16:creationId xmlns:a16="http://schemas.microsoft.com/office/drawing/2014/main" id="{19649916-7E65-4502-9AD0-31BE46677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19625"/>
            <a:ext cx="2209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resultado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observado</a:t>
            </a:r>
          </a:p>
        </p:txBody>
      </p:sp>
      <p:sp>
        <p:nvSpPr>
          <p:cNvPr id="28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EB8AF075-FDAD-4483-82AB-995C8F8B5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57875"/>
            <a:ext cx="1062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D3D3D"/>
                </a:solidFill>
              </a:defRPr>
            </a:pPr>
            <a:r>
              <a:rPr sz="1650" b="0">
                <a:solidFill>
                  <a:srgbClr val="3D3D3D"/>
                </a:solidFill>
              </a:rPr>
              <a:t>Figura conceptual; no está a escala salvo indicación explícita.</a:t>
            </a:r>
          </a:p>
        </p:txBody>
      </p:sp>
      <p:sp>
        <p:nvSpPr>
          <p:cNvPr id="29" name="source_note">
            <a:extLst xmlns:a="http://schemas.openxmlformats.org/drawingml/2006/main">
              <a:ext uri="{FF2B5EF4-FFF2-40B4-BE49-F238E27FC236}">
                <a16:creationId xmlns:a16="http://schemas.microsoft.com/office/drawing/2014/main" id="{24C95156-7CF5-4678-8C08-8A08E198F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 (TEX/PDF), Unidad 7; brief, storyboard y planes U07; elaboración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13382041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2026-08-11T20:47:12.0410000Z</dcterms:created>
  <dcterms:modified xsi:type="dcterms:W3CDTF">2026-08-11T20:47:12.0410000Z</dcterms:modified>
</coreProperties>
</file>