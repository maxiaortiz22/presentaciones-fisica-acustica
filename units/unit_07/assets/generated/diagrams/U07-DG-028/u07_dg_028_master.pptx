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06c40be435430b" /><Relationship Type="http://schemas.openxmlformats.org/officeDocument/2006/relationships/extended-properties" Target="/docProps/app.xml" Id="R6356c6e509c54a50" /><Relationship Type="http://schemas.openxmlformats.org/officeDocument/2006/relationships/officeDocument" Target="/ppt/presentation.xml" Id="Rafbd0e703fd546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e05f27eaab4e97"/>
  </p:sldMasterIdLst>
  <p:notesMasterIdLst>
    <p:notesMasterId xmlns:r="http://schemas.openxmlformats.org/officeDocument/2006/relationships" r:id="R71181039a1114413"/>
  </p:notesMasterIdLst>
  <p:sldIdLst>
    <p:sldId xmlns:r="http://schemas.openxmlformats.org/officeDocument/2006/relationships" id="256" r:id="Rd3c2c8554c7143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395a70e2e54002" /><Relationship Type="http://schemas.openxmlformats.org/officeDocument/2006/relationships/slideMaster" Target="/ppt/slideMasters/slideMaster1.xml" Id="Rf4e05f27eaab4e97" /><Relationship Type="http://schemas.openxmlformats.org/officeDocument/2006/relationships/notesMaster" Target="/ppt/notesMasters/notesMaster1.xml" Id="R71181039a1114413" /><Relationship Type="http://schemas.openxmlformats.org/officeDocument/2006/relationships/presProps" Target="/ppt/presProps.xml" Id="R33cccd36e6774942" /><Relationship Type="http://schemas.openxmlformats.org/officeDocument/2006/relationships/tableStyles" Target="/ppt/tableStyles.xml" Id="R5cca59cc6d714f23" /><Relationship Type="http://schemas.openxmlformats.org/officeDocument/2006/relationships/slide" Target="/ppt/slides/slide1.xml" Id="Rd3c2c8554c7143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85d229a97e4f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899ba6eb1540bc" /><Relationship Type="http://schemas.openxmlformats.org/officeDocument/2006/relationships/notesMaster" Target="/ppt/notesMasters/notesMaster1.xml" Id="Rc318929f141740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5c287530b149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78f260d83b462a" /><Relationship Type="http://schemas.openxmlformats.org/officeDocument/2006/relationships/slideLayout" Target="/ppt/slideLayouts/slideLayout1.xml" Id="R640539f1baf44c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539f1baf44c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20b8752ed4169" /><Relationship Type="http://schemas.openxmlformats.org/officeDocument/2006/relationships/notesSlide" Target="/ppt/notesSlides/notesSlide1.xml" Id="R5f9e3dfd263148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2CDE335B-18D9-4004-B7CF-3A976DBB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A19C6679-5FAE-4A18-A3A3-2AD3CE86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16C60AC2-25D8-4F03-8333-8FF70BA0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54DAA0F-03AD-416F-A6BB-2A636178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ALCons es un porcentaje observado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0F4B6CFD-0188-44FB-885B-57E4149C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91440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2D4FA117-A59D-4BB3-8001-0D01DCAD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52D3AE9A-4FB6-4EFE-A772-B601AABE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048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1E46E7C5-78A4-439B-A3D2-84FC1EC04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44634434-C277-41E4-8F98-B6C7F8E5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29125"/>
            <a:ext cx="30480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5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>
            <a:off x="15240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>
            <a:off x="8458200" y="1595438"/>
            <a:ext cx="2209800" cy="1762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1524000" y="3357563"/>
            <a:ext cx="2209800" cy="1738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8458200" y="3357563"/>
            <a:ext cx="2209800" cy="17383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itle">
            <a:extLst xmlns:a="http://schemas.openxmlformats.org/drawingml/2006/main">
              <a:ext uri="{FF2B5EF4-FFF2-40B4-BE49-F238E27FC236}">
                <a16:creationId xmlns:a16="http://schemas.microsoft.com/office/drawing/2014/main" id="{19069757-60D3-4A05-9C4C-EE662B38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2412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4D1434"/>
                </a:solidFill>
              </a:defRPr>
            </a:pPr>
            <a:r>
              <a:rPr sz="3000" b="1">
                <a:solidFill>
                  <a:srgbClr val="4D1434"/>
                </a:solidFill>
              </a:rPr>
              <a:t>ALCons = 100 · (1 − n_c / n_p) %</a:t>
            </a:r>
          </a:p>
        </p:txBody>
      </p:sp>
      <p:sp>
        <p:nvSpPr>
          <p:cNvPr id="15" name="equation_body">
            <a:extLst xmlns:a="http://schemas.openxmlformats.org/drawingml/2006/main">
              <a:ext uri="{FF2B5EF4-FFF2-40B4-BE49-F238E27FC236}">
                <a16:creationId xmlns:a16="http://schemas.microsoft.com/office/drawing/2014/main" id="{13AE4446-8904-4970-80C7-0BE48DF6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76575"/>
            <a:ext cx="876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conteos de una prueba definida</a:t>
            </a:r>
          </a:p>
        </p:txBody>
      </p:sp>
      <p:sp>
        <p:nvSpPr>
          <p:cNvPr id="16" name="callout_1_title">
            <a:extLst xmlns:a="http://schemas.openxmlformats.org/drawingml/2006/main">
              <a:ext uri="{FF2B5EF4-FFF2-40B4-BE49-F238E27FC236}">
                <a16:creationId xmlns:a16="http://schemas.microsoft.com/office/drawing/2014/main" id="{A35AAE42-1573-427C-A758-A2BF5ACE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n_p</a:t>
            </a:r>
          </a:p>
        </p:txBody>
      </p:sp>
      <p:sp>
        <p:nvSpPr>
          <p:cNvPr id="17" name="callout_1_body">
            <a:extLst xmlns:a="http://schemas.openxmlformats.org/drawingml/2006/main">
              <a:ext uri="{FF2B5EF4-FFF2-40B4-BE49-F238E27FC236}">
                <a16:creationId xmlns:a16="http://schemas.microsoft.com/office/drawing/2014/main" id="{29DA7363-41FA-4C11-8B0D-1FAD558B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consonantes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presentadas</a:t>
            </a:r>
          </a:p>
        </p:txBody>
      </p:sp>
      <p:sp>
        <p:nvSpPr>
          <p:cNvPr id="18" name="callout_2_title">
            <a:extLst xmlns:a="http://schemas.openxmlformats.org/drawingml/2006/main">
              <a:ext uri="{FF2B5EF4-FFF2-40B4-BE49-F238E27FC236}">
                <a16:creationId xmlns:a16="http://schemas.microsoft.com/office/drawing/2014/main" id="{14B369E7-DF2A-4CA1-BCF7-F859AACF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4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n_c</a:t>
            </a:r>
          </a:p>
        </p:txBody>
      </p:sp>
      <p:sp>
        <p:nvSpPr>
          <p:cNvPr id="19" name="callout_2_body">
            <a:extLst xmlns:a="http://schemas.openxmlformats.org/drawingml/2006/main">
              <a:ext uri="{FF2B5EF4-FFF2-40B4-BE49-F238E27FC236}">
                <a16:creationId xmlns:a16="http://schemas.microsoft.com/office/drawing/2014/main" id="{A1AEF6DE-32A3-4A64-94C3-3E277937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consonantes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correctas</a:t>
            </a:r>
          </a:p>
        </p:txBody>
      </p:sp>
      <p:sp>
        <p:nvSpPr>
          <p:cNvPr id="20" name="callout_3_title">
            <a:extLst xmlns:a="http://schemas.openxmlformats.org/drawingml/2006/main">
              <a:ext uri="{FF2B5EF4-FFF2-40B4-BE49-F238E27FC236}">
                <a16:creationId xmlns:a16="http://schemas.microsoft.com/office/drawing/2014/main" id="{0771FE83-16EE-4D3C-9BD7-107FC2C7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100 ×</a:t>
            </a:r>
          </a:p>
        </p:txBody>
      </p:sp>
      <p:sp>
        <p:nvSpPr>
          <p:cNvPr id="21" name="callout_3_body">
            <a:extLst xmlns:a="http://schemas.openxmlformats.org/drawingml/2006/main">
              <a:ext uri="{FF2B5EF4-FFF2-40B4-BE49-F238E27FC236}">
                <a16:creationId xmlns:a16="http://schemas.microsoft.com/office/drawing/2014/main" id="{65699C6B-CF8E-4FA6-A9D6-8B9111BF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convierte 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proporción en %</a:t>
            </a:r>
          </a:p>
        </p:txBody>
      </p:sp>
      <p:sp>
        <p:nvSpPr>
          <p:cNvPr id="22" name="callout_4_title">
            <a:extLst xmlns:a="http://schemas.openxmlformats.org/drawingml/2006/main">
              <a:ext uri="{FF2B5EF4-FFF2-40B4-BE49-F238E27FC236}">
                <a16:creationId xmlns:a16="http://schemas.microsoft.com/office/drawing/2014/main" id="{7E59D332-55BD-4789-B3FF-51254788B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7200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Límite</a:t>
            </a:r>
          </a:p>
        </p:txBody>
      </p:sp>
      <p:sp>
        <p:nvSpPr>
          <p:cNvPr id="23" name="callout_4_body">
            <a:extLst xmlns:a="http://schemas.openxmlformats.org/drawingml/2006/main">
              <a:ext uri="{FF2B5EF4-FFF2-40B4-BE49-F238E27FC236}">
                <a16:creationId xmlns:a16="http://schemas.microsoft.com/office/drawing/2014/main" id="{8BDC1AA4-290E-4A8B-AA16-B3D4F652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48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no identifica la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causa</a:t>
            </a:r>
          </a:p>
        </p:txBody>
      </p:sp>
      <p:sp>
        <p:nvSpPr>
          <p:cNvPr id="24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B93710F5-FE4B-46CE-B11D-DA6B5AD7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5" name="source_note">
            <a:extLst xmlns:a="http://schemas.openxmlformats.org/drawingml/2006/main">
              <a:ext uri="{FF2B5EF4-FFF2-40B4-BE49-F238E27FC236}">
                <a16:creationId xmlns:a16="http://schemas.microsoft.com/office/drawing/2014/main" id="{5853A380-301B-48CE-AB5B-D72BC4B9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43125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2026-08-11T20:46:58.8860000Z</dcterms:created>
  <dcterms:modified xsi:type="dcterms:W3CDTF">2026-08-11T20:46:58.8860000Z</dcterms:modified>
</coreProperties>
</file>