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274b80c524212" /><Relationship Type="http://schemas.openxmlformats.org/officeDocument/2006/relationships/extended-properties" Target="/docProps/app.xml" Id="R15708ab58db94afa" /><Relationship Type="http://schemas.openxmlformats.org/officeDocument/2006/relationships/officeDocument" Target="/ppt/presentation.xml" Id="R982b9cc198fa42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728f7a9f0740b9"/>
  </p:sldMasterIdLst>
  <p:notesMasterIdLst>
    <p:notesMasterId xmlns:r="http://schemas.openxmlformats.org/officeDocument/2006/relationships" r:id="R4970365f82984645"/>
  </p:notesMasterIdLst>
  <p:sldIdLst>
    <p:sldId xmlns:r="http://schemas.openxmlformats.org/officeDocument/2006/relationships" id="256" r:id="R316fbacdf3744a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5f87a4216c49e5" /><Relationship Type="http://schemas.openxmlformats.org/officeDocument/2006/relationships/slideMaster" Target="/ppt/slideMasters/slideMaster1.xml" Id="Re7728f7a9f0740b9" /><Relationship Type="http://schemas.openxmlformats.org/officeDocument/2006/relationships/notesMaster" Target="/ppt/notesMasters/notesMaster1.xml" Id="R4970365f82984645" /><Relationship Type="http://schemas.openxmlformats.org/officeDocument/2006/relationships/presProps" Target="/ppt/presProps.xml" Id="R350f1b3f0ef9440d" /><Relationship Type="http://schemas.openxmlformats.org/officeDocument/2006/relationships/tableStyles" Target="/ppt/tableStyles.xml" Id="Rb64c6cb97dba4202" /><Relationship Type="http://schemas.openxmlformats.org/officeDocument/2006/relationships/slide" Target="/ppt/slides/slide1.xml" Id="R316fbacdf374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c486c40b49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e7effb3ee3488d" /><Relationship Type="http://schemas.openxmlformats.org/officeDocument/2006/relationships/notesMaster" Target="/ppt/notesMasters/notesMaster1.xml" Id="Rc183bd563eab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f1aff85654b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6bbb38f3540e9" /><Relationship Type="http://schemas.openxmlformats.org/officeDocument/2006/relationships/slideLayout" Target="/ppt/slideLayouts/slideLayout1.xml" Id="R82979b24370c45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79b24370c45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a823a903843bf" /><Relationship Type="http://schemas.openxmlformats.org/officeDocument/2006/relationships/image" Target="/ppt/media/image.png" Id="R224eeaa02540480c" /><Relationship Type="http://schemas.openxmlformats.org/officeDocument/2006/relationships/notesSlide" Target="/ppt/notesSlides/notesSlide1.xml" Id="R6ed2aafbb4214f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6C48936-3F97-45D4-AABC-6B311C4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70BBFF3-9821-46E0-BDB3-E64013E8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E0436DE-E53B-405D-8C29-81A6FAF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181FD39-163C-45F9-B7F1-8251B6D3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ERB resume un filtro por igualdad de área</a:t>
            </a:r>
          </a:p>
        </p:txBody>
      </p:sp>
      <p:sp>
        <p:nvSpPr>
          <p:cNvPr id="5" name="chart_anchor_box">
            <a:extLst xmlns:a="http://schemas.openxmlformats.org/drawingml/2006/main">
              <a:ext uri="{FF2B5EF4-FFF2-40B4-BE49-F238E27FC236}">
                <a16:creationId xmlns:a16="http://schemas.microsoft.com/office/drawing/2014/main" id="{1ED36844-C8CF-429A-921C-F56BE1C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76375"/>
            <a:ext cx="6096000" cy="38100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2FA874F-C9CD-4546-9544-C4CB9A78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3723C2FE-A91D-4EDD-BE07-88D1727A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238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C204D15B-591D-4846-AF6E-DAC2714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eeaa02540480c"/>
          <a:stretch xmlns:a="http://schemas.openxmlformats.org/drawingml/2006/main"/>
        </p:blipFill>
        <p:spPr>
          <a:xfrm xmlns:a="http://schemas.openxmlformats.org/drawingml/2006/main">
            <a:off x="3048000" y="1666875"/>
            <a:ext cx="6096000" cy="3429000"/>
          </a:xfrm>
          <a:prstGeom xmlns:a="http://schemas.openxmlformats.org/drawingml/2006/main" prst="rect">
            <a:avLst/>
          </a:prstGeom>
        </p:spPr>
      </p:pic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1952625"/>
            <a:ext cx="1714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9144000" y="1952625"/>
            <a:ext cx="1714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76550" y="3381375"/>
            <a:ext cx="1714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0D98FDB3-3201-4D45-B1A3-A033C45F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Misma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altura</a:t>
            </a:r>
          </a:p>
        </p:txBody>
      </p:sp>
      <p:sp>
        <p:nvSpPr>
          <p:cNvPr id="14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EA529ABC-0D74-4D79-9DC9-87F2800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80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W_max</a:t>
            </a:r>
          </a:p>
        </p:txBody>
      </p:sp>
      <p:sp>
        <p:nvSpPr>
          <p:cNvPr id="15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AD6C89AD-517D-4CE9-8D86-8FD9D83C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81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Misma área</a:t>
            </a:r>
          </a:p>
        </p:txBody>
      </p:sp>
      <p:sp>
        <p:nvSpPr>
          <p:cNvPr id="16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35AEFBDA-C8AF-4639-BB5B-CC71332C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573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integral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equivalente</a:t>
            </a:r>
          </a:p>
        </p:txBody>
      </p:sp>
      <p:sp>
        <p:nvSpPr>
          <p:cNvPr id="17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D3BC3543-F9DA-4D0B-B331-C680F941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Ancho</a:t>
            </a:r>
          </a:p>
        </p:txBody>
      </p:sp>
      <p:sp>
        <p:nvSpPr>
          <p:cNvPr id="18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46C8DC3E-B91D-466D-8859-B701F7B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ERB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FAFD828-9DAD-4492-AB66-A3E46353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6081A07-55E8-4DE4-96AE-8FF2F6BA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85885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2026-08-11T20:46:47.1260000Z</dcterms:created>
  <dcterms:modified xsi:type="dcterms:W3CDTF">2026-08-11T20:46:47.1260000Z</dcterms:modified>
</coreProperties>
</file>