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2d5f9d8e9b4c3e" /><Relationship Type="http://schemas.openxmlformats.org/officeDocument/2006/relationships/extended-properties" Target="/docProps/app.xml" Id="Rb8c5745e6d294784" /><Relationship Type="http://schemas.openxmlformats.org/officeDocument/2006/relationships/officeDocument" Target="/ppt/presentation.xml" Id="Rdfeffb04e00240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882281f5d7487e"/>
  </p:sldMasterIdLst>
  <p:notesMasterIdLst>
    <p:notesMasterId xmlns:r="http://schemas.openxmlformats.org/officeDocument/2006/relationships" r:id="R785adbaa9c104bfe"/>
  </p:notesMasterIdLst>
  <p:sldIdLst>
    <p:sldId xmlns:r="http://schemas.openxmlformats.org/officeDocument/2006/relationships" id="256" r:id="R87c76dc3cacc47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f1293d543c4930" /><Relationship Type="http://schemas.openxmlformats.org/officeDocument/2006/relationships/slideMaster" Target="/ppt/slideMasters/slideMaster1.xml" Id="R27882281f5d7487e" /><Relationship Type="http://schemas.openxmlformats.org/officeDocument/2006/relationships/notesMaster" Target="/ppt/notesMasters/notesMaster1.xml" Id="R785adbaa9c104bfe" /><Relationship Type="http://schemas.openxmlformats.org/officeDocument/2006/relationships/presProps" Target="/ppt/presProps.xml" Id="Reb3de6c3c13143f5" /><Relationship Type="http://schemas.openxmlformats.org/officeDocument/2006/relationships/tableStyles" Target="/ppt/tableStyles.xml" Id="Raa2fc5264ca840dc" /><Relationship Type="http://schemas.openxmlformats.org/officeDocument/2006/relationships/slide" Target="/ppt/slides/slide1.xml" Id="R87c76dc3cacc47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a3803e31584b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66c25480534e44" /><Relationship Type="http://schemas.openxmlformats.org/officeDocument/2006/relationships/notesMaster" Target="/ppt/notesMasters/notesMaster1.xml" Id="R1510b6c914944b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ca51866f246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dcba3bb4ee4687" /><Relationship Type="http://schemas.openxmlformats.org/officeDocument/2006/relationships/slideLayout" Target="/ppt/slideLayouts/slideLayout1.xml" Id="R99f818954dfe4f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f818954dfe4f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bf9ce9a0442d0" /><Relationship Type="http://schemas.openxmlformats.org/officeDocument/2006/relationships/notesSlide" Target="/ppt/notesSlides/notesSlide1.xml" Id="R43b6c249426445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79D38AD-600C-4357-B4E6-15A7411D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7AB645A-89ED-45C4-9CF4-0795E6BD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E44638D7-FAF3-4672-BD46-89765D60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681283D2-3FD4-4046-A5D6-C923D7D7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El camino reflejado es más largo que el directo</a:t>
            </a:r>
          </a:p>
        </p:txBody>
      </p:sp>
      <p:sp>
        <p:nvSpPr>
          <p:cNvPr id="5" name="spatial_1_box">
            <a:extLst xmlns:a="http://schemas.openxmlformats.org/drawingml/2006/main">
              <a:ext uri="{FF2B5EF4-FFF2-40B4-BE49-F238E27FC236}">
                <a16:creationId xmlns:a16="http://schemas.microsoft.com/office/drawing/2014/main" id="{32B1E9C9-28B2-476E-99DE-497A4A6B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patial_2_box">
            <a:extLst xmlns:a="http://schemas.openxmlformats.org/drawingml/2006/main">
              <a:ext uri="{FF2B5EF4-FFF2-40B4-BE49-F238E27FC236}">
                <a16:creationId xmlns:a16="http://schemas.microsoft.com/office/drawing/2014/main" id="{740757B3-1AF1-43CD-AA24-E3366DB2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spatial_3_box">
            <a:extLst xmlns:a="http://schemas.openxmlformats.org/drawingml/2006/main">
              <a:ext uri="{FF2B5EF4-FFF2-40B4-BE49-F238E27FC236}">
                <a16:creationId xmlns:a16="http://schemas.microsoft.com/office/drawing/2014/main" id="{B9BC62A4-E087-4260-A09E-4E6926B7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906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spatial_4_box">
            <a:extLst xmlns:a="http://schemas.openxmlformats.org/drawingml/2006/main">
              <a:ext uri="{FF2B5EF4-FFF2-40B4-BE49-F238E27FC236}">
                <a16:creationId xmlns:a16="http://schemas.microsoft.com/office/drawing/2014/main" id="{D1CA4D64-4BB2-40F3-8639-BA8FDB97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spatial_5_box">
            <a:extLst xmlns:a="http://schemas.openxmlformats.org/drawingml/2006/main">
              <a:ext uri="{FF2B5EF4-FFF2-40B4-BE49-F238E27FC236}">
                <a16:creationId xmlns:a16="http://schemas.microsoft.com/office/drawing/2014/main" id="{468F5B34-3562-41EF-968A-9E8978E8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5" name="spatial_edge_1"/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3714750" y="2000250"/>
            <a:ext cx="10477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spatial_edge_2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7429500" y="2000250"/>
            <a:ext cx="10477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spatial_edge_3"/>
          <p:cNvCxnSpPr>
            <a:stCxn xmlns:a="http://schemas.openxmlformats.org/drawingml/2006/main" id="5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714750" y="3286125"/>
            <a:ext cx="104775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spatial_edge_4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29500" y="3286125"/>
            <a:ext cx="104775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patial_1_title">
            <a:extLst xmlns:a="http://schemas.openxmlformats.org/drawingml/2006/main">
              <a:ext uri="{FF2B5EF4-FFF2-40B4-BE49-F238E27FC236}">
                <a16:creationId xmlns:a16="http://schemas.microsoft.com/office/drawing/2014/main" id="{0486AFB7-95EA-43AF-AD74-C01D179B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Fuente</a:t>
            </a:r>
          </a:p>
        </p:txBody>
      </p:sp>
      <p:sp>
        <p:nvSpPr>
          <p:cNvPr id="15" name="spatial_1_body">
            <a:extLst xmlns:a="http://schemas.openxmlformats.org/drawingml/2006/main">
              <a:ext uri="{FF2B5EF4-FFF2-40B4-BE49-F238E27FC236}">
                <a16:creationId xmlns:a16="http://schemas.microsoft.com/office/drawing/2014/main" id="{EEC649AC-F43C-4508-BA30-6B4E55E3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emite</a:t>
            </a:r>
          </a:p>
        </p:txBody>
      </p:sp>
      <p:sp>
        <p:nvSpPr>
          <p:cNvPr id="16" name="spatial_2_title">
            <a:extLst xmlns:a="http://schemas.openxmlformats.org/drawingml/2006/main">
              <a:ext uri="{FF2B5EF4-FFF2-40B4-BE49-F238E27FC236}">
                <a16:creationId xmlns:a16="http://schemas.microsoft.com/office/drawing/2014/main" id="{F38DE9F3-FE34-4869-93AE-A4C82717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33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Superficie</a:t>
            </a:r>
          </a:p>
        </p:txBody>
      </p:sp>
      <p:sp>
        <p:nvSpPr>
          <p:cNvPr id="17" name="spatial_2_body">
            <a:extLst xmlns:a="http://schemas.openxmlformats.org/drawingml/2006/main">
              <a:ext uri="{FF2B5EF4-FFF2-40B4-BE49-F238E27FC236}">
                <a16:creationId xmlns:a16="http://schemas.microsoft.com/office/drawing/2014/main" id="{0711C44F-B1F1-4A6C-894D-90DD393A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refleja</a:t>
            </a:r>
          </a:p>
        </p:txBody>
      </p:sp>
      <p:sp>
        <p:nvSpPr>
          <p:cNvPr id="18" name="spatial_3_title">
            <a:extLst xmlns:a="http://schemas.openxmlformats.org/drawingml/2006/main">
              <a:ext uri="{FF2B5EF4-FFF2-40B4-BE49-F238E27FC236}">
                <a16:creationId xmlns:a16="http://schemas.microsoft.com/office/drawing/2014/main" id="{2191E6D3-F64B-44E1-95D8-6053C209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33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Oyente</a:t>
            </a:r>
          </a:p>
        </p:txBody>
      </p:sp>
      <p:sp>
        <p:nvSpPr>
          <p:cNvPr id="19" name="spatial_3_body">
            <a:extLst xmlns:a="http://schemas.openxmlformats.org/drawingml/2006/main">
              <a:ext uri="{FF2B5EF4-FFF2-40B4-BE49-F238E27FC236}">
                <a16:creationId xmlns:a16="http://schemas.microsoft.com/office/drawing/2014/main" id="{50591860-553F-46FE-AC8B-9C569864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recibe dos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llegadas</a:t>
            </a:r>
          </a:p>
        </p:txBody>
      </p:sp>
      <p:sp>
        <p:nvSpPr>
          <p:cNvPr id="20" name="spatial_4_title">
            <a:extLst xmlns:a="http://schemas.openxmlformats.org/drawingml/2006/main">
              <a:ext uri="{FF2B5EF4-FFF2-40B4-BE49-F238E27FC236}">
                <a16:creationId xmlns:a16="http://schemas.microsoft.com/office/drawing/2014/main" id="{E073A3C3-25FC-4046-A1F0-B7BFED8E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Camino directo</a:t>
            </a:r>
          </a:p>
        </p:txBody>
      </p:sp>
      <p:sp>
        <p:nvSpPr>
          <p:cNvPr id="21" name="spatial_4_body">
            <a:extLst xmlns:a="http://schemas.openxmlformats.org/drawingml/2006/main">
              <a:ext uri="{FF2B5EF4-FFF2-40B4-BE49-F238E27FC236}">
                <a16:creationId xmlns:a16="http://schemas.microsoft.com/office/drawing/2014/main" id="{7B006860-48AE-48A1-BE4B-1CE53425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r_d · línea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sólida</a:t>
            </a:r>
          </a:p>
        </p:txBody>
      </p:sp>
      <p:sp>
        <p:nvSpPr>
          <p:cNvPr id="22" name="spatial_5_title">
            <a:extLst xmlns:a="http://schemas.openxmlformats.org/drawingml/2006/main">
              <a:ext uri="{FF2B5EF4-FFF2-40B4-BE49-F238E27FC236}">
                <a16:creationId xmlns:a16="http://schemas.microsoft.com/office/drawing/2014/main" id="{C16D6628-F2B0-45B1-ADC7-4513342C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Camino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reflejado</a:t>
            </a:r>
          </a:p>
        </p:txBody>
      </p:sp>
      <p:sp>
        <p:nvSpPr>
          <p:cNvPr id="23" name="spatial_5_body">
            <a:extLst xmlns:a="http://schemas.openxmlformats.org/drawingml/2006/main">
              <a:ext uri="{FF2B5EF4-FFF2-40B4-BE49-F238E27FC236}">
                <a16:creationId xmlns:a16="http://schemas.microsoft.com/office/drawing/2014/main" id="{017B7211-46A3-4715-AC4A-359FD419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43475"/>
            <a:ext cx="2476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r_r · línea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discontinua</a:t>
            </a:r>
          </a:p>
        </p:txBody>
      </p:sp>
      <p:sp>
        <p:nvSpPr>
          <p:cNvPr id="24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095783E6-0667-4CDC-BAC1-4F269353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5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0F0C8CB-C118-424F-A820-0553AD6F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641462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2026-08-11T20:47:00.6270000Z</dcterms:created>
  <dcterms:modified xsi:type="dcterms:W3CDTF">2026-08-11T20:47:00.6270000Z</dcterms:modified>
</coreProperties>
</file>