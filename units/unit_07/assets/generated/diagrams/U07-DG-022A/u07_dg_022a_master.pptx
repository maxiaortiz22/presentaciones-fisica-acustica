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f084d52497425f" /><Relationship Type="http://schemas.openxmlformats.org/officeDocument/2006/relationships/extended-properties" Target="/docProps/app.xml" Id="Rd50f69a2cd5c433e" /><Relationship Type="http://schemas.openxmlformats.org/officeDocument/2006/relationships/officeDocument" Target="/ppt/presentation.xml" Id="R4e690d0b491d45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dd61961584d5c"/>
  </p:sldMasterIdLst>
  <p:notesMasterIdLst>
    <p:notesMasterId xmlns:r="http://schemas.openxmlformats.org/officeDocument/2006/relationships" r:id="Rad18bada6b594942"/>
  </p:notesMasterIdLst>
  <p:sldIdLst>
    <p:sldId xmlns:r="http://schemas.openxmlformats.org/officeDocument/2006/relationships" id="256" r:id="R05e1b96d142d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09bb363354b79" /><Relationship Type="http://schemas.openxmlformats.org/officeDocument/2006/relationships/slideMaster" Target="/ppt/slideMasters/slideMaster1.xml" Id="Rc6ddd61961584d5c" /><Relationship Type="http://schemas.openxmlformats.org/officeDocument/2006/relationships/notesMaster" Target="/ppt/notesMasters/notesMaster1.xml" Id="Rad18bada6b594942" /><Relationship Type="http://schemas.openxmlformats.org/officeDocument/2006/relationships/presProps" Target="/ppt/presProps.xml" Id="R66fab8a2f1b64b88" /><Relationship Type="http://schemas.openxmlformats.org/officeDocument/2006/relationships/tableStyles" Target="/ppt/tableStyles.xml" Id="Rf78c6a2d8967454a" /><Relationship Type="http://schemas.openxmlformats.org/officeDocument/2006/relationships/slide" Target="/ppt/slides/slide1.xml" Id="R05e1b96d142d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8a45cce289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0c77b4e244d3d" /><Relationship Type="http://schemas.openxmlformats.org/officeDocument/2006/relationships/notesMaster" Target="/ppt/notesMasters/notesMaster1.xml" Id="Rdf8f7c7ae4bb4c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bef864165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0316855c774f68" /><Relationship Type="http://schemas.openxmlformats.org/officeDocument/2006/relationships/slideLayout" Target="/ppt/slideLayouts/slideLayout1.xml" Id="Rcdd646775314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646775314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58b475d854d16" /><Relationship Type="http://schemas.openxmlformats.org/officeDocument/2006/relationships/notesSlide" Target="/ppt/notesSlides/notesSlide1.xml" Id="R5eb1256953f8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74C0E84-E63D-4EA6-B633-A3635C9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F9A6218-84EC-4FC4-8C88-E31D9AE9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4FABECF-F570-4293-981D-ED60564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C686DD2-C10C-4ED5-82CF-2E4A211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Enmascaramiento energético: la competencia comienza en canales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3ECBC096-D450-4C48-8C7A-B530E1E8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3FF2D190-0F10-43B7-93C4-7894D86D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BC6E85B3-53AD-40FE-966B-A5CF0D44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0B67C68D-BA7B-420E-A0BD-9976845B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AE14811A-C440-4DA6-B87C-FC6EA21E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Objetivo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+ máscara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EC8AB63F-6962-4852-AFE7-E4595E45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físicas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A1677E10-37A3-42C3-8549-FA0A9488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Canales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solapados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5A87A19A-2F54-4F76-8438-BA6B4CCB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energía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compartida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0C0021DA-A2A0-4B0C-B579-F7C671FB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Menor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contraste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864F7C45-755F-4830-BD69-C7B7EE9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interna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991E75CA-59C1-4031-B60F-BF0AC595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CE927C8B-61CA-4AFF-812E-D62B031F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errores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0EBBB2E-D295-44BC-B1B9-0715776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8E209EB-15F0-4555-9F9B-E2340C8B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44504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2026-08-11T20:49:39.8550000Z</dcterms:created>
  <dcterms:modified xsi:type="dcterms:W3CDTF">2026-08-11T20:49:39.8550000Z</dcterms:modified>
</coreProperties>
</file>