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b74ab450bf44af" /><Relationship Type="http://schemas.openxmlformats.org/officeDocument/2006/relationships/extended-properties" Target="/docProps/app.xml" Id="Rf1081ab983a345b8" /><Relationship Type="http://schemas.openxmlformats.org/officeDocument/2006/relationships/officeDocument" Target="/ppt/presentation.xml" Id="Re7604d16cc3a44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76d674736c4810"/>
  </p:sldMasterIdLst>
  <p:notesMasterIdLst>
    <p:notesMasterId xmlns:r="http://schemas.openxmlformats.org/officeDocument/2006/relationships" r:id="Rb624e231e2b046e9"/>
  </p:notesMasterIdLst>
  <p:sldIdLst>
    <p:sldId xmlns:r="http://schemas.openxmlformats.org/officeDocument/2006/relationships" id="256" r:id="Rde1e3b41b1584d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ab38a8eb684090" /><Relationship Type="http://schemas.openxmlformats.org/officeDocument/2006/relationships/slideMaster" Target="/ppt/slideMasters/slideMaster1.xml" Id="R8d76d674736c4810" /><Relationship Type="http://schemas.openxmlformats.org/officeDocument/2006/relationships/notesMaster" Target="/ppt/notesMasters/notesMaster1.xml" Id="Rb624e231e2b046e9" /><Relationship Type="http://schemas.openxmlformats.org/officeDocument/2006/relationships/presProps" Target="/ppt/presProps.xml" Id="R4c0259d818a54330" /><Relationship Type="http://schemas.openxmlformats.org/officeDocument/2006/relationships/tableStyles" Target="/ppt/tableStyles.xml" Id="Rdb37df9bcd684eb1" /><Relationship Type="http://schemas.openxmlformats.org/officeDocument/2006/relationships/slide" Target="/ppt/slides/slide1.xml" Id="Rde1e3b41b1584d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3f926e6b0b44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284843f764425a" /><Relationship Type="http://schemas.openxmlformats.org/officeDocument/2006/relationships/notesMaster" Target="/ppt/notesMasters/notesMaster1.xml" Id="R6078bc49998e4d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575ad618c43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e1e2677268469c" /><Relationship Type="http://schemas.openxmlformats.org/officeDocument/2006/relationships/slideLayout" Target="/ppt/slideLayouts/slideLayout1.xml" Id="Rb8c7ab7662dc40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c7ab7662dc40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158eb06f445d7" /><Relationship Type="http://schemas.openxmlformats.org/officeDocument/2006/relationships/notesSlide" Target="/ppt/notesSlides/notesSlide1.xml" Id="Ra6ff2ca2aba64e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C3A8983-AA20-41FC-A1EF-BFD64839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0AD0A24C-572B-48C8-AC75-0DA1F049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2EFA806F-E7D5-4D1C-815F-422F80FA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8F2204BF-A0A4-42F9-877E-E4FE460E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Dos mecanismos pueden coexistir</a:t>
            </a:r>
          </a:p>
        </p:txBody>
      </p:sp>
      <p:sp>
        <p:nvSpPr>
          <p:cNvPr id="5" name="cell_1_box">
            <a:extLst xmlns:a="http://schemas.openxmlformats.org/drawingml/2006/main">
              <a:ext uri="{FF2B5EF4-FFF2-40B4-BE49-F238E27FC236}">
                <a16:creationId xmlns:a16="http://schemas.microsoft.com/office/drawing/2014/main" id="{7BE81AFE-AB7D-42A4-8D05-E0492BD6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ell_2_box">
            <a:extLst xmlns:a="http://schemas.openxmlformats.org/drawingml/2006/main">
              <a:ext uri="{FF2B5EF4-FFF2-40B4-BE49-F238E27FC236}">
                <a16:creationId xmlns:a16="http://schemas.microsoft.com/office/drawing/2014/main" id="{AD6556E4-E332-43FA-8AAF-B49E7CC9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42875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ell_3_box">
            <a:extLst xmlns:a="http://schemas.openxmlformats.org/drawingml/2006/main">
              <a:ext uri="{FF2B5EF4-FFF2-40B4-BE49-F238E27FC236}">
                <a16:creationId xmlns:a16="http://schemas.microsoft.com/office/drawing/2014/main" id="{19045531-FC9E-4E09-B16F-85F2D784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42875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ell_4_box">
            <a:extLst xmlns:a="http://schemas.openxmlformats.org/drawingml/2006/main">
              <a:ext uri="{FF2B5EF4-FFF2-40B4-BE49-F238E27FC236}">
                <a16:creationId xmlns:a16="http://schemas.microsoft.com/office/drawing/2014/main" id="{57E2C56B-E508-4F04-A9C2-C3BF2DE3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cell_5_box">
            <a:extLst xmlns:a="http://schemas.openxmlformats.org/drawingml/2006/main">
              <a:ext uri="{FF2B5EF4-FFF2-40B4-BE49-F238E27FC236}">
                <a16:creationId xmlns:a16="http://schemas.microsoft.com/office/drawing/2014/main" id="{0C6831DE-9A0F-4ADF-BB62-FB1C0985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61950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0" name="cell_6_box">
            <a:extLst xmlns:a="http://schemas.openxmlformats.org/drawingml/2006/main">
              <a:ext uri="{FF2B5EF4-FFF2-40B4-BE49-F238E27FC236}">
                <a16:creationId xmlns:a16="http://schemas.microsoft.com/office/drawing/2014/main" id="{B979E70E-7340-4BA9-9C90-6F6F9788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619500"/>
            <a:ext cx="3365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cell_1_title">
            <a:extLst xmlns:a="http://schemas.openxmlformats.org/drawingml/2006/main">
              <a:ext uri="{FF2B5EF4-FFF2-40B4-BE49-F238E27FC236}">
                <a16:creationId xmlns:a16="http://schemas.microsoft.com/office/drawing/2014/main" id="{ADDF2082-0228-4B90-83E1-28103798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71625"/>
            <a:ext cx="298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Competencia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energética</a:t>
            </a:r>
          </a:p>
        </p:txBody>
      </p:sp>
      <p:sp>
        <p:nvSpPr>
          <p:cNvPr id="12" name="cell_1_body">
            <a:extLst xmlns:a="http://schemas.openxmlformats.org/drawingml/2006/main">
              <a:ext uri="{FF2B5EF4-FFF2-40B4-BE49-F238E27FC236}">
                <a16:creationId xmlns:a16="http://schemas.microsoft.com/office/drawing/2014/main" id="{D5C47D85-BC45-4E12-8477-9BDC4A71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2984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solapamiento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canales</a:t>
            </a:r>
          </a:p>
        </p:txBody>
      </p:sp>
      <p:sp>
        <p:nvSpPr>
          <p:cNvPr id="13" name="cell_2_title">
            <a:extLst xmlns:a="http://schemas.openxmlformats.org/drawingml/2006/main">
              <a:ext uri="{FF2B5EF4-FFF2-40B4-BE49-F238E27FC236}">
                <a16:creationId xmlns:a16="http://schemas.microsoft.com/office/drawing/2014/main" id="{7AB2ABC1-1DB9-4D06-AC2C-5209A0C2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571625"/>
            <a:ext cx="298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Competencia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informacional</a:t>
            </a:r>
          </a:p>
        </p:txBody>
      </p:sp>
      <p:sp>
        <p:nvSpPr>
          <p:cNvPr id="14" name="cell_2_body">
            <a:extLst xmlns:a="http://schemas.openxmlformats.org/drawingml/2006/main">
              <a:ext uri="{FF2B5EF4-FFF2-40B4-BE49-F238E27FC236}">
                <a16:creationId xmlns:a16="http://schemas.microsoft.com/office/drawing/2014/main" id="{D38A1E19-DA65-4214-AF25-CEB8B6E2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371725"/>
            <a:ext cx="2984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selección de fuente</a:t>
            </a:r>
          </a:p>
        </p:txBody>
      </p:sp>
      <p:sp>
        <p:nvSpPr>
          <p:cNvPr id="15" name="cell_3_title">
            <a:extLst xmlns:a="http://schemas.openxmlformats.org/drawingml/2006/main">
              <a:ext uri="{FF2B5EF4-FFF2-40B4-BE49-F238E27FC236}">
                <a16:creationId xmlns:a16="http://schemas.microsoft.com/office/drawing/2014/main" id="{4A170CE7-78D4-493E-91D3-9D35355F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1571625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Pista espectral</a:t>
            </a:r>
          </a:p>
        </p:txBody>
      </p:sp>
      <p:sp>
        <p:nvSpPr>
          <p:cNvPr id="16" name="cell_3_body">
            <a:extLst xmlns:a="http://schemas.openxmlformats.org/drawingml/2006/main">
              <a:ext uri="{FF2B5EF4-FFF2-40B4-BE49-F238E27FC236}">
                <a16:creationId xmlns:a16="http://schemas.microsoft.com/office/drawing/2014/main" id="{DE2584B7-3903-42D4-8649-D0FED904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047875"/>
            <a:ext cx="298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separación física</a:t>
            </a:r>
          </a:p>
        </p:txBody>
      </p:sp>
      <p:sp>
        <p:nvSpPr>
          <p:cNvPr id="17" name="cell_4_title">
            <a:extLst xmlns:a="http://schemas.openxmlformats.org/drawingml/2006/main">
              <a:ext uri="{FF2B5EF4-FFF2-40B4-BE49-F238E27FC236}">
                <a16:creationId xmlns:a16="http://schemas.microsoft.com/office/drawing/2014/main" id="{89AECC50-CCD9-4607-A5B0-74540E51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Pista espacial</a:t>
            </a:r>
          </a:p>
        </p:txBody>
      </p:sp>
      <p:sp>
        <p:nvSpPr>
          <p:cNvPr id="18" name="cell_4_body">
            <a:extLst xmlns:a="http://schemas.openxmlformats.org/drawingml/2006/main">
              <a:ext uri="{FF2B5EF4-FFF2-40B4-BE49-F238E27FC236}">
                <a16:creationId xmlns:a16="http://schemas.microsoft.com/office/drawing/2014/main" id="{4195811B-E92A-4089-929C-E23E5D40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38625"/>
            <a:ext cx="298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separación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dirección</a:t>
            </a:r>
          </a:p>
        </p:txBody>
      </p:sp>
      <p:sp>
        <p:nvSpPr>
          <p:cNvPr id="19" name="cell_5_title">
            <a:extLst xmlns:a="http://schemas.openxmlformats.org/drawingml/2006/main">
              <a:ext uri="{FF2B5EF4-FFF2-40B4-BE49-F238E27FC236}">
                <a16:creationId xmlns:a16="http://schemas.microsoft.com/office/drawing/2014/main" id="{DC0369BA-DCEA-4DA6-BD5C-26047A89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3762375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Tarea</a:t>
            </a:r>
          </a:p>
        </p:txBody>
      </p:sp>
      <p:sp>
        <p:nvSpPr>
          <p:cNvPr id="20" name="cell_5_body">
            <a:extLst xmlns:a="http://schemas.openxmlformats.org/drawingml/2006/main">
              <a:ext uri="{FF2B5EF4-FFF2-40B4-BE49-F238E27FC236}">
                <a16:creationId xmlns:a16="http://schemas.microsoft.com/office/drawing/2014/main" id="{5B7CA4B8-7DA7-4D57-92FC-5BF7D089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238625"/>
            <a:ext cx="298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qué hay que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reconocer</a:t>
            </a:r>
          </a:p>
        </p:txBody>
      </p:sp>
      <p:sp>
        <p:nvSpPr>
          <p:cNvPr id="21" name="cell_6_title">
            <a:extLst xmlns:a="http://schemas.openxmlformats.org/drawingml/2006/main">
              <a:ext uri="{FF2B5EF4-FFF2-40B4-BE49-F238E27FC236}">
                <a16:creationId xmlns:a16="http://schemas.microsoft.com/office/drawing/2014/main" id="{ACA650B8-E03C-41B8-991A-C3420DC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62375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Oyente</a:t>
            </a:r>
          </a:p>
        </p:txBody>
      </p:sp>
      <p:sp>
        <p:nvSpPr>
          <p:cNvPr id="22" name="cell_6_body">
            <a:extLst xmlns:a="http://schemas.openxmlformats.org/drawingml/2006/main">
              <a:ext uri="{FF2B5EF4-FFF2-40B4-BE49-F238E27FC236}">
                <a16:creationId xmlns:a16="http://schemas.microsoft.com/office/drawing/2014/main" id="{7CF3507E-E72E-498C-A121-BA10163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38625"/>
            <a:ext cx="298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audición y atención</a:t>
            </a:r>
          </a:p>
        </p:txBody>
      </p:sp>
      <p:sp>
        <p:nvSpPr>
          <p:cNvPr id="2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2C3A3DFF-369E-42AD-9485-56492769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230864F-6D12-4A9E-9F82-7F121957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442637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2026-08-11T20:46:50.5560000Z</dcterms:created>
  <dcterms:modified xsi:type="dcterms:W3CDTF">2026-08-11T20:46:50.5560000Z</dcterms:modified>
</coreProperties>
</file>