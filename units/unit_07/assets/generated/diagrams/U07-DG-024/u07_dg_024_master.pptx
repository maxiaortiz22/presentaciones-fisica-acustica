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ec48afa1e8418a" /><Relationship Type="http://schemas.openxmlformats.org/officeDocument/2006/relationships/extended-properties" Target="/docProps/app.xml" Id="Re3fdf491632b4dfc" /><Relationship Type="http://schemas.openxmlformats.org/officeDocument/2006/relationships/officeDocument" Target="/ppt/presentation.xml" Id="R84a478a755334d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65d8d74bd94e31"/>
  </p:sldMasterIdLst>
  <p:notesMasterIdLst>
    <p:notesMasterId xmlns:r="http://schemas.openxmlformats.org/officeDocument/2006/relationships" r:id="R18e6c50c69cf4f42"/>
  </p:notesMasterIdLst>
  <p:sldIdLst>
    <p:sldId xmlns:r="http://schemas.openxmlformats.org/officeDocument/2006/relationships" id="256" r:id="R5ee11a3647984b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c0480632e4795" /><Relationship Type="http://schemas.openxmlformats.org/officeDocument/2006/relationships/slideMaster" Target="/ppt/slideMasters/slideMaster1.xml" Id="R4d65d8d74bd94e31" /><Relationship Type="http://schemas.openxmlformats.org/officeDocument/2006/relationships/notesMaster" Target="/ppt/notesMasters/notesMaster1.xml" Id="R18e6c50c69cf4f42" /><Relationship Type="http://schemas.openxmlformats.org/officeDocument/2006/relationships/presProps" Target="/ppt/presProps.xml" Id="Ra69e011c71c640ad" /><Relationship Type="http://schemas.openxmlformats.org/officeDocument/2006/relationships/tableStyles" Target="/ppt/tableStyles.xml" Id="Ra111c85ba8424246" /><Relationship Type="http://schemas.openxmlformats.org/officeDocument/2006/relationships/slide" Target="/ppt/slides/slide1.xml" Id="R5ee11a3647984b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d3585ae468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e95821121486d" /><Relationship Type="http://schemas.openxmlformats.org/officeDocument/2006/relationships/notesMaster" Target="/ppt/notesMasters/notesMaster1.xml" Id="R655ad0d0d30e4e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3b02e40c045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aab0720c7455a" /><Relationship Type="http://schemas.openxmlformats.org/officeDocument/2006/relationships/slideLayout" Target="/ppt/slideLayouts/slideLayout1.xml" Id="R0b8d92af421b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8d92af421b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d0aa5e8db4f8d" /><Relationship Type="http://schemas.openxmlformats.org/officeDocument/2006/relationships/notesSlide" Target="/ppt/notesSlides/notesSlide1.xml" Id="R25a655c4ea3d40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CAAD023-F7A6-4E97-8646-F3BE46BC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9EA1077-73F9-4CC3-8D42-8B9CBDB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FE6361B-0EA8-4264-B119-0E2A6F4C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EBA3437-7F36-4F77-8F79-D93503D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inteligibilidad pertenece a una prueba definida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4BE680BC-9523-42AB-907B-076C6D9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181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D11A749D-532D-49C1-9502-A76BF3C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181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CB314B0B-6152-48B1-BBA6-B83B7F23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5181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A3FC514F-F3BE-4293-83A3-024C3394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5181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24534666-DA80-4F9D-B377-98D13F8A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Estímulo</a:t>
            </a:r>
          </a:p>
        </p:txBody>
      </p:sp>
      <p:sp>
        <p:nvSpPr>
          <p:cNvPr id="10" name="cell_1_body">
            <a:extLst xmlns:a="http://schemas.openxmlformats.org/drawingml/2006/main">
              <a:ext uri="{FF2B5EF4-FFF2-40B4-BE49-F238E27FC236}">
                <a16:creationId xmlns:a16="http://schemas.microsoft.com/office/drawing/2014/main" id="{E77419DA-AF0C-4877-A2BB-8EA5A03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4800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lista · contexto · nivel</a:t>
            </a:r>
          </a:p>
        </p:txBody>
      </p:sp>
      <p:sp>
        <p:nvSpPr>
          <p:cNvPr id="11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9A1FB227-BE75-41BD-B099-07CAA0B9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Procedimiento</a:t>
            </a:r>
          </a:p>
        </p:txBody>
      </p:sp>
      <p:sp>
        <p:nvSpPr>
          <p:cNvPr id="12" name="cell_2_body">
            <a:extLst xmlns:a="http://schemas.openxmlformats.org/drawingml/2006/main">
              <a:ext uri="{FF2B5EF4-FFF2-40B4-BE49-F238E27FC236}">
                <a16:creationId xmlns:a16="http://schemas.microsoft.com/office/drawing/2014/main" id="{28B4D4C8-67B9-4500-8E63-AB837F8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800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consigna · respuesta · puntaje</a:t>
            </a:r>
          </a:p>
        </p:txBody>
      </p:sp>
      <p:sp>
        <p:nvSpPr>
          <p:cNvPr id="13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9CA2D0A8-7D7D-46A8-9E7C-3C7BA32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Oyente</a:t>
            </a:r>
          </a:p>
        </p:txBody>
      </p:sp>
      <p:sp>
        <p:nvSpPr>
          <p:cNvPr id="14" name="cell_3_body">
            <a:extLst xmlns:a="http://schemas.openxmlformats.org/drawingml/2006/main">
              <a:ext uri="{FF2B5EF4-FFF2-40B4-BE49-F238E27FC236}">
                <a16:creationId xmlns:a16="http://schemas.microsoft.com/office/drawing/2014/main" id="{4560E75A-6C3A-4F5F-9D0D-FCE0050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4800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audición · lengua · experiencia</a:t>
            </a:r>
          </a:p>
        </p:txBody>
      </p:sp>
      <p:sp>
        <p:nvSpPr>
          <p:cNvPr id="15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B49D0FFB-A6C3-4F27-AAF9-D2FF5693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6" name="cell_4_body">
            <a:extLst xmlns:a="http://schemas.openxmlformats.org/drawingml/2006/main">
              <a:ext uri="{FF2B5EF4-FFF2-40B4-BE49-F238E27FC236}">
                <a16:creationId xmlns:a16="http://schemas.microsoft.com/office/drawing/2014/main" id="{6696D559-005A-446E-923E-1C2431F6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4800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porcentaje correcto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94865CC-79EC-4930-925A-E41258F7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AD63168-209A-4DAE-8316-95E8F569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008995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2026-08-11T20:46:51.9650000Z</dcterms:created>
  <dcterms:modified xsi:type="dcterms:W3CDTF">2026-08-11T20:46:51.9650000Z</dcterms:modified>
</coreProperties>
</file>