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c2312831b435a" /><Relationship Type="http://schemas.openxmlformats.org/officeDocument/2006/relationships/extended-properties" Target="/docProps/app.xml" Id="R14a1e584e6774778" /><Relationship Type="http://schemas.openxmlformats.org/officeDocument/2006/relationships/officeDocument" Target="/ppt/presentation.xml" Id="R0f841ff7352c4f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affde070614a5b"/>
  </p:sldMasterIdLst>
  <p:notesMasterIdLst>
    <p:notesMasterId xmlns:r="http://schemas.openxmlformats.org/officeDocument/2006/relationships" r:id="R913317670a0b44d2"/>
  </p:notesMasterIdLst>
  <p:sldIdLst>
    <p:sldId xmlns:r="http://schemas.openxmlformats.org/officeDocument/2006/relationships" id="256" r:id="R452fe56a2c9e4c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1470ecc6943c2" /><Relationship Type="http://schemas.openxmlformats.org/officeDocument/2006/relationships/slideMaster" Target="/ppt/slideMasters/slideMaster1.xml" Id="R44affde070614a5b" /><Relationship Type="http://schemas.openxmlformats.org/officeDocument/2006/relationships/notesMaster" Target="/ppt/notesMasters/notesMaster1.xml" Id="R913317670a0b44d2" /><Relationship Type="http://schemas.openxmlformats.org/officeDocument/2006/relationships/presProps" Target="/ppt/presProps.xml" Id="R59ba7e20a67b4a8d" /><Relationship Type="http://schemas.openxmlformats.org/officeDocument/2006/relationships/tableStyles" Target="/ppt/tableStyles.xml" Id="Rc375aaeab0144c55" /><Relationship Type="http://schemas.openxmlformats.org/officeDocument/2006/relationships/slide" Target="/ppt/slides/slide1.xml" Id="R452fe56a2c9e4c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0f0c9737cc49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5cce3ca4b4212" /><Relationship Type="http://schemas.openxmlformats.org/officeDocument/2006/relationships/notesMaster" Target="/ppt/notesMasters/notesMaster1.xml" Id="Rd4f03f671bc2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dd09663714b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5ddb6694b48d0" /><Relationship Type="http://schemas.openxmlformats.org/officeDocument/2006/relationships/slideLayout" Target="/ppt/slideLayouts/slideLayout1.xml" Id="R0fb546a1b2224e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546a1b2224e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1207018cf4bc2" /><Relationship Type="http://schemas.openxmlformats.org/officeDocument/2006/relationships/notesSlide" Target="/ppt/notesSlides/notesSlide1.xml" Id="R55e4035a488c47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346EBF1-A649-4CE0-90B0-0DA3D08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296525E-A8F1-4DBA-8AA6-4D22F5B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6932BC3-B820-4011-8087-1D83DA4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D7A9322-3DA7-4A39-85C0-D72F088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Segregar una fuente combina pistas físicas y selección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D9A4E123-B993-4C34-A038-46ED471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54CAE62A-8114-4939-B0CD-69C6805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2ED1413F-4580-4495-839E-AA82578B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3BA95CF4-579D-4FAC-AC4C-A960DAC2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78125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BC1C993E-C13E-4BC7-8AE3-7C7D84DD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78125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80869183-AAD8-4D0E-BBBF-9325A77B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275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28E3DB5F-55BB-44F2-8BF4-3E16C8F0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Agrupamiento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perceptual</a:t>
            </a:r>
          </a:p>
        </p:txBody>
      </p:sp>
      <p:sp>
        <p:nvSpPr>
          <p:cNvPr id="12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AD429CB6-E78E-498C-B14A-6864008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formar y seguir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 objeto</a:t>
            </a:r>
          </a:p>
        </p:txBody>
      </p:sp>
      <p:sp>
        <p:nvSpPr>
          <p:cNvPr id="13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9767DF51-E096-42ED-9198-D075744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Frecuencia/timbre</a:t>
            </a:r>
          </a:p>
        </p:txBody>
      </p:sp>
      <p:sp>
        <p:nvSpPr>
          <p:cNvPr id="14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750AA95E-73EF-4EEA-BFF2-52F4B1E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similitud</a:t>
            </a:r>
          </a:p>
        </p:txBody>
      </p:sp>
      <p:sp>
        <p:nvSpPr>
          <p:cNvPr id="15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D16CA0A3-E9BD-4065-9F24-8F0665F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Tiempo</a:t>
            </a:r>
          </a:p>
        </p:txBody>
      </p:sp>
      <p:sp>
        <p:nvSpPr>
          <p:cNvPr id="16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254F20B9-9A76-4279-B2C9-7883EF3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inicio · continuidad</a:t>
            </a:r>
          </a:p>
        </p:txBody>
      </p:sp>
      <p:sp>
        <p:nvSpPr>
          <p:cNvPr id="17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F80D68CF-44A2-4D78-B83F-A16D832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10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Espacio</a:t>
            </a:r>
          </a:p>
        </p:txBody>
      </p:sp>
      <p:sp>
        <p:nvSpPr>
          <p:cNvPr id="18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720268C3-1B24-4559-A63C-DC7B80B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7250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ITD · ILD · espectro</a:t>
            </a:r>
          </a:p>
        </p:txBody>
      </p:sp>
      <p:sp>
        <p:nvSpPr>
          <p:cNvPr id="19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AFE58166-7B1B-4C5A-B935-CA50A01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10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Atención</a:t>
            </a:r>
          </a:p>
        </p:txBody>
      </p:sp>
      <p:sp>
        <p:nvSpPr>
          <p:cNvPr id="20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BB4C2547-5A1C-4590-99FA-B9115DA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7250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meta de la tarea</a:t>
            </a:r>
          </a:p>
        </p:txBody>
      </p:sp>
      <p:sp>
        <p:nvSpPr>
          <p:cNvPr id="21" name="branch_5_title">
            <a:extLst xmlns:a="http://schemas.openxmlformats.org/drawingml/2006/main">
              <a:ext uri="{FF2B5EF4-FFF2-40B4-BE49-F238E27FC236}">
                <a16:creationId xmlns:a16="http://schemas.microsoft.com/office/drawing/2014/main" id="{C81D45CC-43C3-4ACA-A820-B9D84C1D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562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Conocimiento</a:t>
            </a:r>
          </a:p>
        </p:txBody>
      </p:sp>
      <p:sp>
        <p:nvSpPr>
          <p:cNvPr id="22" name="branch_5_body">
            <a:extLst xmlns:a="http://schemas.openxmlformats.org/drawingml/2006/main">
              <a:ext uri="{FF2B5EF4-FFF2-40B4-BE49-F238E27FC236}">
                <a16:creationId xmlns:a16="http://schemas.microsoft.com/office/drawing/2014/main" id="{BB1A6285-AADF-48B2-BC53-BF178D67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4187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lengua · contexto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ABD425B-1254-400B-B8F7-C6C9B23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A31EF1-C173-439F-AC70-C394AC7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98114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2026-08-11T20:47:10.8020000Z</dcterms:created>
  <dcterms:modified xsi:type="dcterms:W3CDTF">2026-08-11T20:47:10.8020000Z</dcterms:modified>
</coreProperties>
</file>