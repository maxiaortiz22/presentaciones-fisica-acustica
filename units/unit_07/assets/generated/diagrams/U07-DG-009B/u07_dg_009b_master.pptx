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b0746c75a54a4f" /><Relationship Type="http://schemas.openxmlformats.org/officeDocument/2006/relationships/extended-properties" Target="/docProps/app.xml" Id="R6d5b039fae8c42d9" /><Relationship Type="http://schemas.openxmlformats.org/officeDocument/2006/relationships/officeDocument" Target="/ppt/presentation.xml" Id="Rbbaf9259a3ae4e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4c3a14be284b89"/>
  </p:sldMasterIdLst>
  <p:notesMasterIdLst>
    <p:notesMasterId xmlns:r="http://schemas.openxmlformats.org/officeDocument/2006/relationships" r:id="R87818db93c6e4a19"/>
  </p:notesMasterIdLst>
  <p:sldIdLst>
    <p:sldId xmlns:r="http://schemas.openxmlformats.org/officeDocument/2006/relationships" id="256" r:id="Rbba7a69eec824c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d9d01ab1e04531" /><Relationship Type="http://schemas.openxmlformats.org/officeDocument/2006/relationships/slideMaster" Target="/ppt/slideMasters/slideMaster1.xml" Id="Rcf4c3a14be284b89" /><Relationship Type="http://schemas.openxmlformats.org/officeDocument/2006/relationships/notesMaster" Target="/ppt/notesMasters/notesMaster1.xml" Id="R87818db93c6e4a19" /><Relationship Type="http://schemas.openxmlformats.org/officeDocument/2006/relationships/presProps" Target="/ppt/presProps.xml" Id="Ra54d723ffc684f69" /><Relationship Type="http://schemas.openxmlformats.org/officeDocument/2006/relationships/tableStyles" Target="/ppt/tableStyles.xml" Id="R2ab88bbeb6a94adc" /><Relationship Type="http://schemas.openxmlformats.org/officeDocument/2006/relationships/slide" Target="/ppt/slides/slide1.xml" Id="Rbba7a69eec824c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39d3f97ca641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4cd4bd03f64e72" /><Relationship Type="http://schemas.openxmlformats.org/officeDocument/2006/relationships/notesMaster" Target="/ppt/notesMasters/notesMaster1.xml" Id="R2f0b022857ed43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69c30f0b74b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1e608ff4b4484d" /><Relationship Type="http://schemas.openxmlformats.org/officeDocument/2006/relationships/slideLayout" Target="/ppt/slideLayouts/slideLayout1.xml" Id="R5adcabe8770c4a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dcabe8770c4a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88fe385d646fe" /><Relationship Type="http://schemas.openxmlformats.org/officeDocument/2006/relationships/notesSlide" Target="/ppt/notesSlides/notesSlide1.xml" Id="R28aee26de97440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2563AE0-7074-40A7-8773-E8F70E0C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0F30E25-0C1E-44D9-AAB6-E630B73C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C7550FA-1AD5-4310-88A7-A3E5934F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250A260-B4AD-41E7-BE34-AF7FF12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Ejemplo: entre 50 y 58 dB SPL hay una diferencia de 8 dB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4DFBEAFC-3E43-4BC9-A13B-D6374052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1AFAA289-C60D-4757-B66D-C1F2D22A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3F7701C5-67E2-4BDD-8DBF-7A9E4B8A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B01FC66B-6FB0-44A9-AF7E-509C1A38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9BD9A5EB-29A9-4773-BCFA-2A66B074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Datos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32AD76FD-344C-468A-A705-7482445A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campo: 50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 SPL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tímpano: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58 dB SPL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7C987360-E5B7-4579-AA24-8A36AA04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Resta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80F35B5A-DD77-4049-BDFE-3CFAC739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58 − 50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9E8BF42A-3481-4866-9281-75CF5722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CAC50CA4-EB87-4864-84DC-C353F9E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G_CT = 8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D7CD77EB-9ECB-48F1-AAFE-5A1B66F3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Límite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99511D7C-74E7-4A93-888D-4219CCA5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no 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sonoridad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ganancia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universal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195FFAAE-2F49-4DA0-B33A-2EE91995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7A32D73-58D3-4AEE-8C01-947BFF4B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703136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2026-08-11T20:46:37.7840000Z</dcterms:created>
  <dcterms:modified xsi:type="dcterms:W3CDTF">2026-08-11T20:46:37.7840000Z</dcterms:modified>
</coreProperties>
</file>