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9d203c41c4490" /><Relationship Type="http://schemas.openxmlformats.org/officeDocument/2006/relationships/extended-properties" Target="/docProps/app.xml" Id="R29a92a10cb6d4cde" /><Relationship Type="http://schemas.openxmlformats.org/officeDocument/2006/relationships/officeDocument" Target="/ppt/presentation.xml" Id="R0007570bd55141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488dc4d37e416b"/>
  </p:sldMasterIdLst>
  <p:notesMasterIdLst>
    <p:notesMasterId xmlns:r="http://schemas.openxmlformats.org/officeDocument/2006/relationships" r:id="R6caf79702de24b40"/>
  </p:notesMasterIdLst>
  <p:sldIdLst>
    <p:sldId xmlns:r="http://schemas.openxmlformats.org/officeDocument/2006/relationships" id="256" r:id="R178f07de655c43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0db2352db4d8b" /><Relationship Type="http://schemas.openxmlformats.org/officeDocument/2006/relationships/slideMaster" Target="/ppt/slideMasters/slideMaster1.xml" Id="Re2488dc4d37e416b" /><Relationship Type="http://schemas.openxmlformats.org/officeDocument/2006/relationships/notesMaster" Target="/ppt/notesMasters/notesMaster1.xml" Id="R6caf79702de24b40" /><Relationship Type="http://schemas.openxmlformats.org/officeDocument/2006/relationships/presProps" Target="/ppt/presProps.xml" Id="R4e3c1cf35e8249c6" /><Relationship Type="http://schemas.openxmlformats.org/officeDocument/2006/relationships/tableStyles" Target="/ppt/tableStyles.xml" Id="R096eb875ada844ac" /><Relationship Type="http://schemas.openxmlformats.org/officeDocument/2006/relationships/slide" Target="/ppt/slides/slide1.xml" Id="R178f07de655c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879c9dcd2643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d91ab486004394" /><Relationship Type="http://schemas.openxmlformats.org/officeDocument/2006/relationships/notesMaster" Target="/ppt/notesMasters/notesMaster1.xml" Id="Rf333bafb51c3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1a5fa4d014e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f480c4b9f4845" /><Relationship Type="http://schemas.openxmlformats.org/officeDocument/2006/relationships/slideLayout" Target="/ppt/slideLayouts/slideLayout1.xml" Id="R25a64ef9c33140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a64ef9c33140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ace7ff6984386" /><Relationship Type="http://schemas.openxmlformats.org/officeDocument/2006/relationships/notesSlide" Target="/ppt/notesSlides/notesSlide1.xml" Id="R7f78d1459b4841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746CEA1-872C-4692-906A-EB02F038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317875B-5247-46E4-A0E5-AA0A1460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BA42F73-F690-4575-B6D2-FF802D5A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FE1789C-22CF-4C1D-9A1A-78F49CC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relación fones–sones usa un exponente adimensional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643EB54F-75CF-4408-B087-D9C91134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679BFFB0-D165-4427-9F65-43F82E4A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E8EE0D69-924F-4427-A89B-4256405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4371728E-C542-4207-8698-4BBAB7E1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C6440AFF-54DF-4487-BFE4-671AD4B3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5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240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4582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5240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4582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7850CC5F-6943-489C-B2DD-C99FE48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N_son = 2^[(L_N − 40 fon)/(10 fon)] son</a:t>
            </a:r>
          </a:p>
        </p:txBody>
      </p:sp>
      <p:sp>
        <p:nvSpPr>
          <p:cNvPr id="15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4C2F62D5-1959-4DBA-8319-B05476CA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76575"/>
            <a:ext cx="876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válida aquí para L_N ≥ 40 fon</a:t>
            </a:r>
          </a:p>
        </p:txBody>
      </p:sp>
      <p:sp>
        <p:nvSpPr>
          <p:cNvPr id="16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0868AD6C-1C16-45F9-9F85-9DDA671D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base 2</a:t>
            </a:r>
          </a:p>
        </p:txBody>
      </p:sp>
      <p:sp>
        <p:nvSpPr>
          <p:cNvPr id="17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51700857-298A-4C4A-9DD5-09F9C361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cada 10 fon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duplica</a:t>
            </a:r>
          </a:p>
        </p:txBody>
      </p:sp>
      <p:sp>
        <p:nvSpPr>
          <p:cNvPr id="18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6DED0952-96F2-434E-8198-69747E78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L_N − 40 fon</a:t>
            </a:r>
          </a:p>
        </p:txBody>
      </p:sp>
      <p:sp>
        <p:nvSpPr>
          <p:cNvPr id="19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ECF0D98C-3FB1-4669-834C-0B5DF3DB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distancia a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referencia</a:t>
            </a:r>
          </a:p>
        </p:txBody>
      </p:sp>
      <p:sp>
        <p:nvSpPr>
          <p:cNvPr id="20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DA0D430A-1DF7-46CE-A135-F78C6D8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10 fon</a:t>
            </a:r>
          </a:p>
        </p:txBody>
      </p:sp>
      <p:sp>
        <p:nvSpPr>
          <p:cNvPr id="21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82542353-FA0A-4916-96A7-0068316E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hace adimensional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el exponente</a:t>
            </a:r>
          </a:p>
        </p:txBody>
      </p:sp>
      <p:sp>
        <p:nvSpPr>
          <p:cNvPr id="22" name="callout_4_title">
            <a:extLst xmlns:a="http://schemas.openxmlformats.org/drawingml/2006/main">
              <a:ext uri="{FF2B5EF4-FFF2-40B4-BE49-F238E27FC236}">
                <a16:creationId xmlns:a16="http://schemas.microsoft.com/office/drawing/2014/main" id="{6BA485AE-4A09-4AA9-AE1B-C338CC9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son</a:t>
            </a:r>
          </a:p>
        </p:txBody>
      </p:sp>
      <p:sp>
        <p:nvSpPr>
          <p:cNvPr id="23" name="callout_4_body">
            <a:extLst xmlns:a="http://schemas.openxmlformats.org/drawingml/2006/main">
              <a:ext uri="{FF2B5EF4-FFF2-40B4-BE49-F238E27FC236}">
                <a16:creationId xmlns:a16="http://schemas.microsoft.com/office/drawing/2014/main" id="{8236BE66-B64A-4DDA-9B54-EA771DFD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unidad del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resultado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2650F28C-D0B3-4862-A25E-D3A293EF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B4A8066-7719-4988-A2D2-2571D493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2013793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2026-08-11T20:46:42.0850000Z</dcterms:created>
  <dcterms:modified xsi:type="dcterms:W3CDTF">2026-08-11T20:46:42.0850000Z</dcterms:modified>
</coreProperties>
</file>