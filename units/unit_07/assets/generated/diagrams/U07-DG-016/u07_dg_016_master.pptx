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927ffaa9c4151" /><Relationship Type="http://schemas.openxmlformats.org/officeDocument/2006/relationships/extended-properties" Target="/docProps/app.xml" Id="R7bd412563c2e474b" /><Relationship Type="http://schemas.openxmlformats.org/officeDocument/2006/relationships/officeDocument" Target="/ppt/presentation.xml" Id="R043d0b49bd2c49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f51d56bd34a43"/>
  </p:sldMasterIdLst>
  <p:notesMasterIdLst>
    <p:notesMasterId xmlns:r="http://schemas.openxmlformats.org/officeDocument/2006/relationships" r:id="Rc3d4396a05a146a6"/>
  </p:notesMasterIdLst>
  <p:sldIdLst>
    <p:sldId xmlns:r="http://schemas.openxmlformats.org/officeDocument/2006/relationships" id="256" r:id="R5ba7ed982869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12cb36fc4424f" /><Relationship Type="http://schemas.openxmlformats.org/officeDocument/2006/relationships/slideMaster" Target="/ppt/slideMasters/slideMaster1.xml" Id="Re2bf51d56bd34a43" /><Relationship Type="http://schemas.openxmlformats.org/officeDocument/2006/relationships/notesMaster" Target="/ppt/notesMasters/notesMaster1.xml" Id="Rc3d4396a05a146a6" /><Relationship Type="http://schemas.openxmlformats.org/officeDocument/2006/relationships/presProps" Target="/ppt/presProps.xml" Id="Rae5e2b4e6c3243b7" /><Relationship Type="http://schemas.openxmlformats.org/officeDocument/2006/relationships/tableStyles" Target="/ppt/tableStyles.xml" Id="R9134fbddd75b4eda" /><Relationship Type="http://schemas.openxmlformats.org/officeDocument/2006/relationships/slide" Target="/ppt/slides/slide1.xml" Id="R5ba7ed982869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640a993b5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4e572bb66840d2" /><Relationship Type="http://schemas.openxmlformats.org/officeDocument/2006/relationships/notesMaster" Target="/ppt/notesMasters/notesMaster1.xml" Id="Rf030d52140414b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2df6bc74a4f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f267d42174709" /><Relationship Type="http://schemas.openxmlformats.org/officeDocument/2006/relationships/slideLayout" Target="/ppt/slideLayouts/slideLayout1.xml" Id="Rc0306dc4e549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6dc4e549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59103feb7464b" /><Relationship Type="http://schemas.openxmlformats.org/officeDocument/2006/relationships/notesSlide" Target="/ppt/notesSlides/notesSlide1.xml" Id="Rf882b6b7b9f9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2FAFCB9-3E44-4409-8051-B92F0625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0C0B39C-137E-4464-B89C-F3D4C39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E263797-2686-4086-BE81-420C4094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9D6DEAB-EB7F-474B-AC63-5DC5F69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Tres niveles evitan una resta ambigua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30996CC3-E21E-4CDE-BEC8-8CA3A6E4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D088BEAD-E68C-4A7B-B24A-BEC318AF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767AE6B9-67CC-4093-B708-7939B8C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0B44D681-353B-47A6-B731-6A1F632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EA2BC391-4DA9-403C-8738-F6FFB63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Condición de medición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5A9ABC0C-F6F6-4CC6-ACB4-5942B58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misma f_obj y procedimiento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1362E2F3-4CB2-4764-81E7-5B7294E0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L_umbral,q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B7059D93-B6B6-4A92-B574-E7AD7403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umbral en quietud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64BE33D2-A7CF-4F27-8D06-0B9827B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L_enmascarador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128410EC-706E-4361-B76F-D0442328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de la máscara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· dB SPL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17459D76-27BE-42BF-B513-85F1C46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L_umbral,e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71EA887B-BDB4-4693-8F38-F005C1A4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umbral enmascarado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F53ACC1-5F17-4D24-A699-49E4EBF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BEF2DD7-487B-46A5-A6A4-0EF0CFCB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57805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2026-08-11T20:46:43.5220000Z</dcterms:created>
  <dcterms:modified xsi:type="dcterms:W3CDTF">2026-08-11T20:46:43.5220000Z</dcterms:modified>
</coreProperties>
</file>