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81b4a668f84b0b" /><Relationship Type="http://schemas.openxmlformats.org/officeDocument/2006/relationships/extended-properties" Target="/docProps/app.xml" Id="R21459dd2f0f94c49" /><Relationship Type="http://schemas.openxmlformats.org/officeDocument/2006/relationships/officeDocument" Target="/ppt/presentation.xml" Id="R8396ad0e75cf46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95632f48334bb4"/>
  </p:sldMasterIdLst>
  <p:notesMasterIdLst>
    <p:notesMasterId xmlns:r="http://schemas.openxmlformats.org/officeDocument/2006/relationships" r:id="R2d02a584904841bb"/>
  </p:notesMasterIdLst>
  <p:sldIdLst>
    <p:sldId xmlns:r="http://schemas.openxmlformats.org/officeDocument/2006/relationships" id="256" r:id="R8f98a2d81c6141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14f2751a5b4f8d" /><Relationship Type="http://schemas.openxmlformats.org/officeDocument/2006/relationships/slideMaster" Target="/ppt/slideMasters/slideMaster1.xml" Id="R1795632f48334bb4" /><Relationship Type="http://schemas.openxmlformats.org/officeDocument/2006/relationships/notesMaster" Target="/ppt/notesMasters/notesMaster1.xml" Id="R2d02a584904841bb" /><Relationship Type="http://schemas.openxmlformats.org/officeDocument/2006/relationships/presProps" Target="/ppt/presProps.xml" Id="R60f66f52ac744ef5" /><Relationship Type="http://schemas.openxmlformats.org/officeDocument/2006/relationships/tableStyles" Target="/ppt/tableStyles.xml" Id="R8d7afcd8ecdd4094" /><Relationship Type="http://schemas.openxmlformats.org/officeDocument/2006/relationships/slide" Target="/ppt/slides/slide1.xml" Id="R8f98a2d81c6141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4b7779e0804a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78172b43b047e6" /><Relationship Type="http://schemas.openxmlformats.org/officeDocument/2006/relationships/notesMaster" Target="/ppt/notesMasters/notesMaster1.xml" Id="R7e23fa4b20f441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9868dfd9a42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862c533abf4963" /><Relationship Type="http://schemas.openxmlformats.org/officeDocument/2006/relationships/slideLayout" Target="/ppt/slideLayouts/slideLayout1.xml" Id="R46610ffeb5f740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10ffeb5f740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77988931e494f" /><Relationship Type="http://schemas.openxmlformats.org/officeDocument/2006/relationships/notesSlide" Target="/ppt/notesSlides/notesSlide1.xml" Id="Rbcb6ac73a2f445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3BAA8CF-9AB3-4E38-85DE-5E169653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ED92BC4-A144-428C-BB20-4245E06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985DECF6-BD9C-4B46-96BF-F400E552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3BB8E6B-0949-4773-859C-19E51F50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Una fuente lateral produce dos señales de oído</a:t>
            </a:r>
          </a:p>
        </p:txBody>
      </p:sp>
      <p:sp>
        <p:nvSpPr>
          <p:cNvPr id="5" name="spatial_1_box">
            <a:extLst xmlns:a="http://schemas.openxmlformats.org/drawingml/2006/main">
              <a:ext uri="{FF2B5EF4-FFF2-40B4-BE49-F238E27FC236}">
                <a16:creationId xmlns:a16="http://schemas.microsoft.com/office/drawing/2014/main" id="{6F0A2D04-109B-41CE-8B4A-1EF28565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667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patial_2_box">
            <a:extLst xmlns:a="http://schemas.openxmlformats.org/drawingml/2006/main">
              <a:ext uri="{FF2B5EF4-FFF2-40B4-BE49-F238E27FC236}">
                <a16:creationId xmlns:a16="http://schemas.microsoft.com/office/drawing/2014/main" id="{8F65BB6F-667D-45DA-B412-DF05D24E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spatial_3_box">
            <a:extLst xmlns:a="http://schemas.openxmlformats.org/drawingml/2006/main">
              <a:ext uri="{FF2B5EF4-FFF2-40B4-BE49-F238E27FC236}">
                <a16:creationId xmlns:a16="http://schemas.microsoft.com/office/drawing/2014/main" id="{3DC27891-E9D8-4BFF-9D06-C3945725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9062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spatial_4_box">
            <a:extLst xmlns:a="http://schemas.openxmlformats.org/drawingml/2006/main">
              <a:ext uri="{FF2B5EF4-FFF2-40B4-BE49-F238E27FC236}">
                <a16:creationId xmlns:a16="http://schemas.microsoft.com/office/drawing/2014/main" id="{4368AD48-9D5D-4989-B8CD-CBFE8142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spatial_5_box">
            <a:extLst xmlns:a="http://schemas.openxmlformats.org/drawingml/2006/main">
              <a:ext uri="{FF2B5EF4-FFF2-40B4-BE49-F238E27FC236}">
                <a16:creationId xmlns:a16="http://schemas.microsoft.com/office/drawing/2014/main" id="{88F905B7-9288-43B7-B742-3E978BA6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5" name="spatial_edge_1"/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3714750" y="2000250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spatial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429500" y="2000250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spatial_edge_3"/>
          <p:cNvCxnSpPr>
            <a:stCxn xmlns:a="http://schemas.openxmlformats.org/drawingml/2006/main" id="5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714750" y="3286125"/>
            <a:ext cx="10477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spatial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3286125"/>
            <a:ext cx="10477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patial_1_title">
            <a:extLst xmlns:a="http://schemas.openxmlformats.org/drawingml/2006/main">
              <a:ext uri="{FF2B5EF4-FFF2-40B4-BE49-F238E27FC236}">
                <a16:creationId xmlns:a16="http://schemas.microsoft.com/office/drawing/2014/main" id="{DCC5E273-F4A6-4171-91E0-6F25A12A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lateral</a:t>
            </a:r>
          </a:p>
        </p:txBody>
      </p:sp>
      <p:sp>
        <p:nvSpPr>
          <p:cNvPr id="15" name="spatial_1_body">
            <a:extLst xmlns:a="http://schemas.openxmlformats.org/drawingml/2006/main">
              <a:ext uri="{FF2B5EF4-FFF2-40B4-BE49-F238E27FC236}">
                <a16:creationId xmlns:a16="http://schemas.microsoft.com/office/drawing/2014/main" id="{4E9BEE5E-8909-4E21-8F20-E727AC7B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28975"/>
            <a:ext cx="2286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posición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definida</a:t>
            </a:r>
          </a:p>
        </p:txBody>
      </p:sp>
      <p:sp>
        <p:nvSpPr>
          <p:cNvPr id="16" name="spatial_2_title">
            <a:extLst xmlns:a="http://schemas.openxmlformats.org/drawingml/2006/main">
              <a:ext uri="{FF2B5EF4-FFF2-40B4-BE49-F238E27FC236}">
                <a16:creationId xmlns:a16="http://schemas.microsoft.com/office/drawing/2014/main" id="{C90CBAB0-41DC-4A91-B54D-DC915831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3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Oído L</a:t>
            </a:r>
          </a:p>
        </p:txBody>
      </p:sp>
      <p:sp>
        <p:nvSpPr>
          <p:cNvPr id="17" name="spatial_2_body">
            <a:extLst xmlns:a="http://schemas.openxmlformats.org/drawingml/2006/main">
              <a:ext uri="{FF2B5EF4-FFF2-40B4-BE49-F238E27FC236}">
                <a16:creationId xmlns:a16="http://schemas.microsoft.com/office/drawing/2014/main" id="{DED3578C-267A-4377-9681-5471C9B5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tiempo y nivel</a:t>
            </a:r>
          </a:p>
        </p:txBody>
      </p:sp>
      <p:sp>
        <p:nvSpPr>
          <p:cNvPr id="18" name="spatial_3_title">
            <a:extLst xmlns:a="http://schemas.openxmlformats.org/drawingml/2006/main">
              <a:ext uri="{FF2B5EF4-FFF2-40B4-BE49-F238E27FC236}">
                <a16:creationId xmlns:a16="http://schemas.microsoft.com/office/drawing/2014/main" id="{697D857A-CE3A-47BF-A31C-995369E0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Oído R</a:t>
            </a:r>
          </a:p>
        </p:txBody>
      </p:sp>
      <p:sp>
        <p:nvSpPr>
          <p:cNvPr id="19" name="spatial_3_body">
            <a:extLst xmlns:a="http://schemas.openxmlformats.org/drawingml/2006/main">
              <a:ext uri="{FF2B5EF4-FFF2-40B4-BE49-F238E27FC236}">
                <a16:creationId xmlns:a16="http://schemas.microsoft.com/office/drawing/2014/main" id="{2349BB09-5471-4CE6-BE47-E3A768BD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tiempo y nivel</a:t>
            </a:r>
          </a:p>
        </p:txBody>
      </p:sp>
      <p:sp>
        <p:nvSpPr>
          <p:cNvPr id="20" name="spatial_4_title">
            <a:extLst xmlns:a="http://schemas.openxmlformats.org/drawingml/2006/main">
              <a:ext uri="{FF2B5EF4-FFF2-40B4-BE49-F238E27FC236}">
                <a16:creationId xmlns:a16="http://schemas.microsoft.com/office/drawing/2014/main" id="{82D72C1B-F90D-4EDE-BE03-697A6E5A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ITD</a:t>
            </a:r>
          </a:p>
        </p:txBody>
      </p:sp>
      <p:sp>
        <p:nvSpPr>
          <p:cNvPr id="21" name="spatial_4_body">
            <a:extLst xmlns:a="http://schemas.openxmlformats.org/drawingml/2006/main">
              <a:ext uri="{FF2B5EF4-FFF2-40B4-BE49-F238E27FC236}">
                <a16:creationId xmlns:a16="http://schemas.microsoft.com/office/drawing/2014/main" id="{B976A88D-A3F5-4A04-9B47-8208E4B3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diferencia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tiempo</a:t>
            </a:r>
          </a:p>
        </p:txBody>
      </p:sp>
      <p:sp>
        <p:nvSpPr>
          <p:cNvPr id="22" name="spatial_5_title">
            <a:extLst xmlns:a="http://schemas.openxmlformats.org/drawingml/2006/main">
              <a:ext uri="{FF2B5EF4-FFF2-40B4-BE49-F238E27FC236}">
                <a16:creationId xmlns:a16="http://schemas.microsoft.com/office/drawing/2014/main" id="{6B47E08F-E3E2-4EDD-A466-CCFC0E03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ILD</a:t>
            </a:r>
          </a:p>
        </p:txBody>
      </p:sp>
      <p:sp>
        <p:nvSpPr>
          <p:cNvPr id="23" name="spatial_5_body">
            <a:extLst xmlns:a="http://schemas.openxmlformats.org/drawingml/2006/main">
              <a:ext uri="{FF2B5EF4-FFF2-40B4-BE49-F238E27FC236}">
                <a16:creationId xmlns:a16="http://schemas.microsoft.com/office/drawing/2014/main" id="{CB51C1BD-211C-4678-A844-C643734E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19625"/>
            <a:ext cx="247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diferencia de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nivel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D8B384C-0685-4B4F-9B6A-7BDCA376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1D0079D-6A92-42BA-9322-7D260527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507809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2026-08-11T20:47:05.7610000Z</dcterms:created>
  <dcterms:modified xsi:type="dcterms:W3CDTF">2026-08-11T20:47:05.7610000Z</dcterms:modified>
</coreProperties>
</file>