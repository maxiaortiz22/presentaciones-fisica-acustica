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153e6a00d04400" /><Relationship Type="http://schemas.openxmlformats.org/officeDocument/2006/relationships/extended-properties" Target="/docProps/app.xml" Id="R60fec41f9c3349a8" /><Relationship Type="http://schemas.openxmlformats.org/officeDocument/2006/relationships/officeDocument" Target="/ppt/presentation.xml" Id="R2b3229e23c344e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2dc050f5be49f3"/>
  </p:sldMasterIdLst>
  <p:notesMasterIdLst>
    <p:notesMasterId xmlns:r="http://schemas.openxmlformats.org/officeDocument/2006/relationships" r:id="Rc9baa478e8ed4627"/>
  </p:notesMasterIdLst>
  <p:sldIdLst>
    <p:sldId xmlns:r="http://schemas.openxmlformats.org/officeDocument/2006/relationships" id="256" r:id="R33710439fd8941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0e57cdc110439b" /><Relationship Type="http://schemas.openxmlformats.org/officeDocument/2006/relationships/slideMaster" Target="/ppt/slideMasters/slideMaster1.xml" Id="R012dc050f5be49f3" /><Relationship Type="http://schemas.openxmlformats.org/officeDocument/2006/relationships/notesMaster" Target="/ppt/notesMasters/notesMaster1.xml" Id="Rc9baa478e8ed4627" /><Relationship Type="http://schemas.openxmlformats.org/officeDocument/2006/relationships/presProps" Target="/ppt/presProps.xml" Id="R8c7a6b9f01ec4700" /><Relationship Type="http://schemas.openxmlformats.org/officeDocument/2006/relationships/tableStyles" Target="/ppt/tableStyles.xml" Id="R8876e7c09bfd448e" /><Relationship Type="http://schemas.openxmlformats.org/officeDocument/2006/relationships/slide" Target="/ppt/slides/slide1.xml" Id="R33710439fd8941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4a26dbeb5e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aa2cc0f2bb48cc" /><Relationship Type="http://schemas.openxmlformats.org/officeDocument/2006/relationships/notesMaster" Target="/ppt/notesMasters/notesMaster1.xml" Id="R0af4906ecbd3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c3b5acfa34e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645bd777c14e7c" /><Relationship Type="http://schemas.openxmlformats.org/officeDocument/2006/relationships/slideLayout" Target="/ppt/slideLayouts/slideLayout1.xml" Id="R40ce3bd26af44d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ce3bd26af44d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78a049c44b64" /><Relationship Type="http://schemas.openxmlformats.org/officeDocument/2006/relationships/notesSlide" Target="/ppt/notesSlides/notesSlide1.xml" Id="Rac0158039fa14a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E048621-8B0E-4011-9B2D-0D67B784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EDE6BFB-8172-48F0-ACED-864DA25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1A3593B-5226-4485-8BD3-A180A22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EB960F3-45EE-4E07-901A-46259923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Ejemplo: d = 0,180 m da cerca de 525 μs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B586FAB8-3894-4ABD-B9A5-DC426CD9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149A3E1F-0A78-413C-86F5-E06064FA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23802FB2-111E-4AB5-8CF5-2CB1296A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F0F5ECBE-6756-4C1E-BEFF-5FC5EAF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57B21DA3-E0E1-463A-B106-FB8C37D7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Datos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E51602D5-662A-4BAE-8E90-4A9DFE11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 = 0,180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 = 343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m/s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FAC09851-CCE2-4CA8-AFBD-1FDD8FE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Dividir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B8B9D3C1-18D7-4ABA-858E-2CBED56D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0,180 /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343 s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3E6BBEFD-5649-47E7-A1C7-0902CCE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Convertir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6D6FAC9E-4634-49A0-B5C4-7B36FB3B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0,000525 s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B12C885A-8605-4C55-A285-DDAAE0CB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78BFD40E-BB7E-4E4F-9CC2-252487E2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≈ 525 μs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orden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magnitud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2BF99B7-D530-47E4-B8D6-445A2FC6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646BD80-38FE-43BA-9C84-C08CC897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79171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2026-08-11T20:47:08.1050000Z</dcterms:created>
  <dcterms:modified xsi:type="dcterms:W3CDTF">2026-08-11T20:47:08.1050000Z</dcterms:modified>
</coreProperties>
</file>