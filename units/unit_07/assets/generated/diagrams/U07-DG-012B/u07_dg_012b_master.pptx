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916a07f365402d" /><Relationship Type="http://schemas.openxmlformats.org/officeDocument/2006/relationships/extended-properties" Target="/docProps/app.xml" Id="R871d6e18b19346db" /><Relationship Type="http://schemas.openxmlformats.org/officeDocument/2006/relationships/officeDocument" Target="/ppt/presentation.xml" Id="Rb8b5af0bd4c44a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140c5ccb854564"/>
  </p:sldMasterIdLst>
  <p:notesMasterIdLst>
    <p:notesMasterId xmlns:r="http://schemas.openxmlformats.org/officeDocument/2006/relationships" r:id="Rbcbd2aee738541a3"/>
  </p:notesMasterIdLst>
  <p:sldIdLst>
    <p:sldId xmlns:r="http://schemas.openxmlformats.org/officeDocument/2006/relationships" id="256" r:id="R2fcefc5ce99745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89b86970be4abd" /><Relationship Type="http://schemas.openxmlformats.org/officeDocument/2006/relationships/slideMaster" Target="/ppt/slideMasters/slideMaster1.xml" Id="R45140c5ccb854564" /><Relationship Type="http://schemas.openxmlformats.org/officeDocument/2006/relationships/notesMaster" Target="/ppt/notesMasters/notesMaster1.xml" Id="Rbcbd2aee738541a3" /><Relationship Type="http://schemas.openxmlformats.org/officeDocument/2006/relationships/presProps" Target="/ppt/presProps.xml" Id="R344fea1e65ad4f4c" /><Relationship Type="http://schemas.openxmlformats.org/officeDocument/2006/relationships/tableStyles" Target="/ppt/tableStyles.xml" Id="Rec73954fc99b40df" /><Relationship Type="http://schemas.openxmlformats.org/officeDocument/2006/relationships/slide" Target="/ppt/slides/slide1.xml" Id="R2fcefc5ce99745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64cebf37544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d7c29cb62841a1" /><Relationship Type="http://schemas.openxmlformats.org/officeDocument/2006/relationships/notesMaster" Target="/ppt/notesMasters/notesMaster1.xml" Id="R3c8ca407f556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19fa4573e44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4f70b149643f9" /><Relationship Type="http://schemas.openxmlformats.org/officeDocument/2006/relationships/slideLayout" Target="/ppt/slideLayouts/slideLayout1.xml" Id="R6a23726042e5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23726042e5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86598083d45f3" /><Relationship Type="http://schemas.openxmlformats.org/officeDocument/2006/relationships/notesSlide" Target="/ppt/notesSlides/notesSlide1.xml" Id="R3edda683dacc46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7144C62-2360-487B-9854-4522E8C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E10C55B-627B-483F-A1DA-459A99E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98D3ECE-02F0-4DCB-B99B-0CF1D43F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3B2C55A-A383-4AAA-A4E2-CA247795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Una señal puede cambiar en más de una dimensión perceptual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566B85D8-3F52-48F2-BC94-84EE85AD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B818F2CB-2F4F-43AC-99A2-429E8DD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F23F141E-1C5D-4B8B-ABFA-A6BFEB10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33500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1FEA8DE5-79ED-4B48-BEA0-C4F86604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00438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41C58A4F-A7D8-4393-A078-949A80DC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00438"/>
            <a:ext cx="3286125" cy="2024063"/>
          </a:xfrm>
          <a:prstGeom xmlns:a="http://schemas.openxmlformats.org/drawingml/2006/main" prst="roundRect">
            <a:avLst>
              <a:gd name="adj" fmla="val 376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00EECA03-20F3-4FFC-AD73-7136050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 acústica</a:t>
            </a:r>
          </a:p>
        </p:txBody>
      </p:sp>
      <p:sp>
        <p:nvSpPr>
          <p:cNvPr id="11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AB0B0434-36CB-4303-9B7B-1C60AA73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múltiples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descriptores</a:t>
            </a:r>
          </a:p>
        </p:txBody>
      </p:sp>
      <p:sp>
        <p:nvSpPr>
          <p:cNvPr id="12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7AE0BCF6-38BC-4BAB-BD96-D48C838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Altura tonal</a:t>
            </a:r>
          </a:p>
        </p:txBody>
      </p:sp>
      <p:sp>
        <p:nvSpPr>
          <p:cNvPr id="13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5FBC1710-5455-424A-9C28-11202406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principalmente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frecuencia</a:t>
            </a:r>
          </a:p>
        </p:txBody>
      </p:sp>
      <p:sp>
        <p:nvSpPr>
          <p:cNvPr id="14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88295AF4-58DF-4AD1-9B84-C43AD76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Sonoridad</a:t>
            </a:r>
          </a:p>
        </p:txBody>
      </p:sp>
      <p:sp>
        <p:nvSpPr>
          <p:cNvPr id="15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D6802C73-C543-4415-A4DE-8A3779B2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 + frecuencia +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tiempo</a:t>
            </a:r>
          </a:p>
        </p:txBody>
      </p:sp>
      <p:sp>
        <p:nvSpPr>
          <p:cNvPr id="16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CF0E5F43-E347-4204-8147-A6D9628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3313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Timbre</a:t>
            </a:r>
          </a:p>
        </p:txBody>
      </p:sp>
      <p:sp>
        <p:nvSpPr>
          <p:cNvPr id="17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AB210F1D-DB78-4775-8F82-E8E460D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9563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espectro + tiempo</a:t>
            </a:r>
          </a:p>
        </p:txBody>
      </p:sp>
      <p:sp>
        <p:nvSpPr>
          <p:cNvPr id="18" name="branch_4_title">
            <a:extLst xmlns:a="http://schemas.openxmlformats.org/drawingml/2006/main">
              <a:ext uri="{FF2B5EF4-FFF2-40B4-BE49-F238E27FC236}">
                <a16:creationId xmlns:a16="http://schemas.microsoft.com/office/drawing/2014/main" id="{921761C5-D6B8-434E-BE7B-859C4AFF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43313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Duración</a:t>
            </a:r>
          </a:p>
        </p:txBody>
      </p:sp>
      <p:sp>
        <p:nvSpPr>
          <p:cNvPr id="19" name="branch_4_body">
            <a:extLst xmlns:a="http://schemas.openxmlformats.org/drawingml/2006/main">
              <a:ext uri="{FF2B5EF4-FFF2-40B4-BE49-F238E27FC236}">
                <a16:creationId xmlns:a16="http://schemas.microsoft.com/office/drawing/2014/main" id="{ED143599-A338-4A92-9FCF-FC1C1D58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19563"/>
            <a:ext cx="2905125" cy="1309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estructura temporal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84BFF0E-683B-48B0-BBE0-C3FA7F4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751C035-89FF-4E73-A558-2010F97F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486692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2026-08-11T20:46:39.9460000Z</dcterms:created>
  <dcterms:modified xsi:type="dcterms:W3CDTF">2026-08-11T20:46:39.9460000Z</dcterms:modified>
</coreProperties>
</file>