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aa3edd55044de9" /><Relationship Type="http://schemas.openxmlformats.org/officeDocument/2006/relationships/extended-properties" Target="/docProps/app.xml" Id="Re80512a6ad5e4680" /><Relationship Type="http://schemas.openxmlformats.org/officeDocument/2006/relationships/officeDocument" Target="/ppt/presentation.xml" Id="R0ece0af1fda247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7dabb877c54377"/>
  </p:sldMasterIdLst>
  <p:notesMasterIdLst>
    <p:notesMasterId xmlns:r="http://schemas.openxmlformats.org/officeDocument/2006/relationships" r:id="Rb773b82358664d62"/>
  </p:notesMasterIdLst>
  <p:sldIdLst>
    <p:sldId xmlns:r="http://schemas.openxmlformats.org/officeDocument/2006/relationships" id="256" r:id="Rac237841eb6b4f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ea2e2cdcf40f6" /><Relationship Type="http://schemas.openxmlformats.org/officeDocument/2006/relationships/slideMaster" Target="/ppt/slideMasters/slideMaster1.xml" Id="R847dabb877c54377" /><Relationship Type="http://schemas.openxmlformats.org/officeDocument/2006/relationships/notesMaster" Target="/ppt/notesMasters/notesMaster1.xml" Id="Rb773b82358664d62" /><Relationship Type="http://schemas.openxmlformats.org/officeDocument/2006/relationships/presProps" Target="/ppt/presProps.xml" Id="Rd24c52d5493c4965" /><Relationship Type="http://schemas.openxmlformats.org/officeDocument/2006/relationships/tableStyles" Target="/ppt/tableStyles.xml" Id="R494f0b6a967a40ce" /><Relationship Type="http://schemas.openxmlformats.org/officeDocument/2006/relationships/slide" Target="/ppt/slides/slide1.xml" Id="Rac237841eb6b4f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dea53d4e014d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9f8a7e92164e92" /><Relationship Type="http://schemas.openxmlformats.org/officeDocument/2006/relationships/notesMaster" Target="/ppt/notesMasters/notesMaster1.xml" Id="R711dc32a866a42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6e205245d4d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0463eecd314ef0" /><Relationship Type="http://schemas.openxmlformats.org/officeDocument/2006/relationships/slideLayout" Target="/ppt/slideLayouts/slideLayout1.xml" Id="R9e78f22d57a642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78f22d57a642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cc1e162c84522" /><Relationship Type="http://schemas.openxmlformats.org/officeDocument/2006/relationships/notesSlide" Target="/ppt/notesSlides/notesSlide1.xml" Id="R8b960e6447ea4b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014A77D1-533A-4792-9180-8C3C2563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9689C3D8-1A66-47FB-92E6-26B968C3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D9E805A-3ED8-47AC-8D47-4F5766C9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3880EF6-ABF0-4AED-A0CF-941094EB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SNR compara niveles medidos en condiciones comunes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77A50A75-0D61-4F63-9D8A-2DADE4EA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144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07DEA77E-A9E6-4588-8BCF-B064F636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F24C3F72-B56C-4C97-A1E4-BC177398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FBB40EE9-E8A8-4D47-AD29-98980468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4B3D66D1-967A-4D29-99C1-7D91170D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291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5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15240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>
            <a:off x="84582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 flipV="1">
            <a:off x="1524000" y="3357563"/>
            <a:ext cx="2209800" cy="1738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8458200" y="3357563"/>
            <a:ext cx="2209800" cy="1738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itle">
            <a:extLst xmlns:a="http://schemas.openxmlformats.org/drawingml/2006/main">
              <a:ext uri="{FF2B5EF4-FFF2-40B4-BE49-F238E27FC236}">
                <a16:creationId xmlns:a16="http://schemas.microsoft.com/office/drawing/2014/main" id="{2F3C7F82-3955-4CAF-AA21-FF1CA02C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241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D1434"/>
                </a:solidFill>
              </a:defRPr>
            </a:pPr>
            <a:r>
              <a:rPr sz="3000" b="1">
                <a:solidFill>
                  <a:srgbClr val="4D1434"/>
                </a:solidFill>
              </a:rPr>
              <a:t>SNR = L_p,habla − L_p,ruido</a:t>
            </a:r>
          </a:p>
        </p:txBody>
      </p:sp>
      <p:sp>
        <p:nvSpPr>
          <p:cNvPr id="15" name="equation_body">
            <a:extLst xmlns:a="http://schemas.openxmlformats.org/drawingml/2006/main">
              <a:ext uri="{FF2B5EF4-FFF2-40B4-BE49-F238E27FC236}">
                <a16:creationId xmlns:a16="http://schemas.microsoft.com/office/drawing/2014/main" id="{3EEC62C2-5B44-4691-AFD8-0C7ED567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76575"/>
            <a:ext cx="876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resultado en dB</a:t>
            </a:r>
          </a:p>
        </p:txBody>
      </p:sp>
      <p:sp>
        <p:nvSpPr>
          <p:cNvPr id="16" name="callout_1_title">
            <a:extLst xmlns:a="http://schemas.openxmlformats.org/drawingml/2006/main">
              <a:ext uri="{FF2B5EF4-FFF2-40B4-BE49-F238E27FC236}">
                <a16:creationId xmlns:a16="http://schemas.microsoft.com/office/drawing/2014/main" id="{5C737BBD-DE60-44B0-91FE-B97C0693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L_p,habla</a:t>
            </a:r>
          </a:p>
        </p:txBody>
      </p:sp>
      <p:sp>
        <p:nvSpPr>
          <p:cNvPr id="17" name="callout_1_body">
            <a:extLst xmlns:a="http://schemas.openxmlformats.org/drawingml/2006/main">
              <a:ext uri="{FF2B5EF4-FFF2-40B4-BE49-F238E27FC236}">
                <a16:creationId xmlns:a16="http://schemas.microsoft.com/office/drawing/2014/main" id="{054091B2-B2B4-4C07-A048-02C64E5C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señal de interés</a:t>
            </a:r>
          </a:p>
        </p:txBody>
      </p:sp>
      <p:sp>
        <p:nvSpPr>
          <p:cNvPr id="18" name="callout_2_title">
            <a:extLst xmlns:a="http://schemas.openxmlformats.org/drawingml/2006/main">
              <a:ext uri="{FF2B5EF4-FFF2-40B4-BE49-F238E27FC236}">
                <a16:creationId xmlns:a16="http://schemas.microsoft.com/office/drawing/2014/main" id="{94AC3B23-7F25-42B0-A4AE-CADA3FD2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L_p,ruido</a:t>
            </a:r>
          </a:p>
        </p:txBody>
      </p:sp>
      <p:sp>
        <p:nvSpPr>
          <p:cNvPr id="19" name="callout_2_body">
            <a:extLst xmlns:a="http://schemas.openxmlformats.org/drawingml/2006/main">
              <a:ext uri="{FF2B5EF4-FFF2-40B4-BE49-F238E27FC236}">
                <a16:creationId xmlns:a16="http://schemas.microsoft.com/office/drawing/2014/main" id="{D50CD00B-29EB-4E20-BF7E-9C4124E0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interferencia</a:t>
            </a:r>
          </a:p>
        </p:txBody>
      </p:sp>
      <p:sp>
        <p:nvSpPr>
          <p:cNvPr id="20" name="callout_3_title">
            <a:extLst xmlns:a="http://schemas.openxmlformats.org/drawingml/2006/main">
              <a:ext uri="{FF2B5EF4-FFF2-40B4-BE49-F238E27FC236}">
                <a16:creationId xmlns:a16="http://schemas.microsoft.com/office/drawing/2014/main" id="{DD7CE778-A07B-4B80-B4DF-7C052DEA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signo</a:t>
            </a:r>
          </a:p>
        </p:txBody>
      </p:sp>
      <p:sp>
        <p:nvSpPr>
          <p:cNvPr id="21" name="callout_3_body">
            <a:extLst xmlns:a="http://schemas.openxmlformats.org/drawingml/2006/main">
              <a:ext uri="{FF2B5EF4-FFF2-40B4-BE49-F238E27FC236}">
                <a16:creationId xmlns:a16="http://schemas.microsoft.com/office/drawing/2014/main" id="{7D533FC7-A5F7-4BDD-9CAF-4BA2AE79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positivo: habla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 mayor nivel</a:t>
            </a:r>
          </a:p>
        </p:txBody>
      </p:sp>
      <p:sp>
        <p:nvSpPr>
          <p:cNvPr id="22" name="callout_4_title">
            <a:extLst xmlns:a="http://schemas.openxmlformats.org/drawingml/2006/main">
              <a:ext uri="{FF2B5EF4-FFF2-40B4-BE49-F238E27FC236}">
                <a16:creationId xmlns:a16="http://schemas.microsoft.com/office/drawing/2014/main" id="{EEBD4F72-0EB1-45AE-8914-666041CD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Comparabilidad</a:t>
            </a:r>
          </a:p>
        </p:txBody>
      </p:sp>
      <p:sp>
        <p:nvSpPr>
          <p:cNvPr id="23" name="callout_4_body">
            <a:extLst xmlns:a="http://schemas.openxmlformats.org/drawingml/2006/main">
              <a:ext uri="{FF2B5EF4-FFF2-40B4-BE49-F238E27FC236}">
                <a16:creationId xmlns:a16="http://schemas.microsoft.com/office/drawing/2014/main" id="{018E723C-594C-44B1-9E87-1BF50FF8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48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misma banda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punto · intervalo</a:t>
            </a:r>
          </a:p>
        </p:txBody>
      </p:sp>
      <p:sp>
        <p:nvSpPr>
          <p:cNvPr id="2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3948A4A-340E-4E39-927D-51BD481A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FE479AAE-B20D-428F-9968-4F9B3017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2095306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2026-08-11T20:46:52.9120000Z</dcterms:created>
  <dcterms:modified xsi:type="dcterms:W3CDTF">2026-08-11T20:46:52.9120000Z</dcterms:modified>
</coreProperties>
</file>