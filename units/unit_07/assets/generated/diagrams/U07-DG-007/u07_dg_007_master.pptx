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bdb93709c6474b" /><Relationship Type="http://schemas.openxmlformats.org/officeDocument/2006/relationships/extended-properties" Target="/docProps/app.xml" Id="R465a11a65c4a46a5" /><Relationship Type="http://schemas.openxmlformats.org/officeDocument/2006/relationships/officeDocument" Target="/ppt/presentation.xml" Id="R429823f1c6e248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d022e095304fb2"/>
  </p:sldMasterIdLst>
  <p:notesMasterIdLst>
    <p:notesMasterId xmlns:r="http://schemas.openxmlformats.org/officeDocument/2006/relationships" r:id="R3328faf8cead45dc"/>
  </p:notesMasterIdLst>
  <p:sldIdLst>
    <p:sldId xmlns:r="http://schemas.openxmlformats.org/officeDocument/2006/relationships" id="256" r:id="R2e2bb99b005046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39cf94552042c8" /><Relationship Type="http://schemas.openxmlformats.org/officeDocument/2006/relationships/slideMaster" Target="/ppt/slideMasters/slideMaster1.xml" Id="R18d022e095304fb2" /><Relationship Type="http://schemas.openxmlformats.org/officeDocument/2006/relationships/notesMaster" Target="/ppt/notesMasters/notesMaster1.xml" Id="R3328faf8cead45dc" /><Relationship Type="http://schemas.openxmlformats.org/officeDocument/2006/relationships/presProps" Target="/ppt/presProps.xml" Id="R8d192d4c00094c06" /><Relationship Type="http://schemas.openxmlformats.org/officeDocument/2006/relationships/tableStyles" Target="/ppt/tableStyles.xml" Id="R29448f5738804d12" /><Relationship Type="http://schemas.openxmlformats.org/officeDocument/2006/relationships/slide" Target="/ppt/slides/slide1.xml" Id="R2e2bb99b005046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a2f18882804f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675265eb604947" /><Relationship Type="http://schemas.openxmlformats.org/officeDocument/2006/relationships/notesMaster" Target="/ppt/notesMasters/notesMaster1.xml" Id="R362496af39c54b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cf92327eb54c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6fe52a96e94b28" /><Relationship Type="http://schemas.openxmlformats.org/officeDocument/2006/relationships/slideLayout" Target="/ppt/slideLayouts/slideLayout1.xml" Id="R73e4c78201e14a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e4c78201e14a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07b938e744bd2" /><Relationship Type="http://schemas.openxmlformats.org/officeDocument/2006/relationships/notesSlide" Target="/ppt/notesSlides/notesSlide1.xml" Id="R536eca8ad5b14f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D6D4C16E-F083-4618-A5AB-82A76F71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CFCE9E12-64E6-4F7F-9BD7-9D5303DA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8E8AAE9E-F998-4BE5-9A79-89CA3205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948AE81E-ECF4-4360-8C73-AC51E95C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Campo libre: fuente, dirección y punto de referencia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226F8B19-CAD1-4C99-A353-06C0C44B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29083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01767671-6706-48B5-8C97-D8488C4B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2238375"/>
            <a:ext cx="29083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B4456507-DD08-4CB1-AEC7-C6ACFDD4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2650" y="2238375"/>
            <a:ext cx="29083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cxnSp>
        <p:nvCxnSpPr>
          <p:cNvPr id="25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893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26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501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0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2A13090E-90D5-444D-9D11-70BFEB7C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252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Fuente</a:t>
            </a:r>
          </a:p>
        </p:txBody>
      </p:sp>
      <p:sp>
        <p:nvSpPr>
          <p:cNvPr id="11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48AE2EAC-9D09-4676-94F4-9330D255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25273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emite</a:t>
            </a:r>
          </a:p>
        </p:txBody>
      </p:sp>
      <p:sp>
        <p:nvSpPr>
          <p:cNvPr id="12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968D9408-C173-4178-AA33-AEBCE3BE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2381250"/>
            <a:ext cx="252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Propagación</a:t>
            </a:r>
          </a:p>
        </p:txBody>
      </p:sp>
      <p:sp>
        <p:nvSpPr>
          <p:cNvPr id="13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D2656A37-4906-4813-8E5B-5220728A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2857500"/>
            <a:ext cx="25273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dirección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definida</a:t>
            </a:r>
          </a:p>
        </p:txBody>
      </p:sp>
      <p:sp>
        <p:nvSpPr>
          <p:cNvPr id="14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CDFFD9AF-04DE-4942-A54D-9326ABF6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3150" y="2381250"/>
            <a:ext cx="252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Punto de campo</a:t>
            </a:r>
          </a:p>
        </p:txBody>
      </p:sp>
      <p:sp>
        <p:nvSpPr>
          <p:cNvPr id="15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5C0275DD-943D-464C-ABEB-48B1412C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3150" y="2857500"/>
            <a:ext cx="25273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L_p,campo</a:t>
            </a:r>
          </a:p>
        </p:txBody>
      </p:sp>
      <p:sp>
        <p:nvSpPr>
          <p:cNvPr id="16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407E2A52-5404-46F4-8853-2AEBD4F3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17" name="source_note">
            <a:extLst xmlns:a="http://schemas.openxmlformats.org/drawingml/2006/main">
              <a:ext uri="{FF2B5EF4-FFF2-40B4-BE49-F238E27FC236}">
                <a16:creationId xmlns:a16="http://schemas.microsoft.com/office/drawing/2014/main" id="{64E6D993-3A9A-4E9B-BB22-94151305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942191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2026-08-11T20:46:35.3060000Z</dcterms:created>
  <dcterms:modified xsi:type="dcterms:W3CDTF">2026-08-11T20:46:35.3060000Z</dcterms:modified>
</coreProperties>
</file>