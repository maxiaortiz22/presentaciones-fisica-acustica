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2feb160cb4980" /><Relationship Type="http://schemas.openxmlformats.org/officeDocument/2006/relationships/extended-properties" Target="/docProps/app.xml" Id="R521434a514604df6" /><Relationship Type="http://schemas.openxmlformats.org/officeDocument/2006/relationships/officeDocument" Target="/ppt/presentation.xml" Id="Rcdcbbf279e0b4f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92965b97d84513"/>
  </p:sldMasterIdLst>
  <p:notesMasterIdLst>
    <p:notesMasterId xmlns:r="http://schemas.openxmlformats.org/officeDocument/2006/relationships" r:id="R5f9845fe78034b6a"/>
  </p:notesMasterIdLst>
  <p:sldIdLst>
    <p:sldId xmlns:r="http://schemas.openxmlformats.org/officeDocument/2006/relationships" id="256" r:id="Rf97622d4713b49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ddbb112314674" /><Relationship Type="http://schemas.openxmlformats.org/officeDocument/2006/relationships/slideMaster" Target="/ppt/slideMasters/slideMaster1.xml" Id="R0f92965b97d84513" /><Relationship Type="http://schemas.openxmlformats.org/officeDocument/2006/relationships/notesMaster" Target="/ppt/notesMasters/notesMaster1.xml" Id="R5f9845fe78034b6a" /><Relationship Type="http://schemas.openxmlformats.org/officeDocument/2006/relationships/presProps" Target="/ppt/presProps.xml" Id="R4498312a1df944d8" /><Relationship Type="http://schemas.openxmlformats.org/officeDocument/2006/relationships/tableStyles" Target="/ppt/tableStyles.xml" Id="R30e913415f24443f" /><Relationship Type="http://schemas.openxmlformats.org/officeDocument/2006/relationships/slide" Target="/ppt/slides/slide1.xml" Id="Rf97622d4713b49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044fa2ffb04d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6936846c04368" /><Relationship Type="http://schemas.openxmlformats.org/officeDocument/2006/relationships/notesMaster" Target="/ppt/notesMasters/notesMaster1.xml" Id="R8509cbbc0690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85310f80c42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d4e71a4da74e03" /><Relationship Type="http://schemas.openxmlformats.org/officeDocument/2006/relationships/slideLayout" Target="/ppt/slideLayouts/slideLayout1.xml" Id="R788ab768559b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8ab768559b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36780ca1f4eae" /><Relationship Type="http://schemas.openxmlformats.org/officeDocument/2006/relationships/notesSlide" Target="/ppt/notesSlides/notesSlide1.xml" Id="Rf65fb5a4d7724a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FC5CCA9-EF98-43B9-85C2-A461C838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21F9773-5FC4-498E-893E-584BADA1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E3BEBE3-6C89-4816-B814-629B047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161AD4B-5D06-4A65-AF7C-71CDDF4C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 mismo estímulo admite tareas diferentes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75354EBE-34B8-4ED0-8AB9-CB9D75A8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D156E6B4-FC44-46C5-85E9-6FBA6553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666229A9-C0AA-4F4B-A0FE-9EF2D33B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DCB94C96-0B26-4982-A0EC-22B4E647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257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6C7362FA-DAC5-4F18-A412-157110C5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Estímulo controlado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D0BA3017-53E3-4D1D-9EAC-0AF28DD3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presenta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BBADF061-002D-44F9-9834-586218F3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Detectar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68E54AAB-CE56-41BA-9C96-49B5CBFA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sí / no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D1BF1F7F-1F46-46DC-9272-5F1D79B9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Igualar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EA2CD470-C40B-4C42-8BCA-79B039BE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más / menos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75C4D781-6EA6-4F52-BD66-0C1C4E4F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Estimar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3694EF8F-576E-45B4-B730-BB526B9E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número o categoría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F995914-E8D1-4CBB-A9D6-77CE683C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4FA3272-0A99-433B-B4C9-FB31A0A7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772247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2026-08-11T20:46:33.2130000Z</dcterms:created>
  <dcterms:modified xsi:type="dcterms:W3CDTF">2026-08-11T20:46:33.2130000Z</dcterms:modified>
</coreProperties>
</file>