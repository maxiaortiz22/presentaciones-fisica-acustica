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65f7516b149d4" /><Relationship Type="http://schemas.openxmlformats.org/officeDocument/2006/relationships/extended-properties" Target="/docProps/app.xml" Id="R3c5034e339cf4b49" /><Relationship Type="http://schemas.openxmlformats.org/officeDocument/2006/relationships/officeDocument" Target="/ppt/presentation.xml" Id="Ra6f324048c7b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e3c51f7eb447ee"/>
  </p:sldMasterIdLst>
  <p:notesMasterIdLst>
    <p:notesMasterId xmlns:r="http://schemas.openxmlformats.org/officeDocument/2006/relationships" r:id="Rd677528bedf9441c"/>
  </p:notesMasterIdLst>
  <p:sldIdLst>
    <p:sldId xmlns:r="http://schemas.openxmlformats.org/officeDocument/2006/relationships" id="256" r:id="Rc06c6739df0a48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cf092bcbc47d5" /><Relationship Type="http://schemas.openxmlformats.org/officeDocument/2006/relationships/slideMaster" Target="/ppt/slideMasters/slideMaster1.xml" Id="Rb6e3c51f7eb447ee" /><Relationship Type="http://schemas.openxmlformats.org/officeDocument/2006/relationships/notesMaster" Target="/ppt/notesMasters/notesMaster1.xml" Id="Rd677528bedf9441c" /><Relationship Type="http://schemas.openxmlformats.org/officeDocument/2006/relationships/presProps" Target="/ppt/presProps.xml" Id="R8ceee5e916134e94" /><Relationship Type="http://schemas.openxmlformats.org/officeDocument/2006/relationships/tableStyles" Target="/ppt/tableStyles.xml" Id="R1cb308e2f99c4c12" /><Relationship Type="http://schemas.openxmlformats.org/officeDocument/2006/relationships/slide" Target="/ppt/slides/slide1.xml" Id="Rc06c6739df0a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d53e0020bb4c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6681b03d54f42" /><Relationship Type="http://schemas.openxmlformats.org/officeDocument/2006/relationships/notesMaster" Target="/ppt/notesMasters/notesMaster1.xml" Id="R3a6a8d4e67e8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ff8bf6ec741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ae3edabbaf41a8" /><Relationship Type="http://schemas.openxmlformats.org/officeDocument/2006/relationships/slideLayout" Target="/ppt/slideLayouts/slideLayout1.xml" Id="Re54f2b6da0bc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4f2b6da0bc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ccd0d07b34a9d" /><Relationship Type="http://schemas.openxmlformats.org/officeDocument/2006/relationships/notesSlide" Target="/ppt/notesSlides/notesSlide1.xml" Id="R404081e9fc7f40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C8E004C-5EE9-4268-92A2-A3D80592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48A446A-FEFA-4F5A-9DB6-17CC6DB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62500D1-C282-4FF6-B965-575769E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30F4403-F28D-44E4-869A-2728AA0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 banco de filtros distribuye el espectro en canales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12BA006C-0ED4-4C03-B20E-EB562E16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608A6F59-2ECF-4AC3-9690-3C484748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40AD456A-5138-447C-BD96-64158BC9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FBFBF7E2-6BCD-442F-B633-AD90407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D7DDF66D-DA46-4227-AEA1-79DE0474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Espectro de entrada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31BEF3B5-94BB-4B31-B8CE-ABFD2159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energía por frecuencia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B353D731-9BF0-4C72-82D5-E04A0D1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Canal bajo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8C4C9EA5-015D-4C68-A32F-608AC722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D7806C31-8A76-4AFB-A970-0D3B0EF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Canal medio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C9A10DF1-98EA-4531-AFA0-1628E03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59FDD9ED-D206-45D5-9D0A-F0FB4478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Canal alto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8B720BEE-92A4-43DB-88B0-B9C0B9C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C66BE38-6B57-4991-A0F1-7F6658D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F39B88E-FACF-44B4-AC91-9264C18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661105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2026-08-11T20:46:46.3570000Z</dcterms:created>
  <dcterms:modified xsi:type="dcterms:W3CDTF">2026-08-11T20:46:46.3570000Z</dcterms:modified>
</coreProperties>
</file>