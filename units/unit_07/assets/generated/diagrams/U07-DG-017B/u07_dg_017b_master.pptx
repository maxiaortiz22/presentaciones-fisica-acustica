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aa27b563004510" /><Relationship Type="http://schemas.openxmlformats.org/officeDocument/2006/relationships/extended-properties" Target="/docProps/app.xml" Id="Ree06ecf5d1f44451" /><Relationship Type="http://schemas.openxmlformats.org/officeDocument/2006/relationships/officeDocument" Target="/ppt/presentation.xml" Id="R93736d845a0b41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559f0900934ccb"/>
  </p:sldMasterIdLst>
  <p:notesMasterIdLst>
    <p:notesMasterId xmlns:r="http://schemas.openxmlformats.org/officeDocument/2006/relationships" r:id="R7ccaa68a858949b3"/>
  </p:notesMasterIdLst>
  <p:sldIdLst>
    <p:sldId xmlns:r="http://schemas.openxmlformats.org/officeDocument/2006/relationships" id="256" r:id="R9b395a87de6648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8934520ed24d0b" /><Relationship Type="http://schemas.openxmlformats.org/officeDocument/2006/relationships/slideMaster" Target="/ppt/slideMasters/slideMaster1.xml" Id="Rea559f0900934ccb" /><Relationship Type="http://schemas.openxmlformats.org/officeDocument/2006/relationships/notesMaster" Target="/ppt/notesMasters/notesMaster1.xml" Id="R7ccaa68a858949b3" /><Relationship Type="http://schemas.openxmlformats.org/officeDocument/2006/relationships/presProps" Target="/ppt/presProps.xml" Id="R00b5773bbf11481d" /><Relationship Type="http://schemas.openxmlformats.org/officeDocument/2006/relationships/tableStyles" Target="/ppt/tableStyles.xml" Id="R5cf2300a4f374987" /><Relationship Type="http://schemas.openxmlformats.org/officeDocument/2006/relationships/slide" Target="/ppt/slides/slide1.xml" Id="R9b395a87de6648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f9012453be47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59fd12405c4f17" /><Relationship Type="http://schemas.openxmlformats.org/officeDocument/2006/relationships/notesMaster" Target="/ppt/notesMasters/notesMaster1.xml" Id="Rd3da59a23da047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ab75d31214e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c025350fef493b" /><Relationship Type="http://schemas.openxmlformats.org/officeDocument/2006/relationships/slideLayout" Target="/ppt/slideLayouts/slideLayout1.xml" Id="Rf0f34ccc9da247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f34ccc9da247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27c9ebc024c05" /><Relationship Type="http://schemas.openxmlformats.org/officeDocument/2006/relationships/notesSlide" Target="/ppt/notesSlides/notesSlide1.xml" Id="Rf86fabd799f249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9CF8A43-7903-42E4-9FD3-0801BE11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556E9F6-FD23-42CD-94EF-3EF12495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E03E533B-1EC5-40DA-A2FB-2A3AFC9F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65A7FC23-D962-4832-A569-D4C96C3B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Ejemplo: el umbral sube 25 dB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C93D9268-E8F3-4F06-9DA1-CE2E20E1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614AFBD4-189A-4F34-8E41-D3506186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F904D022-0F9C-44D2-892E-9AB782CD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F2200E3F-4A7E-4F0A-AC23-23703087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2478F303-07C9-4B4D-8E7F-E50C181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Quietud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1B8F8319-DD0E-4BBE-BC04-031360F8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10 dB SPL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67A2EAB2-96D4-44FB-816C-96F6CCBD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Con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máscara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8B9AAE95-75AF-4D86-B533-08059EF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35 dB SPL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2C5EC3C6-274D-4A77-ADF8-0B5B006A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Resta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AF965F5E-FCFF-4D6F-9F7B-F8431766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35 − 10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AC144A55-B8D3-4E05-A7D8-B0716E87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Resultado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B0C44094-12B8-4DC6-90A5-8CD04253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 = 25 dB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B4941688-76F7-4000-9F2D-39E90B9F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6793879-1191-4850-83E7-E6913084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420001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2026-08-11T20:52:14.3110000Z</dcterms:created>
  <dcterms:modified xsi:type="dcterms:W3CDTF">2026-08-11T20:52:14.3110000Z</dcterms:modified>
</coreProperties>
</file>