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ebfda9d284990" /><Relationship Type="http://schemas.openxmlformats.org/officeDocument/2006/relationships/extended-properties" Target="/docProps/app.xml" Id="R5c1582a0253e4d48" /><Relationship Type="http://schemas.openxmlformats.org/officeDocument/2006/relationships/officeDocument" Target="/ppt/presentation.xml" Id="R8f379c21400941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d99db5ad945fa"/>
  </p:sldMasterIdLst>
  <p:notesMasterIdLst>
    <p:notesMasterId xmlns:r="http://schemas.openxmlformats.org/officeDocument/2006/relationships" r:id="R2fc8b64245dd4d98"/>
  </p:notesMasterIdLst>
  <p:sldIdLst>
    <p:sldId xmlns:r="http://schemas.openxmlformats.org/officeDocument/2006/relationships" id="256" r:id="Rbd50ec086a0149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58b2a06f304462" /><Relationship Type="http://schemas.openxmlformats.org/officeDocument/2006/relationships/slideMaster" Target="/ppt/slideMasters/slideMaster1.xml" Id="R3e0d99db5ad945fa" /><Relationship Type="http://schemas.openxmlformats.org/officeDocument/2006/relationships/notesMaster" Target="/ppt/notesMasters/notesMaster1.xml" Id="R2fc8b64245dd4d98" /><Relationship Type="http://schemas.openxmlformats.org/officeDocument/2006/relationships/presProps" Target="/ppt/presProps.xml" Id="R38d700cb2af04fca" /><Relationship Type="http://schemas.openxmlformats.org/officeDocument/2006/relationships/tableStyles" Target="/ppt/tableStyles.xml" Id="R024cfa99b9fc43eb" /><Relationship Type="http://schemas.openxmlformats.org/officeDocument/2006/relationships/slide" Target="/ppt/slides/slide1.xml" Id="Rbd50ec086a0149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b1b1a8d9b44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c09b0928264c1f" /><Relationship Type="http://schemas.openxmlformats.org/officeDocument/2006/relationships/notesMaster" Target="/ppt/notesMasters/notesMaster1.xml" Id="R848ca8949238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5bd3fe218648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04bce21c04334" /><Relationship Type="http://schemas.openxmlformats.org/officeDocument/2006/relationships/slideLayout" Target="/ppt/slideLayouts/slideLayout1.xml" Id="R978e6fbe3e1543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e6fbe3e1543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41e7a05f44829" /><Relationship Type="http://schemas.openxmlformats.org/officeDocument/2006/relationships/notesSlide" Target="/ppt/notesSlides/notesSlide1.xml" Id="R09bfc42d91ac4d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0175E4BA-897E-420C-B084-3B8647F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816BA266-1165-415E-B474-587A2E2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27115A8-0479-4592-AC17-6097E667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E8F32E3-E5E2-4297-9895-4CE1BF0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Del campo físico a una respuesta observable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1C94A9CE-B5CC-4D23-84E7-5B72531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EBB05E31-1512-4496-AE4D-F73CF119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A27D3B6A-D80E-4346-8F22-BAF44CE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90E01AEF-AB33-427C-BB10-EB8C1A3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3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4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AC076F1F-060A-490D-A688-EC145F24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Campo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acústico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124D14F1-8156-4FA5-A0F5-ECFBF665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estímulo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5C87EFC3-6E8C-4872-8AE6-3262637A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Oído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periférico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CB718EEA-1A82-48A6-A5C6-4C785BB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15621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transforma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F81E79BE-56A5-4D73-B041-07479E1E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A01E347A-0752-4F38-9B35-D055246A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define qué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observar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6DF69661-7453-4A1B-B814-09247332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Respuesta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D1E27FD3-AF56-4664-8FA5-CD2B62D5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registra</a:t>
            </a:r>
          </a:p>
        </p:txBody>
      </p:sp>
      <p:sp>
        <p:nvSpPr>
          <p:cNvPr id="20" name="label_1">
            <a:extLst xmlns:a="http://schemas.openxmlformats.org/drawingml/2006/main">
              <a:ext uri="{FF2B5EF4-FFF2-40B4-BE49-F238E27FC236}">
                <a16:creationId xmlns:a16="http://schemas.microsoft.com/office/drawing/2014/main" id="{7013A316-A17D-4B29-A500-7742B0C0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transfiere</a:t>
            </a:r>
          </a:p>
        </p:txBody>
      </p:sp>
      <p:sp>
        <p:nvSpPr>
          <p:cNvPr id="21" name="label_2">
            <a:extLst xmlns:a="http://schemas.openxmlformats.org/drawingml/2006/main">
              <a:ext uri="{FF2B5EF4-FFF2-40B4-BE49-F238E27FC236}">
                <a16:creationId xmlns:a16="http://schemas.microsoft.com/office/drawing/2014/main" id="{3D3EA73E-987F-43D8-8FF9-83BC7AEE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38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condiciona</a:t>
            </a:r>
          </a:p>
        </p:txBody>
      </p:sp>
      <p:sp>
        <p:nvSpPr>
          <p:cNvPr id="22" name="label_3">
            <a:extLst xmlns:a="http://schemas.openxmlformats.org/drawingml/2006/main">
              <a:ext uri="{FF2B5EF4-FFF2-40B4-BE49-F238E27FC236}">
                <a16:creationId xmlns:a16="http://schemas.microsoft.com/office/drawing/2014/main" id="{DA072771-B965-4AED-A10C-97413C0D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3D3D3D"/>
                </a:solidFill>
              </a:defRPr>
            </a:pPr>
            <a:r>
              <a:rPr sz="2025" b="0">
                <a:solidFill>
                  <a:srgbClr val="3D3D3D"/>
                </a:solidFill>
              </a:rPr>
              <a:t>se registra</a:t>
            </a:r>
          </a:p>
        </p:txBody>
      </p:sp>
      <p:sp>
        <p:nvSpPr>
          <p:cNvPr id="2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3D63DD4B-770A-4C74-99D1-69744C71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A6BFD60-7845-4585-A9D2-F5571DC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1927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2026-08-11T20:46:27.2980000Z</dcterms:created>
  <dcterms:modified xsi:type="dcterms:W3CDTF">2026-08-11T20:46:27.2980000Z</dcterms:modified>
</coreProperties>
</file>