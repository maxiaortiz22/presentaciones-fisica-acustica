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d74a71d78147c2" /><Relationship Type="http://schemas.openxmlformats.org/officeDocument/2006/relationships/extended-properties" Target="/docProps/app.xml" Id="Reef773b91f8b4c6b" /><Relationship Type="http://schemas.openxmlformats.org/officeDocument/2006/relationships/officeDocument" Target="/ppt/presentation.xml" Id="Rf725a1ca851f4f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600f597c5e4ec6"/>
  </p:sldMasterIdLst>
  <p:notesMasterIdLst>
    <p:notesMasterId xmlns:r="http://schemas.openxmlformats.org/officeDocument/2006/relationships" r:id="R509b78bb57b84363"/>
  </p:notesMasterIdLst>
  <p:sldIdLst>
    <p:sldId xmlns:r="http://schemas.openxmlformats.org/officeDocument/2006/relationships" id="256" r:id="Rf73df1886d344d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33402327df4de5" /><Relationship Type="http://schemas.openxmlformats.org/officeDocument/2006/relationships/slideMaster" Target="/ppt/slideMasters/slideMaster1.xml" Id="Rc6600f597c5e4ec6" /><Relationship Type="http://schemas.openxmlformats.org/officeDocument/2006/relationships/notesMaster" Target="/ppt/notesMasters/notesMaster1.xml" Id="R509b78bb57b84363" /><Relationship Type="http://schemas.openxmlformats.org/officeDocument/2006/relationships/presProps" Target="/ppt/presProps.xml" Id="R4a9027c09d5446f3" /><Relationship Type="http://schemas.openxmlformats.org/officeDocument/2006/relationships/tableStyles" Target="/ppt/tableStyles.xml" Id="R80d1e61277084878" /><Relationship Type="http://schemas.openxmlformats.org/officeDocument/2006/relationships/slide" Target="/ppt/slides/slide1.xml" Id="Rf73df1886d344d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4c93efdf0640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fa8329c2bc4668" /><Relationship Type="http://schemas.openxmlformats.org/officeDocument/2006/relationships/notesMaster" Target="/ppt/notesMasters/notesMaster1.xml" Id="Rbdbf56f77d31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6aa064d44145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1ce32dbf4341a3" /><Relationship Type="http://schemas.openxmlformats.org/officeDocument/2006/relationships/slideLayout" Target="/ppt/slideLayouts/slideLayout1.xml" Id="Rdb388a96c3634b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388a96c3634b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f80d0f27e4c67" /><Relationship Type="http://schemas.openxmlformats.org/officeDocument/2006/relationships/notesSlide" Target="/ppt/notesSlides/notesSlide1.xml" Id="R1ae87f2b2e1f42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180039B1-E7E0-4B25-B331-1BBEDCCC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2AA62AF9-85E7-40C2-83D0-FFAB88A6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33777EDC-8D0E-4253-BB00-B1E45631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7971A94-EB9B-4A0C-B4B2-D34FFA25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Mover la cabeza cambia el conjunto de pistas</a:t>
            </a:r>
          </a:p>
        </p:txBody>
      </p:sp>
      <p:sp>
        <p:nvSpPr>
          <p:cNvPr id="5" name="panel_left_box">
            <a:extLst xmlns:a="http://schemas.openxmlformats.org/drawingml/2006/main">
              <a:ext uri="{FF2B5EF4-FFF2-40B4-BE49-F238E27FC236}">
                <a16:creationId xmlns:a16="http://schemas.microsoft.com/office/drawing/2014/main" id="{5B030B34-1303-410D-87A9-AB4DC001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4953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nel_right_box">
            <a:extLst xmlns:a="http://schemas.openxmlformats.org/drawingml/2006/main">
              <a:ext uri="{FF2B5EF4-FFF2-40B4-BE49-F238E27FC236}">
                <a16:creationId xmlns:a16="http://schemas.microsoft.com/office/drawing/2014/main" id="{4E39B0F4-4383-49A1-B577-ECE46F3E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66875"/>
            <a:ext cx="4953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panel_left_title">
            <a:extLst xmlns:a="http://schemas.openxmlformats.org/drawingml/2006/main">
              <a:ext uri="{FF2B5EF4-FFF2-40B4-BE49-F238E27FC236}">
                <a16:creationId xmlns:a16="http://schemas.microsoft.com/office/drawing/2014/main" id="{51420EE3-A75D-4E45-A336-25483986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Antes del giro</a:t>
            </a:r>
          </a:p>
        </p:txBody>
      </p:sp>
      <p:sp>
        <p:nvSpPr>
          <p:cNvPr id="8" name="panel_left_body">
            <a:extLst xmlns:a="http://schemas.openxmlformats.org/drawingml/2006/main">
              <a:ext uri="{FF2B5EF4-FFF2-40B4-BE49-F238E27FC236}">
                <a16:creationId xmlns:a16="http://schemas.microsoft.com/office/drawing/2014/main" id="{DB3B977A-F417-415E-849E-1F30D7EC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45720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ITD · ILD · espectro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configuración A</a:t>
            </a:r>
          </a:p>
        </p:txBody>
      </p:sp>
      <p:sp>
        <p:nvSpPr>
          <p:cNvPr id="9" name="panel_right_title">
            <a:extLst xmlns:a="http://schemas.openxmlformats.org/drawingml/2006/main">
              <a:ext uri="{FF2B5EF4-FFF2-40B4-BE49-F238E27FC236}">
                <a16:creationId xmlns:a16="http://schemas.microsoft.com/office/drawing/2014/main" id="{53A1D10A-DD19-4D50-B0A0-60E58340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Después del giro</a:t>
            </a:r>
          </a:p>
        </p:txBody>
      </p:sp>
      <p:sp>
        <p:nvSpPr>
          <p:cNvPr id="10" name="panel_right_body">
            <a:extLst xmlns:a="http://schemas.openxmlformats.org/drawingml/2006/main">
              <a:ext uri="{FF2B5EF4-FFF2-40B4-BE49-F238E27FC236}">
                <a16:creationId xmlns:a16="http://schemas.microsoft.com/office/drawing/2014/main" id="{4A10A81A-162C-43F1-B84E-D85044B1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45720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ITD · ILD · espectro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configuración B</a:t>
            </a:r>
          </a:p>
        </p:txBody>
      </p:sp>
      <p:sp>
        <p:nvSpPr>
          <p:cNvPr id="1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D65FBE76-021C-4072-8C91-DC184150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1D0388E-6815-4494-8578-BC739C47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829797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2026-08-11T20:47:09.5010000Z</dcterms:created>
  <dcterms:modified xsi:type="dcterms:W3CDTF">2026-08-11T20:47:09.5010000Z</dcterms:modified>
</coreProperties>
</file>