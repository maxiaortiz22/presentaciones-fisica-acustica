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c80795d344ecc" /><Relationship Type="http://schemas.openxmlformats.org/officeDocument/2006/relationships/extended-properties" Target="/docProps/app.xml" Id="R0ff6b84938ce4187" /><Relationship Type="http://schemas.openxmlformats.org/officeDocument/2006/relationships/officeDocument" Target="/ppt/presentation.xml" Id="Rd29a703eba7f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3bcae591a4cc7"/>
  </p:sldMasterIdLst>
  <p:notesMasterIdLst>
    <p:notesMasterId xmlns:r="http://schemas.openxmlformats.org/officeDocument/2006/relationships" r:id="R7899554f60ee4f4e"/>
  </p:notesMasterIdLst>
  <p:sldIdLst>
    <p:sldId xmlns:r="http://schemas.openxmlformats.org/officeDocument/2006/relationships" id="256" r:id="R78a8b0fabbff46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e00937ecca451a" /><Relationship Type="http://schemas.openxmlformats.org/officeDocument/2006/relationships/slideMaster" Target="/ppt/slideMasters/slideMaster1.xml" Id="R7053bcae591a4cc7" /><Relationship Type="http://schemas.openxmlformats.org/officeDocument/2006/relationships/notesMaster" Target="/ppt/notesMasters/notesMaster1.xml" Id="R7899554f60ee4f4e" /><Relationship Type="http://schemas.openxmlformats.org/officeDocument/2006/relationships/presProps" Target="/ppt/presProps.xml" Id="R31494c26cdf84d9c" /><Relationship Type="http://schemas.openxmlformats.org/officeDocument/2006/relationships/tableStyles" Target="/ppt/tableStyles.xml" Id="Rc3085181b4c54812" /><Relationship Type="http://schemas.openxmlformats.org/officeDocument/2006/relationships/slide" Target="/ppt/slides/slide1.xml" Id="R78a8b0fabbff46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433f221ad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f3348ab8c4ce1" /><Relationship Type="http://schemas.openxmlformats.org/officeDocument/2006/relationships/notesMaster" Target="/ppt/notesMasters/notesMaster1.xml" Id="R41ffcbc6772343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6c3c6e6e0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d2e21c7d4044c2" /><Relationship Type="http://schemas.openxmlformats.org/officeDocument/2006/relationships/slideLayout" Target="/ppt/slideLayouts/slideLayout1.xml" Id="Rc9bd224acf384e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bd224acf384e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22d121de24934" /><Relationship Type="http://schemas.openxmlformats.org/officeDocument/2006/relationships/notesSlide" Target="/ppt/notesSlides/notesSlide1.xml" Id="R560d3857464243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1047073-5874-4959-9C8A-58F33629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059A4C3-0563-41A1-84D3-1E782DD0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8600400-2365-430B-8CC6-4237D20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93A40BF-04EE-4E52-8732-EC5B84B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ITD máxima del modelo es del orden de d/c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8252CEC2-B5E4-4E2B-A225-BAC139BA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7FB7A27A-696A-41E1-9E28-30C09A8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E45259F8-F604-4701-9537-A4687C2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657CF53B-314B-4F71-BF81-A371EF3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8DFC5EF6-B1ED-42F0-A51E-01D00AE7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5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4582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3C2F2467-A42A-4D51-B425-6F6EF50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|Δt_LR| ≈ d / c</a:t>
            </a:r>
          </a:p>
        </p:txBody>
      </p:sp>
      <p:sp>
        <p:nvSpPr>
          <p:cNvPr id="15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3F1AB806-4207-46A3-AB16-94F2D90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 geométrico inicial</a:t>
            </a:r>
          </a:p>
        </p:txBody>
      </p:sp>
      <p:sp>
        <p:nvSpPr>
          <p:cNvPr id="16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64EE762C-E2CE-4FF2-AF89-B99852D4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|Δt_LR|</a:t>
            </a:r>
          </a:p>
        </p:txBody>
      </p:sp>
      <p:sp>
        <p:nvSpPr>
          <p:cNvPr id="17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D567DBE9-554B-458C-B0BD-EB4233D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magnitud de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· s</a:t>
            </a:r>
          </a:p>
        </p:txBody>
      </p:sp>
      <p:sp>
        <p:nvSpPr>
          <p:cNvPr id="18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5D9E232C-18B5-4DDB-B620-398229D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</a:t>
            </a:r>
          </a:p>
        </p:txBody>
      </p:sp>
      <p:sp>
        <p:nvSpPr>
          <p:cNvPr id="19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B2B4F0FF-460E-49C7-91E0-DB2B1BB0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distancia efectiva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· m</a:t>
            </a:r>
          </a:p>
        </p:txBody>
      </p:sp>
      <p:sp>
        <p:nvSpPr>
          <p:cNvPr id="20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9E43C667-EDA6-47E5-A5A7-974EEE3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</a:t>
            </a:r>
          </a:p>
        </p:txBody>
      </p:sp>
      <p:sp>
        <p:nvSpPr>
          <p:cNvPr id="21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197649DC-C56A-4FE5-9215-EE4D083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rapidez · m/s</a:t>
            </a:r>
          </a:p>
        </p:txBody>
      </p:sp>
      <p:sp>
        <p:nvSpPr>
          <p:cNvPr id="22" name="callout_4_title">
            <a:extLst xmlns:a="http://schemas.openxmlformats.org/drawingml/2006/main">
              <a:ext uri="{FF2B5EF4-FFF2-40B4-BE49-F238E27FC236}">
                <a16:creationId xmlns:a16="http://schemas.microsoft.com/office/drawing/2014/main" id="{004B11B7-34D8-49BC-81AF-0C6D973E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≈</a:t>
            </a:r>
          </a:p>
        </p:txBody>
      </p:sp>
      <p:sp>
        <p:nvSpPr>
          <p:cNvPr id="23" name="callout_4_body">
            <a:extLst xmlns:a="http://schemas.openxmlformats.org/drawingml/2006/main">
              <a:ext uri="{FF2B5EF4-FFF2-40B4-BE49-F238E27FC236}">
                <a16:creationId xmlns:a16="http://schemas.microsoft.com/office/drawing/2014/main" id="{8D237F4A-25D7-45E0-A94B-8B4E3C40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cota, no constante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anatómica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10A78F1-B87B-45CD-AFA2-08CDFCC0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2D25D69-98A4-41B8-8F4E-897C53A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288269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2026-08-11T20:47:07.3890000Z</dcterms:created>
  <dcterms:modified xsi:type="dcterms:W3CDTF">2026-08-11T20:47:07.3890000Z</dcterms:modified>
</coreProperties>
</file>