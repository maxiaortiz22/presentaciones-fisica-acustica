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5eef8fd79b4185" /><Relationship Type="http://schemas.openxmlformats.org/officeDocument/2006/relationships/extended-properties" Target="/docProps/app.xml" Id="R6eed4efa9b984883" /><Relationship Type="http://schemas.openxmlformats.org/officeDocument/2006/relationships/officeDocument" Target="/ppt/presentation.xml" Id="R88cec626929840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6b0c63d5be4385"/>
  </p:sldMasterIdLst>
  <p:notesMasterIdLst>
    <p:notesMasterId xmlns:r="http://schemas.openxmlformats.org/officeDocument/2006/relationships" r:id="R3de43bebaf3e44f3"/>
  </p:notesMasterIdLst>
  <p:sldIdLst>
    <p:sldId xmlns:r="http://schemas.openxmlformats.org/officeDocument/2006/relationships" id="256" r:id="R92891ab2f97240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2aa251a6404a3c" /><Relationship Type="http://schemas.openxmlformats.org/officeDocument/2006/relationships/slideMaster" Target="/ppt/slideMasters/slideMaster1.xml" Id="Ra56b0c63d5be4385" /><Relationship Type="http://schemas.openxmlformats.org/officeDocument/2006/relationships/notesMaster" Target="/ppt/notesMasters/notesMaster1.xml" Id="R3de43bebaf3e44f3" /><Relationship Type="http://schemas.openxmlformats.org/officeDocument/2006/relationships/presProps" Target="/ppt/presProps.xml" Id="R6cbf3e48c23845f8" /><Relationship Type="http://schemas.openxmlformats.org/officeDocument/2006/relationships/tableStyles" Target="/ppt/tableStyles.xml" Id="Red6d86ae8ed94149" /><Relationship Type="http://schemas.openxmlformats.org/officeDocument/2006/relationships/slide" Target="/ppt/slides/slide1.xml" Id="R92891ab2f97240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583612d8174f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2f327569bc4648" /><Relationship Type="http://schemas.openxmlformats.org/officeDocument/2006/relationships/notesMaster" Target="/ppt/notesMasters/notesMaster1.xml" Id="Redb4834004cb47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5fe27c21243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c06f46d12242c1" /><Relationship Type="http://schemas.openxmlformats.org/officeDocument/2006/relationships/slideLayout" Target="/ppt/slideLayouts/slideLayout1.xml" Id="R163531f3b8b641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3531f3b8b641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2055f22e74cad" /><Relationship Type="http://schemas.openxmlformats.org/officeDocument/2006/relationships/notesSlide" Target="/ppt/notesSlides/notesSlide1.xml" Id="Rd032d0672a4041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6390FD6B-7B16-4700-B3D1-4BD761D6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5121896E-6944-4E87-8889-E6AB15BF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5909F81E-F5D3-4F31-A294-E229C400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A2DEF5F-E6B9-4A2A-A564-606E3FBB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El retardo depende de la diferencia de recorridos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B82B3795-1D2C-4204-972F-C3D0CB18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144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21DFD293-6B90-40CD-B404-20F1381E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30225247-8498-47AF-85DB-9C5B4B73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048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6513C4AC-9498-4ECB-909B-85EAA035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048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1524000" y="1595438"/>
            <a:ext cx="22098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>
            <a:off x="8458200" y="1595438"/>
            <a:ext cx="22098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 flipV="1">
            <a:off x="1524000" y="3357563"/>
            <a:ext cx="2209800" cy="1738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equation_title">
            <a:extLst xmlns:a="http://schemas.openxmlformats.org/drawingml/2006/main">
              <a:ext uri="{FF2B5EF4-FFF2-40B4-BE49-F238E27FC236}">
                <a16:creationId xmlns:a16="http://schemas.microsoft.com/office/drawing/2014/main" id="{E8934665-E1EF-44C6-9AA2-D55735E9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241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D1434"/>
                </a:solidFill>
              </a:defRPr>
            </a:pPr>
            <a:r>
              <a:rPr sz="3000" b="1">
                <a:solidFill>
                  <a:srgbClr val="4D1434"/>
                </a:solidFill>
              </a:rPr>
              <a:t>Δt = (r_r − r_d) / c</a:t>
            </a:r>
          </a:p>
        </p:txBody>
      </p:sp>
      <p:sp>
        <p:nvSpPr>
          <p:cNvPr id="13" name="equation_body">
            <a:extLst xmlns:a="http://schemas.openxmlformats.org/drawingml/2006/main">
              <a:ext uri="{FF2B5EF4-FFF2-40B4-BE49-F238E27FC236}">
                <a16:creationId xmlns:a16="http://schemas.microsoft.com/office/drawing/2014/main" id="{55E8FFB9-DB4A-4C99-8E30-35238302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76575"/>
            <a:ext cx="876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segundos = metros / (metros por segundo)</a:t>
            </a:r>
          </a:p>
        </p:txBody>
      </p:sp>
      <p:sp>
        <p:nvSpPr>
          <p:cNvPr id="14" name="callout_1_title">
            <a:extLst xmlns:a="http://schemas.openxmlformats.org/drawingml/2006/main">
              <a:ext uri="{FF2B5EF4-FFF2-40B4-BE49-F238E27FC236}">
                <a16:creationId xmlns:a16="http://schemas.microsoft.com/office/drawing/2014/main" id="{8728163A-43F7-477C-830B-9DFCE0F0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4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r_r − r_d</a:t>
            </a:r>
          </a:p>
        </p:txBody>
      </p:sp>
      <p:sp>
        <p:nvSpPr>
          <p:cNvPr id="15" name="callout_1_body">
            <a:extLst xmlns:a="http://schemas.openxmlformats.org/drawingml/2006/main">
              <a:ext uri="{FF2B5EF4-FFF2-40B4-BE49-F238E27FC236}">
                <a16:creationId xmlns:a16="http://schemas.microsoft.com/office/drawing/2014/main" id="{6A97794C-8D15-4F23-9F67-400F3110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diferencia de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camino · m</a:t>
            </a:r>
          </a:p>
        </p:txBody>
      </p:sp>
      <p:sp>
        <p:nvSpPr>
          <p:cNvPr id="16" name="callout_2_title">
            <a:extLst xmlns:a="http://schemas.openxmlformats.org/drawingml/2006/main">
              <a:ext uri="{FF2B5EF4-FFF2-40B4-BE49-F238E27FC236}">
                <a16:creationId xmlns:a16="http://schemas.microsoft.com/office/drawing/2014/main" id="{A485C9EE-FA66-45FE-85B0-F8D1730A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4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</a:t>
            </a:r>
          </a:p>
        </p:txBody>
      </p:sp>
      <p:sp>
        <p:nvSpPr>
          <p:cNvPr id="17" name="callout_2_body">
            <a:extLst xmlns:a="http://schemas.openxmlformats.org/drawingml/2006/main">
              <a:ext uri="{FF2B5EF4-FFF2-40B4-BE49-F238E27FC236}">
                <a16:creationId xmlns:a16="http://schemas.microsoft.com/office/drawing/2014/main" id="{3D979778-EA08-47B9-80F6-8DCD61D1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rapidez del sonido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· m/s</a:t>
            </a:r>
          </a:p>
        </p:txBody>
      </p:sp>
      <p:sp>
        <p:nvSpPr>
          <p:cNvPr id="18" name="callout_3_title">
            <a:extLst xmlns:a="http://schemas.openxmlformats.org/drawingml/2006/main">
              <a:ext uri="{FF2B5EF4-FFF2-40B4-BE49-F238E27FC236}">
                <a16:creationId xmlns:a16="http://schemas.microsoft.com/office/drawing/2014/main" id="{F4965DC7-2FDD-4029-841A-05DC0BEC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Δt</a:t>
            </a:r>
          </a:p>
        </p:txBody>
      </p:sp>
      <p:sp>
        <p:nvSpPr>
          <p:cNvPr id="19" name="callout_3_body">
            <a:extLst xmlns:a="http://schemas.openxmlformats.org/drawingml/2006/main">
              <a:ext uri="{FF2B5EF4-FFF2-40B4-BE49-F238E27FC236}">
                <a16:creationId xmlns:a16="http://schemas.microsoft.com/office/drawing/2014/main" id="{19353905-CB23-4FAC-A8AD-FD155D1B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retardo de llegada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· s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E262E0AA-5708-4780-88F5-9FFBD205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1B9A624F-D0C2-41AB-9CB4-8566A179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317390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2026-08-11T20:47:01.3030000Z</dcterms:created>
  <dcterms:modified xsi:type="dcterms:W3CDTF">2026-08-11T20:47:01.3030000Z</dcterms:modified>
</coreProperties>
</file>