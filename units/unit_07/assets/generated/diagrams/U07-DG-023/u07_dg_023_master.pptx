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cdc41011544a6c" /><Relationship Type="http://schemas.openxmlformats.org/officeDocument/2006/relationships/extended-properties" Target="/docProps/app.xml" Id="R09d9e6a58308491e" /><Relationship Type="http://schemas.openxmlformats.org/officeDocument/2006/relationships/officeDocument" Target="/ppt/presentation.xml" Id="Rdec8e9e6938e45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1d90bd0e6444ee"/>
  </p:sldMasterIdLst>
  <p:notesMasterIdLst>
    <p:notesMasterId xmlns:r="http://schemas.openxmlformats.org/officeDocument/2006/relationships" r:id="R3dadb28f60084ffc"/>
  </p:notesMasterIdLst>
  <p:sldIdLst>
    <p:sldId xmlns:r="http://schemas.openxmlformats.org/officeDocument/2006/relationships" id="256" r:id="R41968780bd5d41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175f111034aca" /><Relationship Type="http://schemas.openxmlformats.org/officeDocument/2006/relationships/slideMaster" Target="/ppt/slideMasters/slideMaster1.xml" Id="Re41d90bd0e6444ee" /><Relationship Type="http://schemas.openxmlformats.org/officeDocument/2006/relationships/notesMaster" Target="/ppt/notesMasters/notesMaster1.xml" Id="R3dadb28f60084ffc" /><Relationship Type="http://schemas.openxmlformats.org/officeDocument/2006/relationships/presProps" Target="/ppt/presProps.xml" Id="R87c4176451f648e7" /><Relationship Type="http://schemas.openxmlformats.org/officeDocument/2006/relationships/tableStyles" Target="/ppt/tableStyles.xml" Id="R916a6ba35ec14393" /><Relationship Type="http://schemas.openxmlformats.org/officeDocument/2006/relationships/slide" Target="/ppt/slides/slide1.xml" Id="R41968780bd5d41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578915011146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06005e26cf461a" /><Relationship Type="http://schemas.openxmlformats.org/officeDocument/2006/relationships/notesMaster" Target="/ppt/notesMasters/notesMaster1.xml" Id="R32bed30e9dd54c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6f790a5e74a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04897e220f40ff" /><Relationship Type="http://schemas.openxmlformats.org/officeDocument/2006/relationships/slideLayout" Target="/ppt/slideLayouts/slideLayout1.xml" Id="Rf3f3791186a144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f3791186a144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72ee7d5fd4c3f" /><Relationship Type="http://schemas.openxmlformats.org/officeDocument/2006/relationships/notesSlide" Target="/ppt/notesSlides/notesSlide1.xml" Id="Ra8de60c136414c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0C792167-5AD9-4AC7-B167-07DE7B36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4EAFAB4-4B3F-4929-8579-AA9198F7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B386132-9F2D-49CE-B71E-BFCAA887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10DC2BF-2685-44B4-A951-200500E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Dos voces convergen en los oídos, pero compiten de modos distintos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82083524-52A9-4FF3-9BC8-28D9A4C9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03577B68-9934-4C56-A752-F13866E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B15642D1-348F-402F-A561-3D262431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3A29218A-3DE3-4DC5-8E81-E7A5CBA1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257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714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B58163CF-B225-4565-B8E6-2322196C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 del oyente</a:t>
            </a:r>
          </a:p>
        </p:txBody>
      </p:sp>
      <p:sp>
        <p:nvSpPr>
          <p:cNvPr id="13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3AAB1FCB-4B02-4A8E-B340-EA05C613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seguir la voz objetivo</a:t>
            </a:r>
          </a:p>
        </p:txBody>
      </p:sp>
      <p:sp>
        <p:nvSpPr>
          <p:cNvPr id="14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3190B011-9968-456F-959B-BFFEBC6B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Voz objetivo</a:t>
            </a:r>
          </a:p>
        </p:txBody>
      </p:sp>
      <p:sp>
        <p:nvSpPr>
          <p:cNvPr id="15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F6631936-7336-4934-A3F8-7F454099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ruta sólida + rótulo</a:t>
            </a:r>
          </a:p>
        </p:txBody>
      </p:sp>
      <p:sp>
        <p:nvSpPr>
          <p:cNvPr id="16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88F609F7-9D81-4D85-900D-057DE55E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Voz competidora</a:t>
            </a:r>
          </a:p>
        </p:txBody>
      </p:sp>
      <p:sp>
        <p:nvSpPr>
          <p:cNvPr id="17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1261507F-8F10-4485-8557-B85AB5C0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ruta discontinua +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patrón</a:t>
            </a:r>
          </a:p>
        </p:txBody>
      </p:sp>
      <p:sp>
        <p:nvSpPr>
          <p:cNvPr id="18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0BCAD575-40BB-42E2-B742-D22DF849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Atención</a:t>
            </a:r>
          </a:p>
        </p:txBody>
      </p:sp>
      <p:sp>
        <p:nvSpPr>
          <p:cNvPr id="19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FAD74EED-9785-4FB3-83B4-602A2F5D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selecciona objeto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7503D42-3736-496E-BF19-9C963ECB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A1F4DF4-6818-446D-98CB-7E1C197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447499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2026-08-11T20:46:51.3040000Z</dcterms:created>
  <dcterms:modified xsi:type="dcterms:W3CDTF">2026-08-11T20:46:51.3040000Z</dcterms:modified>
</coreProperties>
</file>