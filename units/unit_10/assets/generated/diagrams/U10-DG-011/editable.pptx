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e3db2515224791" /><Relationship Type="http://schemas.openxmlformats.org/officeDocument/2006/relationships/extended-properties" Target="/docProps/app.xml" Id="R88d42aa8f6d64abe" /><Relationship Type="http://schemas.openxmlformats.org/officeDocument/2006/relationships/officeDocument" Target="/ppt/presentation.xml" Id="R6fe5a1c47e8948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9375fcb6744e0b"/>
  </p:sldMasterIdLst>
  <p:notesMasterIdLst>
    <p:notesMasterId xmlns:r="http://schemas.openxmlformats.org/officeDocument/2006/relationships" r:id="R73ddacabbc604c1b"/>
  </p:notesMasterIdLst>
  <p:sldIdLst>
    <p:sldId xmlns:r="http://schemas.openxmlformats.org/officeDocument/2006/relationships" id="256" r:id="R2a357c11fbb542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f6a2479d0f4690" /><Relationship Type="http://schemas.openxmlformats.org/officeDocument/2006/relationships/slideMaster" Target="/ppt/slideMasters/slideMaster1.xml" Id="Re09375fcb6744e0b" /><Relationship Type="http://schemas.openxmlformats.org/officeDocument/2006/relationships/notesMaster" Target="/ppt/notesMasters/notesMaster1.xml" Id="R73ddacabbc604c1b" /><Relationship Type="http://schemas.openxmlformats.org/officeDocument/2006/relationships/presProps" Target="/ppt/presProps.xml" Id="R5f1d5f7fbb744a99" /><Relationship Type="http://schemas.openxmlformats.org/officeDocument/2006/relationships/tableStyles" Target="/ppt/tableStyles.xml" Id="R3c455c89aa4f409e" /><Relationship Type="http://schemas.openxmlformats.org/officeDocument/2006/relationships/slide" Target="/ppt/slides/slide1.xml" Id="R2a357c11fbb542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5d15249ab64f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311b2efbde4270" /><Relationship Type="http://schemas.openxmlformats.org/officeDocument/2006/relationships/notesMaster" Target="/ppt/notesMasters/notesMaster1.xml" Id="Rb1e13097c6944b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f62cbf20fd4d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561b912b764dae" /><Relationship Type="http://schemas.openxmlformats.org/officeDocument/2006/relationships/slideLayout" Target="/ppt/slideLayouts/slideLayout1.xml" Id="Rc618c587705a45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18c587705a45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d5d30635d4b91" /><Relationship Type="http://schemas.openxmlformats.org/officeDocument/2006/relationships/notesSlide" Target="/ppt/notesSlides/notesSlide1.xml" Id="R71fe30ba06b342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_rule_1">
            <a:extLst xmlns:a="http://schemas.openxmlformats.org/drawingml/2006/main">
              <a:ext uri="{FF2B5EF4-FFF2-40B4-BE49-F238E27FC236}">
                <a16:creationId xmlns:a16="http://schemas.microsoft.com/office/drawing/2014/main" id="{65143309-401A-4551-9FAB-A2572C4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FA1BECF1-C841-4C4E-B9B8-F9F660BA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3EE6E712-7343-43AC-A133-9E74F91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F1E87162-8E2D-4425-A87E-C1B38DF8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Clasificación temporal no excluyente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8DB3BA07-9E45-4578-941C-18F32DB9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0AFB535E-AE08-41EA-86A2-B03F823B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D155DD57-D0BD-4BE3-8E69-88FE2628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6857243B-1284-47F9-84E9-5F024581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E9DDD549-3545-473E-BA55-6ED04B49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6_box">
            <a:extLst xmlns:a="http://schemas.openxmlformats.org/drawingml/2006/main">
              <a:ext uri="{FF2B5EF4-FFF2-40B4-BE49-F238E27FC236}">
                <a16:creationId xmlns:a16="http://schemas.microsoft.com/office/drawing/2014/main" id="{483A6AE6-7FE0-4DA1-BEE8-4A5CAB13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1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217E3ED0-E51F-4C6A-B293-30DDC312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Predictibilidad</a:t>
            </a:r>
          </a:p>
        </p:txBody>
      </p:sp>
      <p:sp>
        <p:nvSpPr>
          <p:cNvPr id="12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311EE476-FBE6-47C8-AC53-F5B83650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Continuidad</a:t>
            </a:r>
          </a:p>
        </p:txBody>
      </p:sp>
      <p:sp>
        <p:nvSpPr>
          <p:cNvPr id="13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80821775-A542-473C-929C-8A7F7B5C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Impulsividad</a:t>
            </a:r>
          </a:p>
        </p:txBody>
      </p:sp>
      <p:sp>
        <p:nvSpPr>
          <p:cNvPr id="14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60E1B9BD-0518-48BD-B9ED-C365F4E0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Los rasgos pueden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coexistir</a:t>
            </a:r>
          </a:p>
        </p:txBody>
      </p:sp>
      <p:sp>
        <p:nvSpPr>
          <p:cNvPr id="15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99201E27-25F5-428E-BF34-63C21D15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Ejemplo: máquina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fluctuante</a:t>
            </a:r>
          </a:p>
        </p:txBody>
      </p:sp>
      <p:sp>
        <p:nvSpPr>
          <p:cNvPr id="16" name="concept_6_text">
            <a:extLst xmlns:a="http://schemas.openxmlformats.org/drawingml/2006/main">
              <a:ext uri="{FF2B5EF4-FFF2-40B4-BE49-F238E27FC236}">
                <a16:creationId xmlns:a16="http://schemas.microsoft.com/office/drawing/2014/main" id="{25F72451-C31B-4ED6-B089-3720E381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Ejemplo: portazos</a:t>
            </a:r>
          </a:p>
        </p:txBody>
      </p:sp>
      <p:sp>
        <p:nvSpPr>
          <p:cNvPr id="17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446293FF-1B21-405A-89FA-A6419019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Árbol con retorno “puede coexistir”</a:t>
            </a:r>
          </a:p>
        </p:txBody>
      </p:sp>
      <p:sp>
        <p:nvSpPr>
          <p:cNvPr id="18" name="source_note">
            <a:extLst xmlns:a="http://schemas.openxmlformats.org/drawingml/2006/main">
              <a:ext uri="{FF2B5EF4-FFF2-40B4-BE49-F238E27FC236}">
                <a16:creationId xmlns:a16="http://schemas.microsoft.com/office/drawing/2014/main" id="{A74984D5-4102-4579-8EA4-690EEFDE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709852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2026-08-13T02:01:31.6700000Z</dcterms:created>
  <dcterms:modified xsi:type="dcterms:W3CDTF">2026-08-13T02:01:31.6700000Z</dcterms:modified>
</coreProperties>
</file>