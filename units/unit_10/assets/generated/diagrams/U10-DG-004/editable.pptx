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43a788a4ea4223" /><Relationship Type="http://schemas.openxmlformats.org/officeDocument/2006/relationships/extended-properties" Target="/docProps/app.xml" Id="R8f7b0999321e4a26" /><Relationship Type="http://schemas.openxmlformats.org/officeDocument/2006/relationships/officeDocument" Target="/ppt/presentation.xml" Id="R365dd84a1b7d45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ca9eca586b4689"/>
  </p:sldMasterIdLst>
  <p:notesMasterIdLst>
    <p:notesMasterId xmlns:r="http://schemas.openxmlformats.org/officeDocument/2006/relationships" r:id="R861119ea08d34aba"/>
  </p:notesMasterIdLst>
  <p:sldIdLst>
    <p:sldId xmlns:r="http://schemas.openxmlformats.org/officeDocument/2006/relationships" id="256" r:id="Re818c193886449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a394d1c2bf433e" /><Relationship Type="http://schemas.openxmlformats.org/officeDocument/2006/relationships/slideMaster" Target="/ppt/slideMasters/slideMaster1.xml" Id="R84ca9eca586b4689" /><Relationship Type="http://schemas.openxmlformats.org/officeDocument/2006/relationships/notesMaster" Target="/ppt/notesMasters/notesMaster1.xml" Id="R861119ea08d34aba" /><Relationship Type="http://schemas.openxmlformats.org/officeDocument/2006/relationships/presProps" Target="/ppt/presProps.xml" Id="R2404fc0c94e8459e" /><Relationship Type="http://schemas.openxmlformats.org/officeDocument/2006/relationships/tableStyles" Target="/ppt/tableStyles.xml" Id="R6b143a98c56d4028" /><Relationship Type="http://schemas.openxmlformats.org/officeDocument/2006/relationships/slide" Target="/ppt/slides/slide1.xml" Id="Re818c193886449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6f9162e37c42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b14c98795c4112" /><Relationship Type="http://schemas.openxmlformats.org/officeDocument/2006/relationships/notesMaster" Target="/ppt/notesMasters/notesMaster1.xml" Id="R2e17d7575d37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3abd1c8db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49f921262b483e" /><Relationship Type="http://schemas.openxmlformats.org/officeDocument/2006/relationships/slideLayout" Target="/ppt/slideLayouts/slideLayout1.xml" Id="Rf677c049109045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77c049109045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0b87e81534dd1" /><Relationship Type="http://schemas.openxmlformats.org/officeDocument/2006/relationships/notesSlide" Target="/ppt/notesSlides/notesSlide1.xml" Id="R777bbe3a06094d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B5EF857A-9457-4C06-96ED-35E752B8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5E9C4675-397F-4CAA-8B3C-8309AAD1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F30F06D7-9E14-4754-B820-36A7597A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E3ADFB0-F5A3-475E-A49A-58790A3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Red de prerrequisitos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F7A8A351-D41F-4EBC-A56C-C0394846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714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3E6E5441-664B-4341-BE5F-27FD8571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28725"/>
            <a:ext cx="409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0F299A54-7E42-4706-B34A-FAFFCD90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9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3C7A3504-DC0D-4A07-9760-54FC6882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409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F970D86A-9BF4-4653-BF51-319B9794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409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branch_5_box">
            <a:extLst xmlns:a="http://schemas.openxmlformats.org/drawingml/2006/main">
              <a:ext uri="{FF2B5EF4-FFF2-40B4-BE49-F238E27FC236}">
                <a16:creationId xmlns:a16="http://schemas.microsoft.com/office/drawing/2014/main" id="{7BEA920F-DF34-4697-896F-E3D96D48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38725"/>
            <a:ext cx="409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476625" y="1619250"/>
            <a:ext cx="3095625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476625" y="2571750"/>
            <a:ext cx="3095625" cy="785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3357563"/>
            <a:ext cx="3095625" cy="166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branch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76625" y="3357563"/>
            <a:ext cx="3095625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branch_edge_5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76625" y="3357563"/>
            <a:ext cx="3095625" cy="2071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1F624851-CDF4-4372-9E68-0718A28F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2574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Presión y RMS</a:t>
            </a:r>
          </a:p>
        </p:txBody>
      </p:sp>
      <p:sp>
        <p:nvSpPr>
          <p:cNvPr id="17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232295A0-7F0F-4C8E-A457-CD68CE45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01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Niveles en dB</a:t>
            </a:r>
          </a:p>
        </p:txBody>
      </p:sp>
      <p:sp>
        <p:nvSpPr>
          <p:cNvPr id="18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75C79B0E-8595-4609-9D3B-7D09375F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526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Espectro y bandas</a:t>
            </a:r>
          </a:p>
        </p:txBody>
      </p:sp>
      <p:sp>
        <p:nvSpPr>
          <p:cNvPr id="19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1D2DDDD7-A81F-4354-B979-641BF908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051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SNR</a:t>
            </a:r>
          </a:p>
        </p:txBody>
      </p:sp>
      <p:sp>
        <p:nvSpPr>
          <p:cNvPr id="20" name="branch_4_text">
            <a:extLst xmlns:a="http://schemas.openxmlformats.org/drawingml/2006/main">
              <a:ext uri="{FF2B5EF4-FFF2-40B4-BE49-F238E27FC236}">
                <a16:creationId xmlns:a16="http://schemas.microsoft.com/office/drawing/2014/main" id="{64D87671-AE1E-41CD-A217-A1F6CADC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576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Percepción</a:t>
            </a:r>
          </a:p>
        </p:txBody>
      </p:sp>
      <p:sp>
        <p:nvSpPr>
          <p:cNvPr id="21" name="branch_5_text">
            <a:extLst xmlns:a="http://schemas.openxmlformats.org/drawingml/2006/main">
              <a:ext uri="{FF2B5EF4-FFF2-40B4-BE49-F238E27FC236}">
                <a16:creationId xmlns:a16="http://schemas.microsoft.com/office/drawing/2014/main" id="{74C7D99A-DD4E-4BFE-81B7-72E7B0D5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101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Propagación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35EC2F94-D4EA-4AF6-A7F2-521AD748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“sostiene” hacia U10, agrupados por unidad previa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5B27905-8C20-4ECD-9CCC-C1A3C897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070197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2026-08-13T02:01:28.0910000Z</dcterms:created>
  <dcterms:modified xsi:type="dcterms:W3CDTF">2026-08-13T02:01:28.0910000Z</dcterms:modified>
</coreProperties>
</file>