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c7fb3aa68438e" /><Relationship Type="http://schemas.openxmlformats.org/officeDocument/2006/relationships/extended-properties" Target="/docProps/app.xml" Id="R93870292386341d5" /><Relationship Type="http://schemas.openxmlformats.org/officeDocument/2006/relationships/officeDocument" Target="/ppt/presentation.xml" Id="R8e674bed7f79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28e2c08c84456"/>
  </p:sldMasterIdLst>
  <p:notesMasterIdLst>
    <p:notesMasterId xmlns:r="http://schemas.openxmlformats.org/officeDocument/2006/relationships" r:id="Ra5e8c17454064bfd"/>
  </p:notesMasterIdLst>
  <p:sldIdLst>
    <p:sldId xmlns:r="http://schemas.openxmlformats.org/officeDocument/2006/relationships" id="256" r:id="Ra2d2617b26dc44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b96a0f3f244c7" /><Relationship Type="http://schemas.openxmlformats.org/officeDocument/2006/relationships/slideMaster" Target="/ppt/slideMasters/slideMaster1.xml" Id="R32c28e2c08c84456" /><Relationship Type="http://schemas.openxmlformats.org/officeDocument/2006/relationships/notesMaster" Target="/ppt/notesMasters/notesMaster1.xml" Id="Ra5e8c17454064bfd" /><Relationship Type="http://schemas.openxmlformats.org/officeDocument/2006/relationships/presProps" Target="/ppt/presProps.xml" Id="Rcef01dfb7aa14a13" /><Relationship Type="http://schemas.openxmlformats.org/officeDocument/2006/relationships/tableStyles" Target="/ppt/tableStyles.xml" Id="R0f3c3e03e99c4c33" /><Relationship Type="http://schemas.openxmlformats.org/officeDocument/2006/relationships/slide" Target="/ppt/slides/slide1.xml" Id="Ra2d2617b26dc44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6dfdd242504f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93667582d41c9" /><Relationship Type="http://schemas.openxmlformats.org/officeDocument/2006/relationships/notesMaster" Target="/ppt/notesMasters/notesMaster1.xml" Id="R3b4fc85f43e6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18e5b0a0545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605f0ddf864038" /><Relationship Type="http://schemas.openxmlformats.org/officeDocument/2006/relationships/slideLayout" Target="/ppt/slideLayouts/slideLayout1.xml" Id="Rbda2686af3b7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2686af3b7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06513e49142e3" /><Relationship Type="http://schemas.openxmlformats.org/officeDocument/2006/relationships/notesSlide" Target="/ppt/notesSlides/notesSlide1.xml" Id="Rd1a4a70c631741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1E593A50-54EF-448C-B3FD-C6B3E40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AFFAEE90-D1AB-40EE-9C47-E455363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E145CD68-D4C8-49AB-80BE-64AF194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938675E-1188-49E7-8EE9-11D481A4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Densidad × ancho de banda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71FB1B76-9590-4D61-A414-0EA6AF3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40ED9C2F-272E-4016-AEB1-C876C912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33F90886-193D-4AF3-BC4E-E0F11FFA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F099A500-029B-40A7-A394-3076F36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A5D8F919-1D73-4D89-9DDE-5B35413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2A1FA437-32A0-4E9C-82A2-22ACB19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p²(B,rms) ≈ Sₚₚ ·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Δf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68E2D6B7-C8D5-4A2C-B497-2B6988C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Altura: Sₚₚ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(Pa²/Hz)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55D35D52-C152-433E-8AF6-A15617F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Base: Δf (Hz)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A2041A92-1B18-4D33-8702-38BC5EE1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Área (Pa²):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p²_B,rms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F571728C-8041-4F35-B081-04EDCA6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Esquema no a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escala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FC24E126-D49E-406D-A4B7-FC7685B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Callouts externos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9EBB625-3CB8-4197-80FA-55E554A8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57897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2026-08-13T02:01:34.4970000Z</dcterms:created>
  <dcterms:modified xsi:type="dcterms:W3CDTF">2026-08-13T02:01:34.4970000Z</dcterms:modified>
</coreProperties>
</file>