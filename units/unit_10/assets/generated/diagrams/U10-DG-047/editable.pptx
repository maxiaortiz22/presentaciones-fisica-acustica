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b0726a891489c" /><Relationship Type="http://schemas.openxmlformats.org/officeDocument/2006/relationships/extended-properties" Target="/docProps/app.xml" Id="R53f36e89779e49c1" /><Relationship Type="http://schemas.openxmlformats.org/officeDocument/2006/relationships/officeDocument" Target="/ppt/presentation.xml" Id="Re031d4501521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6a1e85da847e7"/>
  </p:sldMasterIdLst>
  <p:notesMasterIdLst>
    <p:notesMasterId xmlns:r="http://schemas.openxmlformats.org/officeDocument/2006/relationships" r:id="R14a61ff903e5442d"/>
  </p:notesMasterIdLst>
  <p:sldIdLst>
    <p:sldId xmlns:r="http://schemas.openxmlformats.org/officeDocument/2006/relationships" id="256" r:id="R327ef35ed63441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9fd5d8b694364" /><Relationship Type="http://schemas.openxmlformats.org/officeDocument/2006/relationships/slideMaster" Target="/ppt/slideMasters/slideMaster1.xml" Id="Rb336a1e85da847e7" /><Relationship Type="http://schemas.openxmlformats.org/officeDocument/2006/relationships/notesMaster" Target="/ppt/notesMasters/notesMaster1.xml" Id="R14a61ff903e5442d" /><Relationship Type="http://schemas.openxmlformats.org/officeDocument/2006/relationships/presProps" Target="/ppt/presProps.xml" Id="R2b90d709a5ad4a4b" /><Relationship Type="http://schemas.openxmlformats.org/officeDocument/2006/relationships/tableStyles" Target="/ppt/tableStyles.xml" Id="R132160e28c284f28" /><Relationship Type="http://schemas.openxmlformats.org/officeDocument/2006/relationships/slide" Target="/ppt/slides/slide1.xml" Id="R327ef35ed634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f388b57e7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ae6fc146d48e8" /><Relationship Type="http://schemas.openxmlformats.org/officeDocument/2006/relationships/notesMaster" Target="/ppt/notesMasters/notesMaster1.xml" Id="R9ffae24d4b0b46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05f3f349945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33d3c06b34933" /><Relationship Type="http://schemas.openxmlformats.org/officeDocument/2006/relationships/slideLayout" Target="/ppt/slideLayouts/slideLayout1.xml" Id="R46c494b8933c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494b8933c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1fc49c46a44d5" /><Relationship Type="http://schemas.openxmlformats.org/officeDocument/2006/relationships/notesSlide" Target="/ppt/notesSlides/notesSlide1.xml" Id="R33997cd3c34a47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6F7729CE-D6FB-4D77-A8AD-50E91B3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4000B60B-9339-475F-B7E2-8A3CE05A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8082514D-DC07-4549-B9D2-2531CE0A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5799890-F0F0-4095-A053-F312784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Actividad: dónde intervenir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5EC0321D-5469-453A-916D-606B3537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F7BD6236-472A-4B0A-BB98-56FC5A70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5D323C94-45B4-496B-A6D4-CC39BC5B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2CDEF6CD-D4E8-4BB2-AFC0-B4136C50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AF96F4B2-6815-487E-9240-F711248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9274A3F4-1372-4F4A-987E-0260AEB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Caso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86B4FC8F-D071-4FFF-92D9-8C4B1A2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Intervenir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en fuente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DA544733-980A-4353-946E-3ECE4F93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Intervenir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 trayecto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C93B630E-34A6-4A10-8442-142F7E6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Intervenir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en receptor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08AA2D34-65DF-4104-8050-704F045B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Métrica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antes / después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E4F303C3-F352-4651-9BE1-5D74700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Tarjetas conectables; solución oculta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2AC49C9-E16D-4773-A7A3-21A79AC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24868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2026-08-13T02:01:47.0360000Z</dcterms:created>
  <dcterms:modified xsi:type="dcterms:W3CDTF">2026-08-13T02:01:47.0360000Z</dcterms:modified>
</coreProperties>
</file>