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037665da344bd2" /><Relationship Type="http://schemas.openxmlformats.org/officeDocument/2006/relationships/extended-properties" Target="/docProps/app.xml" Id="R8c51f13ebcbb416c" /><Relationship Type="http://schemas.openxmlformats.org/officeDocument/2006/relationships/officeDocument" Target="/ppt/presentation.xml" Id="R6a7510ee922f4a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58201324824209"/>
  </p:sldMasterIdLst>
  <p:notesMasterIdLst>
    <p:notesMasterId xmlns:r="http://schemas.openxmlformats.org/officeDocument/2006/relationships" r:id="Ra15739c30e3a446f"/>
  </p:notesMasterIdLst>
  <p:sldIdLst>
    <p:sldId xmlns:r="http://schemas.openxmlformats.org/officeDocument/2006/relationships" id="256" r:id="Rce1c607f6af641c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30b15c801b4c0b" /><Relationship Type="http://schemas.openxmlformats.org/officeDocument/2006/relationships/slideMaster" Target="/ppt/slideMasters/slideMaster1.xml" Id="R4958201324824209" /><Relationship Type="http://schemas.openxmlformats.org/officeDocument/2006/relationships/notesMaster" Target="/ppt/notesMasters/notesMaster1.xml" Id="Ra15739c30e3a446f" /><Relationship Type="http://schemas.openxmlformats.org/officeDocument/2006/relationships/presProps" Target="/ppt/presProps.xml" Id="Reb76af74e24647b5" /><Relationship Type="http://schemas.openxmlformats.org/officeDocument/2006/relationships/tableStyles" Target="/ppt/tableStyles.xml" Id="Re82a94e7d7f641db" /><Relationship Type="http://schemas.openxmlformats.org/officeDocument/2006/relationships/slide" Target="/ppt/slides/slide1.xml" Id="Rce1c607f6af641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accad040df4a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1595e536514c97" /><Relationship Type="http://schemas.openxmlformats.org/officeDocument/2006/relationships/notesMaster" Target="/ppt/notesMasters/notesMaster1.xml" Id="R33f17d7bf48a4d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5152fa32bb4bf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2d8476baa14298" /><Relationship Type="http://schemas.openxmlformats.org/officeDocument/2006/relationships/slideLayout" Target="/ppt/slideLayouts/slideLayout1.xml" Id="R064a1fc802ec4a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4a1fc802ec4a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2207ef1e484cb9" /><Relationship Type="http://schemas.openxmlformats.org/officeDocument/2006/relationships/notesSlide" Target="/ppt/notesSlides/notesSlide1.xml" Id="R899e4338c8e04ec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_rule_1">
            <a:extLst xmlns:a="http://schemas.openxmlformats.org/drawingml/2006/main">
              <a:ext uri="{FF2B5EF4-FFF2-40B4-BE49-F238E27FC236}">
                <a16:creationId xmlns:a16="http://schemas.microsoft.com/office/drawing/2014/main" id="{C03B1A0B-8F1A-41B2-A369-037F66733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2">
            <a:extLst xmlns:a="http://schemas.openxmlformats.org/drawingml/2006/main">
              <a:ext uri="{FF2B5EF4-FFF2-40B4-BE49-F238E27FC236}">
                <a16:creationId xmlns:a16="http://schemas.microsoft.com/office/drawing/2014/main" id="{4FA62F9A-F700-4B02-AE41-DAF436A5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3">
            <a:extLst xmlns:a="http://schemas.openxmlformats.org/drawingml/2006/main">
              <a:ext uri="{FF2B5EF4-FFF2-40B4-BE49-F238E27FC236}">
                <a16:creationId xmlns:a16="http://schemas.microsoft.com/office/drawing/2014/main" id="{72ED6DA2-3F15-4E4C-94A9-ABCBFAE5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143ADDBD-708E-4E65-8997-8C363342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Recap de función y frontera</a:t>
            </a:r>
          </a:p>
        </p:txBody>
      </p:sp>
      <p:sp>
        <p:nvSpPr>
          <p:cNvPr id="5" name="step_1_box">
            <a:extLst xmlns:a="http://schemas.openxmlformats.org/drawingml/2006/main">
              <a:ext uri="{FF2B5EF4-FFF2-40B4-BE49-F238E27FC236}">
                <a16:creationId xmlns:a16="http://schemas.microsoft.com/office/drawing/2014/main" id="{CABC8A1E-0A8C-456C-81FD-98245F8B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285750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tep_2_box">
            <a:extLst xmlns:a="http://schemas.openxmlformats.org/drawingml/2006/main">
              <a:ext uri="{FF2B5EF4-FFF2-40B4-BE49-F238E27FC236}">
                <a16:creationId xmlns:a16="http://schemas.microsoft.com/office/drawing/2014/main" id="{C8DC2F21-A927-4F31-91FA-19F1A5454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19250"/>
            <a:ext cx="285750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step_3_box">
            <a:extLst xmlns:a="http://schemas.openxmlformats.org/drawingml/2006/main">
              <a:ext uri="{FF2B5EF4-FFF2-40B4-BE49-F238E27FC236}">
                <a16:creationId xmlns:a16="http://schemas.microsoft.com/office/drawing/2014/main" id="{A70F6C22-EC62-4492-9C6E-1E7E9F4C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19250"/>
            <a:ext cx="285750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step_4_box">
            <a:extLst xmlns:a="http://schemas.openxmlformats.org/drawingml/2006/main">
              <a:ext uri="{FF2B5EF4-FFF2-40B4-BE49-F238E27FC236}">
                <a16:creationId xmlns:a16="http://schemas.microsoft.com/office/drawing/2014/main" id="{4DCC3B9A-DB60-4759-9EE5-A9618C9B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05250"/>
            <a:ext cx="285750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step_5_box">
            <a:extLst xmlns:a="http://schemas.openxmlformats.org/drawingml/2006/main">
              <a:ext uri="{FF2B5EF4-FFF2-40B4-BE49-F238E27FC236}">
                <a16:creationId xmlns:a16="http://schemas.microsoft.com/office/drawing/2014/main" id="{711899B4-45F7-4251-AF55-97157D2E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05250"/>
            <a:ext cx="285750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cxnSp>
        <p:nvCxnSpPr>
          <p:cNvPr id="30" name="flow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230981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flow_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524750" y="230981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flow_3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0001250" y="3000375"/>
            <a:ext cx="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3" name="flow_4"/>
          <p:cNvCxnSpPr>
            <a:stCxn xmlns:a="http://schemas.openxmlformats.org/drawingml/2006/main" id="8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7524750" y="459581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4" name="step_1_text">
            <a:extLst xmlns:a="http://schemas.openxmlformats.org/drawingml/2006/main">
              <a:ext uri="{FF2B5EF4-FFF2-40B4-BE49-F238E27FC236}">
                <a16:creationId xmlns:a16="http://schemas.microsoft.com/office/drawing/2014/main" id="{E823CE02-51E1-43B4-B18D-46CAC09F1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90700"/>
            <a:ext cx="240030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1 · Señal de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prueba</a:t>
            </a:r>
          </a:p>
        </p:txBody>
      </p:sp>
      <p:sp>
        <p:nvSpPr>
          <p:cNvPr id="15" name="step_2_text">
            <a:extLst xmlns:a="http://schemas.openxmlformats.org/drawingml/2006/main">
              <a:ext uri="{FF2B5EF4-FFF2-40B4-BE49-F238E27FC236}">
                <a16:creationId xmlns:a16="http://schemas.microsoft.com/office/drawing/2014/main" id="{5D535F79-A85B-4BF4-A937-D46B41E1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90700"/>
            <a:ext cx="240030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2 · Ruta</a:t>
            </a:r>
          </a:p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posible</a:t>
            </a:r>
          </a:p>
        </p:txBody>
      </p:sp>
      <p:sp>
        <p:nvSpPr>
          <p:cNvPr id="16" name="step_3_text">
            <a:extLst xmlns:a="http://schemas.openxmlformats.org/drawingml/2006/main">
              <a:ext uri="{FF2B5EF4-FFF2-40B4-BE49-F238E27FC236}">
                <a16:creationId xmlns:a16="http://schemas.microsoft.com/office/drawing/2014/main" id="{338221C6-1DC3-4963-912F-0DCFC6D5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790700"/>
            <a:ext cx="240030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3 · Control:</a:t>
            </a:r>
          </a:p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enmascarar</a:t>
            </a:r>
          </a:p>
        </p:txBody>
      </p:sp>
      <p:sp>
        <p:nvSpPr>
          <p:cNvPr id="17" name="step_4_text">
            <a:extLst xmlns:a="http://schemas.openxmlformats.org/drawingml/2006/main">
              <a:ext uri="{FF2B5EF4-FFF2-40B4-BE49-F238E27FC236}">
                <a16:creationId xmlns:a16="http://schemas.microsoft.com/office/drawing/2014/main" id="{48BE2878-C7D5-497A-ABAF-717D8706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76700"/>
            <a:ext cx="240030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4 · Respuesta</a:t>
            </a:r>
          </a:p>
        </p:txBody>
      </p:sp>
      <p:sp>
        <p:nvSpPr>
          <p:cNvPr id="18" name="step_5_text">
            <a:extLst xmlns:a="http://schemas.openxmlformats.org/drawingml/2006/main">
              <a:ext uri="{FF2B5EF4-FFF2-40B4-BE49-F238E27FC236}">
                <a16:creationId xmlns:a16="http://schemas.microsoft.com/office/drawing/2014/main" id="{D1C08A6C-7770-4FBC-813F-094C3055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076700"/>
            <a:ext cx="240030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5 · Protocolo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requerido</a:t>
            </a:r>
          </a:p>
        </p:txBody>
      </p:sp>
      <p:sp>
        <p:nvSpPr>
          <p:cNvPr id="19" name="relation_footer">
            <a:extLst xmlns:a="http://schemas.openxmlformats.org/drawingml/2006/main">
              <a:ext uri="{FF2B5EF4-FFF2-40B4-BE49-F238E27FC236}">
                <a16:creationId xmlns:a16="http://schemas.microsoft.com/office/drawing/2014/main" id="{0D369038-09B6-4F9F-B275-551671274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91250"/>
            <a:ext cx="1047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Relación de lectura: Cadena y ramal de límite</a:t>
            </a:r>
          </a:p>
        </p:txBody>
      </p:sp>
      <p:sp>
        <p:nvSpPr>
          <p:cNvPr id="20" name="source_note">
            <a:extLst xmlns:a="http://schemas.openxmlformats.org/drawingml/2006/main">
              <a:ext uri="{FF2B5EF4-FFF2-40B4-BE49-F238E27FC236}">
                <a16:creationId xmlns:a16="http://schemas.microsoft.com/office/drawing/2014/main" id="{D4096AB2-B3CB-4503-B91A-7ED21F4E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Libro del curso, capítulo 10; brief, storyboard y diagram_plan de la Unidad 10. Síntesis visual propia de la cátedra</a:t>
            </a:r>
          </a:p>
        </p:txBody>
      </p:sp>
    </p:spTree>
    <p:extLst>
      <p:ext uri="{BB962C8B-B14F-4D97-AF65-F5344CB8AC3E}">
        <p14:creationId xmlns:p14="http://schemas.microsoft.com/office/powerpoint/2010/main" val="7306215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2026-08-13T02:01:44.2010000Z</dcterms:created>
  <dcterms:modified xsi:type="dcterms:W3CDTF">2026-08-13T02:01:44.2010000Z</dcterms:modified>
</coreProperties>
</file>