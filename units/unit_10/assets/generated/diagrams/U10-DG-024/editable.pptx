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981c2507cb4028" /><Relationship Type="http://schemas.openxmlformats.org/officeDocument/2006/relationships/extended-properties" Target="/docProps/app.xml" Id="R54cac2e5e7444e23" /><Relationship Type="http://schemas.openxmlformats.org/officeDocument/2006/relationships/officeDocument" Target="/ppt/presentation.xml" Id="R4ca486465eb146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aba91e11bf47db"/>
  </p:sldMasterIdLst>
  <p:notesMasterIdLst>
    <p:notesMasterId xmlns:r="http://schemas.openxmlformats.org/officeDocument/2006/relationships" r:id="Rb938a51765c14925"/>
  </p:notesMasterIdLst>
  <p:sldIdLst>
    <p:sldId xmlns:r="http://schemas.openxmlformats.org/officeDocument/2006/relationships" id="256" r:id="R07ce78d97d8847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a2e21c739247ad" /><Relationship Type="http://schemas.openxmlformats.org/officeDocument/2006/relationships/slideMaster" Target="/ppt/slideMasters/slideMaster1.xml" Id="R1faba91e11bf47db" /><Relationship Type="http://schemas.openxmlformats.org/officeDocument/2006/relationships/notesMaster" Target="/ppt/notesMasters/notesMaster1.xml" Id="Rb938a51765c14925" /><Relationship Type="http://schemas.openxmlformats.org/officeDocument/2006/relationships/presProps" Target="/ppt/presProps.xml" Id="R2b0e174c9a414de4" /><Relationship Type="http://schemas.openxmlformats.org/officeDocument/2006/relationships/tableStyles" Target="/ppt/tableStyles.xml" Id="R4a901952b1044b2a" /><Relationship Type="http://schemas.openxmlformats.org/officeDocument/2006/relationships/slide" Target="/ppt/slides/slide1.xml" Id="R07ce78d97d8847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f7a92bb0324e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b9feb5fc854219" /><Relationship Type="http://schemas.openxmlformats.org/officeDocument/2006/relationships/notesMaster" Target="/ppt/notesMasters/notesMaster1.xml" Id="R651f046fe4c94f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116115803d48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88cff0c74f46e0" /><Relationship Type="http://schemas.openxmlformats.org/officeDocument/2006/relationships/slideLayout" Target="/ppt/slideLayouts/slideLayout1.xml" Id="Ra1440757f6f842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440757f6f842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6d9db49984a33" /><Relationship Type="http://schemas.openxmlformats.org/officeDocument/2006/relationships/notesSlide" Target="/ppt/notesSlides/notesSlide1.xml" Id="Ra5800fe0919243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1">
            <a:extLst xmlns:a="http://schemas.openxmlformats.org/drawingml/2006/main">
              <a:ext uri="{FF2B5EF4-FFF2-40B4-BE49-F238E27FC236}">
                <a16:creationId xmlns:a16="http://schemas.microsoft.com/office/drawing/2014/main" id="{798E8300-3200-46BC-A61D-AA2931F6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62EE2CB4-E6FA-4DE1-ABB3-A017C1BA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27F161FB-6519-4E34-AD95-28FD6E82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26170A92-535F-4430-BEDB-B344B259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Definición visual de NBN</a:t>
            </a:r>
          </a:p>
        </p:txBody>
      </p:sp>
      <p:sp>
        <p:nvSpPr>
          <p:cNvPr id="5" name="equation_box">
            <a:extLst xmlns:a="http://schemas.openxmlformats.org/drawingml/2006/main">
              <a:ext uri="{FF2B5EF4-FFF2-40B4-BE49-F238E27FC236}">
                <a16:creationId xmlns:a16="http://schemas.microsoft.com/office/drawing/2014/main" id="{F67557F3-F2EA-461F-BBE4-BE15E691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71750"/>
            <a:ext cx="54292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callout_1_box">
            <a:extLst xmlns:a="http://schemas.openxmlformats.org/drawingml/2006/main">
              <a:ext uri="{FF2B5EF4-FFF2-40B4-BE49-F238E27FC236}">
                <a16:creationId xmlns:a16="http://schemas.microsoft.com/office/drawing/2014/main" id="{2E9C5F87-3807-44B3-87E6-09C3EB41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33500"/>
            <a:ext cx="2571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callout_2_box">
            <a:extLst xmlns:a="http://schemas.openxmlformats.org/drawingml/2006/main">
              <a:ext uri="{FF2B5EF4-FFF2-40B4-BE49-F238E27FC236}">
                <a16:creationId xmlns:a16="http://schemas.microsoft.com/office/drawing/2014/main" id="{707B3E93-4871-4B44-A39E-8A102465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33500"/>
            <a:ext cx="2571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callout_3_box">
            <a:extLst xmlns:a="http://schemas.openxmlformats.org/drawingml/2006/main">
              <a:ext uri="{FF2B5EF4-FFF2-40B4-BE49-F238E27FC236}">
                <a16:creationId xmlns:a16="http://schemas.microsoft.com/office/drawing/2014/main" id="{5215159F-B4EE-4FC2-926D-A74AF889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72000"/>
            <a:ext cx="2571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callout_4_box">
            <a:extLst xmlns:a="http://schemas.openxmlformats.org/drawingml/2006/main">
              <a:ext uri="{FF2B5EF4-FFF2-40B4-BE49-F238E27FC236}">
                <a16:creationId xmlns:a16="http://schemas.microsoft.com/office/drawing/2014/main" id="{8C1AA314-51E2-43FC-9C22-EE1348EC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72000"/>
            <a:ext cx="2571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leader_1"/>
          <p:cNvCxnSpPr>
            <a:stCxn xmlns:a="http://schemas.openxmlformats.org/drawingml/2006/main" id="6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600075" y="1219200"/>
            <a:ext cx="2800350" cy="204311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cxnSp>
        <p:nvCxnSpPr>
          <p:cNvPr id="31" name="leader_2"/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8743950" y="1219200"/>
            <a:ext cx="2800350" cy="204311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cxnSp>
        <p:nvCxnSpPr>
          <p:cNvPr id="32" name="leader_3"/>
          <p:cNvCxnSpPr>
            <a:stCxn xmlns:a="http://schemas.openxmlformats.org/drawingml/2006/main" id="8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267075" y="3262313"/>
            <a:ext cx="133350" cy="183356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cxnSp>
        <p:nvCxnSpPr>
          <p:cNvPr id="33" name="leader_4"/>
          <p:cNvCxnSpPr>
            <a:stCxn xmlns:a="http://schemas.openxmlformats.org/drawingml/2006/main" id="9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 flipV="1">
            <a:off x="8743950" y="3262313"/>
            <a:ext cx="180975" cy="183356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sp>
        <p:nvSpPr>
          <p:cNvPr id="14" name="equation_text">
            <a:extLst xmlns:a="http://schemas.openxmlformats.org/drawingml/2006/main">
              <a:ext uri="{FF2B5EF4-FFF2-40B4-BE49-F238E27FC236}">
                <a16:creationId xmlns:a16="http://schemas.microsoft.com/office/drawing/2014/main" id="{49CDC234-F073-4863-8A81-D65A60B2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743200"/>
            <a:ext cx="49720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0">
                <a:solidFill>
                  <a:srgbClr val="4D1434"/>
                </a:solidFill>
              </a:defRPr>
            </a:pPr>
            <a:r>
              <a:rPr sz="3600" b="0">
                <a:solidFill>
                  <a:srgbClr val="4D1434"/>
                </a:solidFill>
              </a:rPr>
              <a:t>NBN: fₗ — f꜀ — fₕ</a:t>
            </a:r>
          </a:p>
        </p:txBody>
      </p:sp>
      <p:sp>
        <p:nvSpPr>
          <p:cNvPr id="15" name="callout_1_text">
            <a:extLst xmlns:a="http://schemas.openxmlformats.org/drawingml/2006/main">
              <a:ext uri="{FF2B5EF4-FFF2-40B4-BE49-F238E27FC236}">
                <a16:creationId xmlns:a16="http://schemas.microsoft.com/office/drawing/2014/main" id="{F300B17C-6A1C-4FBD-BC9F-0001E488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5049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7E83"/>
                </a:solidFill>
              </a:defRPr>
            </a:pPr>
            <a:r>
              <a:rPr sz="2250" b="1">
                <a:solidFill>
                  <a:srgbClr val="2F7E83"/>
                </a:solidFill>
              </a:rPr>
              <a:t>Espectro</a:t>
            </a:r>
          </a:p>
          <a:p xmlns:a="http://schemas.openxmlformats.org/drawingml/2006/main">
            <a:pPr algn="ctr">
              <a:defRPr sz="2250" b="1">
                <a:solidFill>
                  <a:srgbClr val="2F7E83"/>
                </a:solidFill>
              </a:defRPr>
            </a:pPr>
            <a:r>
              <a:rPr sz="2250" b="1">
                <a:solidFill>
                  <a:srgbClr val="2F7E83"/>
                </a:solidFill>
              </a:rPr>
              <a:t>amplio</a:t>
            </a:r>
          </a:p>
        </p:txBody>
      </p:sp>
      <p:sp>
        <p:nvSpPr>
          <p:cNvPr id="16" name="callout_2_text">
            <a:extLst xmlns:a="http://schemas.openxmlformats.org/drawingml/2006/main">
              <a:ext uri="{FF2B5EF4-FFF2-40B4-BE49-F238E27FC236}">
                <a16:creationId xmlns:a16="http://schemas.microsoft.com/office/drawing/2014/main" id="{2EE8E776-E61D-448D-9690-F6A7B7C0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5049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Filtro</a:t>
            </a:r>
          </a:p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centrado</a:t>
            </a:r>
          </a:p>
        </p:txBody>
      </p:sp>
      <p:sp>
        <p:nvSpPr>
          <p:cNvPr id="17" name="callout_3_text">
            <a:extLst xmlns:a="http://schemas.openxmlformats.org/drawingml/2006/main">
              <a:ext uri="{FF2B5EF4-FFF2-40B4-BE49-F238E27FC236}">
                <a16:creationId xmlns:a16="http://schemas.microsoft.com/office/drawing/2014/main" id="{7EFEA93A-3C48-4B22-BF10-3A114238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7434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fₗ: límite</a:t>
            </a:r>
          </a:p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inferior</a:t>
            </a:r>
          </a:p>
        </p:txBody>
      </p:sp>
      <p:sp>
        <p:nvSpPr>
          <p:cNvPr id="18" name="callout_4_text">
            <a:extLst xmlns:a="http://schemas.openxmlformats.org/drawingml/2006/main">
              <a:ext uri="{FF2B5EF4-FFF2-40B4-BE49-F238E27FC236}">
                <a16:creationId xmlns:a16="http://schemas.microsoft.com/office/drawing/2014/main" id="{7BF07E6D-D829-4746-B6A5-FEA23DD7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7434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541A"/>
                </a:solidFill>
              </a:defRPr>
            </a:pPr>
            <a:r>
              <a:rPr sz="2250" b="1">
                <a:solidFill>
                  <a:srgbClr val="9F541A"/>
                </a:solidFill>
              </a:rPr>
              <a:t>f꜀: centro</a:t>
            </a:r>
          </a:p>
        </p:txBody>
      </p:sp>
      <p:sp>
        <p:nvSpPr>
          <p:cNvPr id="19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6D85B487-B99A-4358-A814-009BA1A6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“selecciona”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9F694429-C62F-4251-B0BD-AFCD4606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17235753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2026-08-13T02:01:37.2450000Z</dcterms:created>
  <dcterms:modified xsi:type="dcterms:W3CDTF">2026-08-13T02:01:37.2450000Z</dcterms:modified>
</coreProperties>
</file>