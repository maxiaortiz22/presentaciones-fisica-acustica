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8609aa8f5a349e8" /><Relationship Type="http://schemas.openxmlformats.org/officeDocument/2006/relationships/extended-properties" Target="/docProps/app.xml" Id="R74b11989c2ee44cc" /><Relationship Type="http://schemas.openxmlformats.org/officeDocument/2006/relationships/officeDocument" Target="/ppt/presentation.xml" Id="Rb6b8bd52b87742d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8c4efc4c494824"/>
  </p:sldMasterIdLst>
  <p:notesMasterIdLst>
    <p:notesMasterId xmlns:r="http://schemas.openxmlformats.org/officeDocument/2006/relationships" r:id="R02f5410453fa4cf9"/>
  </p:notesMasterIdLst>
  <p:sldIdLst>
    <p:sldId xmlns:r="http://schemas.openxmlformats.org/officeDocument/2006/relationships" id="256" r:id="R48c60b28ac394a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44446529af4641" /><Relationship Type="http://schemas.openxmlformats.org/officeDocument/2006/relationships/slideMaster" Target="/ppt/slideMasters/slideMaster1.xml" Id="R908c4efc4c494824" /><Relationship Type="http://schemas.openxmlformats.org/officeDocument/2006/relationships/notesMaster" Target="/ppt/notesMasters/notesMaster1.xml" Id="R02f5410453fa4cf9" /><Relationship Type="http://schemas.openxmlformats.org/officeDocument/2006/relationships/presProps" Target="/ppt/presProps.xml" Id="R1295fb2a34294d1c" /><Relationship Type="http://schemas.openxmlformats.org/officeDocument/2006/relationships/tableStyles" Target="/ppt/tableStyles.xml" Id="R6beeba16e988468b" /><Relationship Type="http://schemas.openxmlformats.org/officeDocument/2006/relationships/slide" Target="/ppt/slides/slide1.xml" Id="R48c60b28ac394a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8436f57dfa43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2ebfaccea444f1f" /><Relationship Type="http://schemas.openxmlformats.org/officeDocument/2006/relationships/notesMaster" Target="/ppt/notesMasters/notesMaster1.xml" Id="R6dd2e70079244e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43e7c4c1147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42c7251ed24dc7" /><Relationship Type="http://schemas.openxmlformats.org/officeDocument/2006/relationships/slideLayout" Target="/ppt/slideLayouts/slideLayout1.xml" Id="Rff901d8b06c243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901d8b06c243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9044dcc334668" /><Relationship Type="http://schemas.openxmlformats.org/officeDocument/2006/relationships/notesSlide" Target="/ppt/notesSlides/notesSlide1.xml" Id="Ra692af6e129f4b1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op_rule_1">
            <a:extLst xmlns:a="http://schemas.openxmlformats.org/drawingml/2006/main">
              <a:ext uri="{FF2B5EF4-FFF2-40B4-BE49-F238E27FC236}">
                <a16:creationId xmlns:a16="http://schemas.microsoft.com/office/drawing/2014/main" id="{CB57F955-D362-4760-B84F-23A7894E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B88032DE-368E-49D5-8B4A-73241AD8C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74ACA432-34C6-49BB-9E1C-73D0C345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D2B391A2-AEDD-4A47-912C-B0ABFED34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Jerarquía fuente–trayecto–receptor</a:t>
            </a:r>
          </a:p>
        </p:txBody>
      </p:sp>
      <p:sp>
        <p:nvSpPr>
          <p:cNvPr id="5" name="branch_source_box">
            <a:extLst xmlns:a="http://schemas.openxmlformats.org/drawingml/2006/main">
              <a:ext uri="{FF2B5EF4-FFF2-40B4-BE49-F238E27FC236}">
                <a16:creationId xmlns:a16="http://schemas.microsoft.com/office/drawing/2014/main" id="{03DF9B8C-0166-4C74-A973-E6632C0D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2714625" cy="1381125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branch_1_box">
            <a:extLst xmlns:a="http://schemas.openxmlformats.org/drawingml/2006/main">
              <a:ext uri="{FF2B5EF4-FFF2-40B4-BE49-F238E27FC236}">
                <a16:creationId xmlns:a16="http://schemas.microsoft.com/office/drawing/2014/main" id="{94422930-D079-4DA1-A59D-58762688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776413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branch_2_box">
            <a:extLst xmlns:a="http://schemas.openxmlformats.org/drawingml/2006/main">
              <a:ext uri="{FF2B5EF4-FFF2-40B4-BE49-F238E27FC236}">
                <a16:creationId xmlns:a16="http://schemas.microsoft.com/office/drawing/2014/main" id="{9C1629DB-0801-4F0A-8CC5-2AEB6C099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24188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branch_3_box">
            <a:extLst xmlns:a="http://schemas.openxmlformats.org/drawingml/2006/main">
              <a:ext uri="{FF2B5EF4-FFF2-40B4-BE49-F238E27FC236}">
                <a16:creationId xmlns:a16="http://schemas.microsoft.com/office/drawing/2014/main" id="{55A6F7AA-1CC8-4526-A25D-26878D18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71963"/>
            <a:ext cx="4095750" cy="1000125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cxnSp>
        <p:nvCxnSpPr>
          <p:cNvPr id="26" name="branch_edge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3476625" y="2276476"/>
            <a:ext cx="3095625" cy="1081087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7" name="branch_edge_2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476625" y="3357563"/>
            <a:ext cx="3095625" cy="1666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28" name="branch_edge_3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476625" y="3357563"/>
            <a:ext cx="3095625" cy="14144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2" name="branch_source_text">
            <a:extLst xmlns:a="http://schemas.openxmlformats.org/drawingml/2006/main">
              <a:ext uri="{FF2B5EF4-FFF2-40B4-BE49-F238E27FC236}">
                <a16:creationId xmlns:a16="http://schemas.microsoft.com/office/drawing/2014/main" id="{8318A941-B5E1-42BF-A8F6-11628C196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38450"/>
            <a:ext cx="2257425" cy="1038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Fuente: menos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emisión</a:t>
            </a:r>
          </a:p>
        </p:txBody>
      </p:sp>
      <p:sp>
        <p:nvSpPr>
          <p:cNvPr id="13" name="branch_1_text">
            <a:extLst xmlns:a="http://schemas.openxmlformats.org/drawingml/2006/main">
              <a:ext uri="{FF2B5EF4-FFF2-40B4-BE49-F238E27FC236}">
                <a16:creationId xmlns:a16="http://schemas.microsoft.com/office/drawing/2014/main" id="{BD02E3BF-23A2-4AAF-921B-B8C9A3D2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947863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Trayecto: barrera /</a:t>
            </a:r>
          </a:p>
          <a:p xmlns:a="http://schemas.openxmlformats.org/drawingml/2006/main">
            <a:pPr algn="ctr">
              <a:defRPr sz="2250" b="1">
                <a:solidFill>
                  <a:srgbClr val="4D1434"/>
                </a:solidFill>
              </a:defRPr>
            </a:pPr>
            <a:r>
              <a:rPr sz="2250" b="1">
                <a:solidFill>
                  <a:srgbClr val="4D1434"/>
                </a:solidFill>
              </a:rPr>
              <a:t>encapsulado</a:t>
            </a:r>
          </a:p>
        </p:txBody>
      </p:sp>
      <p:sp>
        <p:nvSpPr>
          <p:cNvPr id="14" name="branch_2_text">
            <a:extLst xmlns:a="http://schemas.openxmlformats.org/drawingml/2006/main">
              <a:ext uri="{FF2B5EF4-FFF2-40B4-BE49-F238E27FC236}">
                <a16:creationId xmlns:a16="http://schemas.microsoft.com/office/drawing/2014/main" id="{F2480642-564D-4BE4-9CE4-040868A5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95638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Receptor: organización</a:t>
            </a:r>
          </a:p>
          <a:p xmlns:a="http://schemas.openxmlformats.org/drawingml/2006/main">
            <a:pPr algn="ctr">
              <a:defRPr sz="2250" b="1">
                <a:solidFill>
                  <a:srgbClr val="3D3D3D"/>
                </a:solidFill>
              </a:defRPr>
            </a:pPr>
            <a:r>
              <a:rPr sz="2250" b="1">
                <a:solidFill>
                  <a:srgbClr val="3D3D3D"/>
                </a:solidFill>
              </a:rPr>
              <a:t>/ EPP</a:t>
            </a:r>
          </a:p>
        </p:txBody>
      </p:sp>
      <p:sp>
        <p:nvSpPr>
          <p:cNvPr id="15" name="branch_3_text">
            <a:extLst xmlns:a="http://schemas.openxmlformats.org/drawingml/2006/main">
              <a:ext uri="{FF2B5EF4-FFF2-40B4-BE49-F238E27FC236}">
                <a16:creationId xmlns:a16="http://schemas.microsoft.com/office/drawing/2014/main" id="{E4D77AC5-0857-49D4-AC2D-128090E00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443413"/>
            <a:ext cx="363855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Verificar antes y</a:t>
            </a:r>
          </a:p>
          <a:p xmlns:a="http://schemas.openxmlformats.org/drawingml/2006/main">
            <a:pPr algn="ctr">
              <a:defRPr sz="2250" b="1">
                <a:solidFill>
                  <a:srgbClr val="9F541A"/>
                </a:solidFill>
              </a:defRPr>
            </a:pPr>
            <a:r>
              <a:rPr sz="2250" b="1">
                <a:solidFill>
                  <a:srgbClr val="9F541A"/>
                </a:solidFill>
              </a:rPr>
              <a:t>después</a:t>
            </a:r>
          </a:p>
        </p:txBody>
      </p:sp>
      <p:sp>
        <p:nvSpPr>
          <p:cNvPr id="16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1621826A-715E-43D7-9091-A771217A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“controlar primero”, “comprobar después”</a:t>
            </a:r>
          </a:p>
        </p:txBody>
      </p:sp>
      <p:sp>
        <p:nvSpPr>
          <p:cNvPr id="17" name="source_note">
            <a:extLst xmlns:a="http://schemas.openxmlformats.org/drawingml/2006/main">
              <a:ext uri="{FF2B5EF4-FFF2-40B4-BE49-F238E27FC236}">
                <a16:creationId xmlns:a16="http://schemas.microsoft.com/office/drawing/2014/main" id="{B524FC98-B0F2-48F5-A23A-D8DEA341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0987987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2026-08-13T02:01:46.2060000Z</dcterms:created>
  <dcterms:modified xsi:type="dcterms:W3CDTF">2026-08-13T02:01:46.2060000Z</dcterms:modified>
</coreProperties>
</file>