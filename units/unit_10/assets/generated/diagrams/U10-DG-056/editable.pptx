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2d27fdfb5540b0" /><Relationship Type="http://schemas.openxmlformats.org/officeDocument/2006/relationships/extended-properties" Target="/docProps/app.xml" Id="R949bc12babdc4a10" /><Relationship Type="http://schemas.openxmlformats.org/officeDocument/2006/relationships/officeDocument" Target="/ppt/presentation.xml" Id="Rcdf30374745c44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c27a98fe7a4582"/>
  </p:sldMasterIdLst>
  <p:notesMasterIdLst>
    <p:notesMasterId xmlns:r="http://schemas.openxmlformats.org/officeDocument/2006/relationships" r:id="Rd2a69c54a17f47a6"/>
  </p:notesMasterIdLst>
  <p:sldIdLst>
    <p:sldId xmlns:r="http://schemas.openxmlformats.org/officeDocument/2006/relationships" id="256" r:id="Rba2eacf42cee4e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ca4af4ceb94c36" /><Relationship Type="http://schemas.openxmlformats.org/officeDocument/2006/relationships/slideMaster" Target="/ppt/slideMasters/slideMaster1.xml" Id="R85c27a98fe7a4582" /><Relationship Type="http://schemas.openxmlformats.org/officeDocument/2006/relationships/notesMaster" Target="/ppt/notesMasters/notesMaster1.xml" Id="Rd2a69c54a17f47a6" /><Relationship Type="http://schemas.openxmlformats.org/officeDocument/2006/relationships/presProps" Target="/ppt/presProps.xml" Id="R812079014d634a7b" /><Relationship Type="http://schemas.openxmlformats.org/officeDocument/2006/relationships/tableStyles" Target="/ppt/tableStyles.xml" Id="R7422b0fa77ca434c" /><Relationship Type="http://schemas.openxmlformats.org/officeDocument/2006/relationships/slide" Target="/ppt/slides/slide1.xml" Id="Rba2eacf42cee4e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eda7c54b144a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e926f327b340b6" /><Relationship Type="http://schemas.openxmlformats.org/officeDocument/2006/relationships/notesMaster" Target="/ppt/notesMasters/notesMaster1.xml" Id="R2107dbefaf01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741f9733643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c6a19bb2045ff" /><Relationship Type="http://schemas.openxmlformats.org/officeDocument/2006/relationships/slideLayout" Target="/ppt/slideLayouts/slideLayout1.xml" Id="R852bb4d6ff1e4a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2bb4d6ff1e4a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89eb7dfb34d7d" /><Relationship Type="http://schemas.openxmlformats.org/officeDocument/2006/relationships/notesSlide" Target="/ppt/notesSlides/notesSlide1.xml" Id="Rc633e51c15dd4a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CBC87690-4EE9-4A9A-A23E-07C004E1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9F066BF8-F3FA-4544-BBD0-551224C0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467887DF-A6C7-4945-B0B4-46A16977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53B4FE1-7242-43EB-B229-B9A993B6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Identidad RMS–varianza–media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009471F9-10D5-448E-A43C-7BB1CD29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34742FB0-E250-439A-BD6A-1C5374AA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B6E0CFDA-5149-439D-91BF-8EE2DCC4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96CD844D-5D83-4CAD-B265-5B661963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662FC486-883E-4019-B898-7597CC33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8496C9AC-FF03-4DC7-B597-61B22CDE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p²ᵣₘₛ = σₚ² + p̄²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48141D71-4BC3-40FD-B717-F2E4E805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p²_rms: valor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cuadrático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7F6539B1-11BE-4B13-802E-85E5B3B3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σₚ²: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dispersión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48266F95-F376-4B7A-9F38-D8CCB3D6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p̄²: término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de media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86512054-498B-4FDD-8B5E-5D57C3E2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Si p̄=0,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p²_rms=σₚ²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C7734D2F-CB96-4C5B-92DB-4D02D43A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Tres callouts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03F28D3-35A0-4496-BDDE-92E0BB57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763169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2026-08-13T02:01:50.8730000Z</dcterms:created>
  <dcterms:modified xsi:type="dcterms:W3CDTF">2026-08-13T02:01:50.8730000Z</dcterms:modified>
</coreProperties>
</file>