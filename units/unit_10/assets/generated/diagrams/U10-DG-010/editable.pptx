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327071f0d1457c" /><Relationship Type="http://schemas.openxmlformats.org/officeDocument/2006/relationships/extended-properties" Target="/docProps/app.xml" Id="R82dd8429a9334fe4" /><Relationship Type="http://schemas.openxmlformats.org/officeDocument/2006/relationships/officeDocument" Target="/ppt/presentation.xml" Id="R6eb04ba255bd4d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b978fae15d4dbb"/>
  </p:sldMasterIdLst>
  <p:notesMasterIdLst>
    <p:notesMasterId xmlns:r="http://schemas.openxmlformats.org/officeDocument/2006/relationships" r:id="R23e50b2ab4e1452d"/>
  </p:notesMasterIdLst>
  <p:sldIdLst>
    <p:sldId xmlns:r="http://schemas.openxmlformats.org/officeDocument/2006/relationships" id="256" r:id="Rf7df4dbf4e6045c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2bf24dc44f4a74" /><Relationship Type="http://schemas.openxmlformats.org/officeDocument/2006/relationships/slideMaster" Target="/ppt/slideMasters/slideMaster1.xml" Id="Ra2b978fae15d4dbb" /><Relationship Type="http://schemas.openxmlformats.org/officeDocument/2006/relationships/notesMaster" Target="/ppt/notesMasters/notesMaster1.xml" Id="R23e50b2ab4e1452d" /><Relationship Type="http://schemas.openxmlformats.org/officeDocument/2006/relationships/presProps" Target="/ppt/presProps.xml" Id="Red5bac25fdf54142" /><Relationship Type="http://schemas.openxmlformats.org/officeDocument/2006/relationships/tableStyles" Target="/ppt/tableStyles.xml" Id="R6973af7b82324ea8" /><Relationship Type="http://schemas.openxmlformats.org/officeDocument/2006/relationships/slide" Target="/ppt/slides/slide1.xml" Id="Rf7df4dbf4e6045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20d5bcaade49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5a8bda47084aea" /><Relationship Type="http://schemas.openxmlformats.org/officeDocument/2006/relationships/notesMaster" Target="/ppt/notesMasters/notesMaster1.xml" Id="R5e97616a71e544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4abfc57da240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e11094b5374eca" /><Relationship Type="http://schemas.openxmlformats.org/officeDocument/2006/relationships/slideLayout" Target="/ppt/slideLayouts/slideLayout1.xml" Id="R62b1cfe09aa944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b1cfe09aa944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14c1b9e4334894" /><Relationship Type="http://schemas.openxmlformats.org/officeDocument/2006/relationships/notesSlide" Target="/ppt/notesSlides/notesSlide1.xml" Id="Re81ee7370c064f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op_rule_1">
            <a:extLst xmlns:a="http://schemas.openxmlformats.org/drawingml/2006/main">
              <a:ext uri="{FF2B5EF4-FFF2-40B4-BE49-F238E27FC236}">
                <a16:creationId xmlns:a16="http://schemas.microsoft.com/office/drawing/2014/main" id="{791A8400-71E1-458C-AB47-4D1B6737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2">
            <a:extLst xmlns:a="http://schemas.openxmlformats.org/drawingml/2006/main">
              <a:ext uri="{FF2B5EF4-FFF2-40B4-BE49-F238E27FC236}">
                <a16:creationId xmlns:a16="http://schemas.microsoft.com/office/drawing/2014/main" id="{EF8FDE6B-36BB-43B2-9ED9-F82D180C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3">
            <a:extLst xmlns:a="http://schemas.openxmlformats.org/drawingml/2006/main">
              <a:ext uri="{FF2B5EF4-FFF2-40B4-BE49-F238E27FC236}">
                <a16:creationId xmlns:a16="http://schemas.microsoft.com/office/drawing/2014/main" id="{A7EF3248-99CF-4F4F-8ED8-F75681D5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F5E5B8F8-C4F5-418F-889C-051ED772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Recap señal–contexto–receptor</a:t>
            </a:r>
          </a:p>
        </p:txBody>
      </p:sp>
      <p:sp>
        <p:nvSpPr>
          <p:cNvPr id="5" name="signal_box">
            <a:extLst xmlns:a="http://schemas.openxmlformats.org/drawingml/2006/main">
              <a:ext uri="{FF2B5EF4-FFF2-40B4-BE49-F238E27FC236}">
                <a16:creationId xmlns:a16="http://schemas.microsoft.com/office/drawing/2014/main" id="{419F1F53-0A4C-42D8-9362-67AFC4A1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2857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ontext_box">
            <a:extLst xmlns:a="http://schemas.openxmlformats.org/drawingml/2006/main">
              <a:ext uri="{FF2B5EF4-FFF2-40B4-BE49-F238E27FC236}">
                <a16:creationId xmlns:a16="http://schemas.microsoft.com/office/drawing/2014/main" id="{53249584-EAFC-405B-B450-493C3D15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19250"/>
            <a:ext cx="2857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receiver_box">
            <a:extLst xmlns:a="http://schemas.openxmlformats.org/drawingml/2006/main">
              <a:ext uri="{FF2B5EF4-FFF2-40B4-BE49-F238E27FC236}">
                <a16:creationId xmlns:a16="http://schemas.microsoft.com/office/drawing/2014/main" id="{5F5C984B-71AC-4B78-A80B-25067B1A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24375"/>
            <a:ext cx="2857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8" name="question_box">
            <a:extLst xmlns:a="http://schemas.openxmlformats.org/drawingml/2006/main">
              <a:ext uri="{FF2B5EF4-FFF2-40B4-BE49-F238E27FC236}">
                <a16:creationId xmlns:a16="http://schemas.microsoft.com/office/drawing/2014/main" id="{6AD8F4BD-475E-4EFB-806A-0316730E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67000"/>
            <a:ext cx="2857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cxnSp>
        <p:nvCxnSpPr>
          <p:cNvPr id="26" name="relation_signal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714750" y="2238375"/>
            <a:ext cx="952500" cy="1047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27" name="relation_context"/>
          <p:cNvCxnSpPr>
            <a:stCxn xmlns:a="http://schemas.openxmlformats.org/drawingml/2006/main" id="6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7524750" y="2238375"/>
            <a:ext cx="952500" cy="1047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28" name="relation_receiver"/>
          <p:cNvCxnSpPr>
            <a:stCxn xmlns:a="http://schemas.openxmlformats.org/drawingml/2006/main" id="7" idx="0"/>
            <a:endCxn xmlns:a="http://schemas.openxmlformats.org/drawingml/2006/main" id="8" idx="2"/>
          </p:cNvCxnSpPr>
          <p:nvPr/>
        </p:nvCxnSpPr>
        <p:spPr>
          <a:xfrm xmlns:a="http://schemas.openxmlformats.org/drawingml/2006/main" flipV="1">
            <a:off x="6096000" y="3905250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2" name="signal_text">
            <a:extLst xmlns:a="http://schemas.openxmlformats.org/drawingml/2006/main">
              <a:ext uri="{FF2B5EF4-FFF2-40B4-BE49-F238E27FC236}">
                <a16:creationId xmlns:a16="http://schemas.microsoft.com/office/drawing/2014/main" id="{380D6751-1284-437B-8599-F4D5FD9E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90700"/>
            <a:ext cx="24003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Señal</a:t>
            </a:r>
          </a:p>
        </p:txBody>
      </p:sp>
      <p:sp>
        <p:nvSpPr>
          <p:cNvPr id="13" name="context_text">
            <a:extLst xmlns:a="http://schemas.openxmlformats.org/drawingml/2006/main">
              <a:ext uri="{FF2B5EF4-FFF2-40B4-BE49-F238E27FC236}">
                <a16:creationId xmlns:a16="http://schemas.microsoft.com/office/drawing/2014/main" id="{611D5F8F-4E46-47E6-ACC9-4848BBCC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790700"/>
            <a:ext cx="24003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Contexto</a:t>
            </a:r>
          </a:p>
        </p:txBody>
      </p:sp>
      <p:sp>
        <p:nvSpPr>
          <p:cNvPr id="14" name="receiver_text">
            <a:extLst xmlns:a="http://schemas.openxmlformats.org/drawingml/2006/main">
              <a:ext uri="{FF2B5EF4-FFF2-40B4-BE49-F238E27FC236}">
                <a16:creationId xmlns:a16="http://schemas.microsoft.com/office/drawing/2014/main" id="{44ECDC51-80C5-4498-86A5-B3D7FC07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695825"/>
            <a:ext cx="24003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Receptor</a:t>
            </a:r>
          </a:p>
        </p:txBody>
      </p:sp>
      <p:sp>
        <p:nvSpPr>
          <p:cNvPr id="15" name="question_text">
            <a:extLst xmlns:a="http://schemas.openxmlformats.org/drawingml/2006/main">
              <a:ext uri="{FF2B5EF4-FFF2-40B4-BE49-F238E27FC236}">
                <a16:creationId xmlns:a16="http://schemas.microsoft.com/office/drawing/2014/main" id="{98896AB8-C452-4712-AE65-DBE06661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38450"/>
            <a:ext cx="24003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¿Qué función</a:t>
            </a:r>
          </a:p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cumple?</a:t>
            </a:r>
          </a:p>
        </p:txBody>
      </p:sp>
      <p:sp>
        <p:nvSpPr>
          <p:cNvPr id="16" name="relation_footer">
            <a:extLst xmlns:a="http://schemas.openxmlformats.org/drawingml/2006/main">
              <a:ext uri="{FF2B5EF4-FFF2-40B4-BE49-F238E27FC236}">
                <a16:creationId xmlns:a16="http://schemas.microsoft.com/office/drawing/2014/main" id="{3CED9EA2-3A14-4846-8E5F-799A1F26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0"/>
            <a:ext cx="1047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Relación de lectura: Flechas bidireccionales sin etiqueta o con verbos de 1 palabra</a:t>
            </a:r>
          </a:p>
        </p:txBody>
      </p:sp>
      <p:sp>
        <p:nvSpPr>
          <p:cNvPr id="17" name="source_note">
            <a:extLst xmlns:a="http://schemas.openxmlformats.org/drawingml/2006/main">
              <a:ext uri="{FF2B5EF4-FFF2-40B4-BE49-F238E27FC236}">
                <a16:creationId xmlns:a16="http://schemas.microsoft.com/office/drawing/2014/main" id="{2A399923-2C26-40EF-A394-BD5101FC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Libro del curso, capítulo 10; brief, storyboard y diagram_plan de la Unidad 10. Síntesis visual propia de la cátedra</a:t>
            </a:r>
          </a:p>
        </p:txBody>
      </p:sp>
    </p:spTree>
    <p:extLst>
      <p:ext uri="{BB962C8B-B14F-4D97-AF65-F5344CB8AC3E}">
        <p14:creationId xmlns:p14="http://schemas.microsoft.com/office/powerpoint/2010/main" val="1306654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2026-08-13T02:01:31.0530000Z</dcterms:created>
  <dcterms:modified xsi:type="dcterms:W3CDTF">2026-08-13T02:01:31.0530000Z</dcterms:modified>
</coreProperties>
</file>