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45951b04054912" /><Relationship Type="http://schemas.openxmlformats.org/officeDocument/2006/relationships/extended-properties" Target="/docProps/app.xml" Id="R4822978d798f4af6" /><Relationship Type="http://schemas.openxmlformats.org/officeDocument/2006/relationships/officeDocument" Target="/ppt/presentation.xml" Id="R5e1513e126554e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dab1c4e4364c6a"/>
  </p:sldMasterIdLst>
  <p:notesMasterIdLst>
    <p:notesMasterId xmlns:r="http://schemas.openxmlformats.org/officeDocument/2006/relationships" r:id="R6e09b611c4d44bf6"/>
  </p:notesMasterIdLst>
  <p:sldIdLst>
    <p:sldId xmlns:r="http://schemas.openxmlformats.org/officeDocument/2006/relationships" id="256" r:id="R29d791276f4341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790a77d44946bf" /><Relationship Type="http://schemas.openxmlformats.org/officeDocument/2006/relationships/slideMaster" Target="/ppt/slideMasters/slideMaster1.xml" Id="Rf4dab1c4e4364c6a" /><Relationship Type="http://schemas.openxmlformats.org/officeDocument/2006/relationships/notesMaster" Target="/ppt/notesMasters/notesMaster1.xml" Id="R6e09b611c4d44bf6" /><Relationship Type="http://schemas.openxmlformats.org/officeDocument/2006/relationships/presProps" Target="/ppt/presProps.xml" Id="R9d59fd62bed74801" /><Relationship Type="http://schemas.openxmlformats.org/officeDocument/2006/relationships/tableStyles" Target="/ppt/tableStyles.xml" Id="R7f59663032184e67" /><Relationship Type="http://schemas.openxmlformats.org/officeDocument/2006/relationships/slide" Target="/ppt/slides/slide1.xml" Id="R29d791276f4341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6b306eb2e24c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662c1f57134bbb" /><Relationship Type="http://schemas.openxmlformats.org/officeDocument/2006/relationships/notesMaster" Target="/ppt/notesMasters/notesMaster1.xml" Id="R90065705e42746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c1a6c0d7a94e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f3476cd6cf4e9e" /><Relationship Type="http://schemas.openxmlformats.org/officeDocument/2006/relationships/slideLayout" Target="/ppt/slideLayouts/slideLayout1.xml" Id="R461f6729ceaa4d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1f6729ceaa4d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79d1daf754d95" /><Relationship Type="http://schemas.openxmlformats.org/officeDocument/2006/relationships/notesSlide" Target="/ppt/notesSlides/notesSlide1.xml" Id="R1791463f8d3444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BEEA1AB6-5BB4-4A21-9695-399C3F10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D460621A-6221-48EE-99F9-1FD03777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0DCB38D4-3638-47FD-A2FC-8837BF3E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249F954-1A03-4EAB-AEC5-696E07C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Ruido de fondo en cabina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A88763AB-7330-44E2-824B-34CC9021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619375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top_box">
            <a:extLst xmlns:a="http://schemas.openxmlformats.org/drawingml/2006/main">
              <a:ext uri="{FF2B5EF4-FFF2-40B4-BE49-F238E27FC236}">
                <a16:creationId xmlns:a16="http://schemas.microsoft.com/office/drawing/2014/main" id="{3B7D205A-63AE-42FB-AE9B-7F1F6AC6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path_bottom_box">
            <a:extLst xmlns:a="http://schemas.openxmlformats.org/drawingml/2006/main">
              <a:ext uri="{FF2B5EF4-FFF2-40B4-BE49-F238E27FC236}">
                <a16:creationId xmlns:a16="http://schemas.microsoft.com/office/drawing/2014/main" id="{172D2BD0-DBDE-4749-9E07-9A0AFFA7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257175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pace_box">
            <a:extLst xmlns:a="http://schemas.openxmlformats.org/drawingml/2006/main">
              <a:ext uri="{FF2B5EF4-FFF2-40B4-BE49-F238E27FC236}">
                <a16:creationId xmlns:a16="http://schemas.microsoft.com/office/drawing/2014/main" id="{921ECB16-0709-4DFE-A787-C87E17B2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381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271B5004-0A90-4D6E-8FD4-19E213C1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80E09DC3-B067-4BC6-8BA5-823693F5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595312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4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14700" y="1362075"/>
            <a:ext cx="2800350" cy="16859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00750" y="2024063"/>
            <a:ext cx="285750" cy="1023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14700" y="3048000"/>
            <a:ext cx="2800350" cy="20193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3048000"/>
            <a:ext cx="28575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route_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3048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ource_text">
            <a:extLst xmlns:a="http://schemas.openxmlformats.org/drawingml/2006/main">
              <a:ext uri="{FF2B5EF4-FFF2-40B4-BE49-F238E27FC236}">
                <a16:creationId xmlns:a16="http://schemas.microsoft.com/office/drawing/2014/main" id="{F353C84A-EADA-40C5-9695-CC135059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21621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Fuente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residual</a:t>
            </a:r>
          </a:p>
        </p:txBody>
      </p:sp>
      <p:sp>
        <p:nvSpPr>
          <p:cNvPr id="17" name="path_top_text">
            <a:extLst xmlns:a="http://schemas.openxmlformats.org/drawingml/2006/main">
              <a:ext uri="{FF2B5EF4-FFF2-40B4-BE49-F238E27FC236}">
                <a16:creationId xmlns:a16="http://schemas.microsoft.com/office/drawing/2014/main" id="{7A994A09-6518-45F3-99C7-E367692F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4782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Cabina</a:t>
            </a:r>
          </a:p>
        </p:txBody>
      </p:sp>
      <p:sp>
        <p:nvSpPr>
          <p:cNvPr id="18" name="path_bottom_text">
            <a:extLst xmlns:a="http://schemas.openxmlformats.org/drawingml/2006/main">
              <a:ext uri="{FF2B5EF4-FFF2-40B4-BE49-F238E27FC236}">
                <a16:creationId xmlns:a16="http://schemas.microsoft.com/office/drawing/2014/main" id="{C4F29BFD-FE5A-4C72-9662-7B013D00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29075"/>
            <a:ext cx="2114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Transductor</a:t>
            </a:r>
          </a:p>
        </p:txBody>
      </p:sp>
      <p:sp>
        <p:nvSpPr>
          <p:cNvPr id="19" name="space_text">
            <a:extLst xmlns:a="http://schemas.openxmlformats.org/drawingml/2006/main">
              <a:ext uri="{FF2B5EF4-FFF2-40B4-BE49-F238E27FC236}">
                <a16:creationId xmlns:a16="http://schemas.microsoft.com/office/drawing/2014/main" id="{DD257217-EA08-41DB-9A24-DE515F7D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24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Oído</a:t>
            </a:r>
          </a:p>
        </p:txBody>
      </p:sp>
      <p:sp>
        <p:nvSpPr>
          <p:cNvPr id="20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141C3EB6-6776-48B0-B8B0-8D653E6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2019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Banda de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prueba</a:t>
            </a:r>
          </a:p>
        </p:txBody>
      </p:sp>
      <p:sp>
        <p:nvSpPr>
          <p:cNvPr id="21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6B7C1C19-90C1-4817-90E4-E1134891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57825"/>
            <a:ext cx="5495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Criterio por banda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6ECA13F1-3A9E-4D37-A2C0-3D1A8999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Rutas “entra”, “se presenta”, “puede limitar”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77DFBDC-6218-46DC-B712-E74F08F9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116158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2026-08-13T02:01:45.6200000Z</dcterms:created>
  <dcterms:modified xsi:type="dcterms:W3CDTF">2026-08-13T02:01:45.6210000Z</dcterms:modified>
</coreProperties>
</file>