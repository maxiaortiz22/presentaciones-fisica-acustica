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8ddd0e2a724813" /><Relationship Type="http://schemas.openxmlformats.org/officeDocument/2006/relationships/extended-properties" Target="/docProps/app.xml" Id="R492556beec6042ca" /><Relationship Type="http://schemas.openxmlformats.org/officeDocument/2006/relationships/officeDocument" Target="/ppt/presentation.xml" Id="R2724c26a26ad40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d0baba99be469a"/>
  </p:sldMasterIdLst>
  <p:notesMasterIdLst>
    <p:notesMasterId xmlns:r="http://schemas.openxmlformats.org/officeDocument/2006/relationships" r:id="R0a71e3ed5c3a4d1a"/>
  </p:notesMasterIdLst>
  <p:sldIdLst>
    <p:sldId xmlns:r="http://schemas.openxmlformats.org/officeDocument/2006/relationships" id="256" r:id="Rcf79c8b725ea4a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0747fd10e1468f" /><Relationship Type="http://schemas.openxmlformats.org/officeDocument/2006/relationships/slideMaster" Target="/ppt/slideMasters/slideMaster1.xml" Id="Rddd0baba99be469a" /><Relationship Type="http://schemas.openxmlformats.org/officeDocument/2006/relationships/notesMaster" Target="/ppt/notesMasters/notesMaster1.xml" Id="R0a71e3ed5c3a4d1a" /><Relationship Type="http://schemas.openxmlformats.org/officeDocument/2006/relationships/presProps" Target="/ppt/presProps.xml" Id="Raec0c25bedb9458a" /><Relationship Type="http://schemas.openxmlformats.org/officeDocument/2006/relationships/tableStyles" Target="/ppt/tableStyles.xml" Id="Rfdd8211f203d421e" /><Relationship Type="http://schemas.openxmlformats.org/officeDocument/2006/relationships/slide" Target="/ppt/slides/slide1.xml" Id="Rcf79c8b725ea4a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41183e527341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44b33a6b864aa8" /><Relationship Type="http://schemas.openxmlformats.org/officeDocument/2006/relationships/notesMaster" Target="/ppt/notesMasters/notesMaster1.xml" Id="Ra3fdf35751ee4f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82e5ec5fd4a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171b1b1e7e47c0" /><Relationship Type="http://schemas.openxmlformats.org/officeDocument/2006/relationships/slideLayout" Target="/ppt/slideLayouts/slideLayout1.xml" Id="R5507831fe8f84a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07831fe8f84a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35403df814761" /><Relationship Type="http://schemas.openxmlformats.org/officeDocument/2006/relationships/notesSlide" Target="/ppt/notesSlides/notesSlide1.xml" Id="R56d7eef34f9444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_rule_1">
            <a:extLst xmlns:a="http://schemas.openxmlformats.org/drawingml/2006/main">
              <a:ext uri="{FF2B5EF4-FFF2-40B4-BE49-F238E27FC236}">
                <a16:creationId xmlns:a16="http://schemas.microsoft.com/office/drawing/2014/main" id="{D81D2CEB-215E-4ED9-99C0-4E3C2E42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D7F2FAB3-54A0-4999-8DC9-5EC7F34F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47B35221-1E71-4F42-8DDF-C27C0DC0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BA8F1751-858A-4528-9877-6E066EDB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Selector de descriptor</a:t>
            </a:r>
          </a:p>
        </p:txBody>
      </p:sp>
      <p:sp>
        <p:nvSpPr>
          <p:cNvPr id="5" name="compare_1_box">
            <a:extLst xmlns:a="http://schemas.openxmlformats.org/drawingml/2006/main">
              <a:ext uri="{FF2B5EF4-FFF2-40B4-BE49-F238E27FC236}">
                <a16:creationId xmlns:a16="http://schemas.microsoft.com/office/drawing/2014/main" id="{DB81E03B-434E-4713-8E1F-D4C6F127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4857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mpare_2_box">
            <a:extLst xmlns:a="http://schemas.openxmlformats.org/drawingml/2006/main">
              <a:ext uri="{FF2B5EF4-FFF2-40B4-BE49-F238E27FC236}">
                <a16:creationId xmlns:a16="http://schemas.microsoft.com/office/drawing/2014/main" id="{44D31085-9203-4E7E-8C63-07345504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857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compare_3_box">
            <a:extLst xmlns:a="http://schemas.openxmlformats.org/drawingml/2006/main">
              <a:ext uri="{FF2B5EF4-FFF2-40B4-BE49-F238E27FC236}">
                <a16:creationId xmlns:a16="http://schemas.microsoft.com/office/drawing/2014/main" id="{1D1BC566-16FD-4EF3-B1E6-D6295614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4857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mpare_4_box">
            <a:extLst xmlns:a="http://schemas.openxmlformats.org/drawingml/2006/main">
              <a:ext uri="{FF2B5EF4-FFF2-40B4-BE49-F238E27FC236}">
                <a16:creationId xmlns:a16="http://schemas.microsoft.com/office/drawing/2014/main" id="{D1B03012-969D-4360-A306-D8A8EDDE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86075"/>
            <a:ext cx="4857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9" name="compare_5_box">
            <a:extLst xmlns:a="http://schemas.openxmlformats.org/drawingml/2006/main">
              <a:ext uri="{FF2B5EF4-FFF2-40B4-BE49-F238E27FC236}">
                <a16:creationId xmlns:a16="http://schemas.microsoft.com/office/drawing/2014/main" id="{E4C4D062-752A-4FF5-A07A-831B3F96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4857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mpare_6_box">
            <a:extLst xmlns:a="http://schemas.openxmlformats.org/drawingml/2006/main">
              <a:ext uri="{FF2B5EF4-FFF2-40B4-BE49-F238E27FC236}">
                <a16:creationId xmlns:a16="http://schemas.microsoft.com/office/drawing/2014/main" id="{2DCA3620-CC17-4669-AAC2-096442E7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95775"/>
            <a:ext cx="4857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1" name="compare_1_text">
            <a:extLst xmlns:a="http://schemas.openxmlformats.org/drawingml/2006/main">
              <a:ext uri="{FF2B5EF4-FFF2-40B4-BE49-F238E27FC236}">
                <a16:creationId xmlns:a16="http://schemas.microsoft.com/office/drawing/2014/main" id="{6E612779-72CF-4CE7-8566-44664401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4400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¿Nivel en cada instante?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→ L(t)</a:t>
            </a:r>
          </a:p>
        </p:txBody>
      </p:sp>
      <p:sp>
        <p:nvSpPr>
          <p:cNvPr id="12" name="compare_2_text">
            <a:extLst xmlns:a="http://schemas.openxmlformats.org/drawingml/2006/main">
              <a:ext uri="{FF2B5EF4-FFF2-40B4-BE49-F238E27FC236}">
                <a16:creationId xmlns:a16="http://schemas.microsoft.com/office/drawing/2014/main" id="{816B1226-4204-4CBE-98B8-556CDDF5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47825"/>
            <a:ext cx="4400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¿Extremo con detector? →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L_max</a:t>
            </a:r>
          </a:p>
        </p:txBody>
      </p:sp>
      <p:sp>
        <p:nvSpPr>
          <p:cNvPr id="13" name="compare_3_text">
            <a:extLst xmlns:a="http://schemas.openxmlformats.org/drawingml/2006/main">
              <a:ext uri="{FF2B5EF4-FFF2-40B4-BE49-F238E27FC236}">
                <a16:creationId xmlns:a16="http://schemas.microsoft.com/office/drawing/2014/main" id="{7121A6AD-89EA-4EB7-86AE-73C8F9EF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57525"/>
            <a:ext cx="4400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¿Pico de presión? →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L_peak</a:t>
            </a:r>
          </a:p>
        </p:txBody>
      </p:sp>
      <p:sp>
        <p:nvSpPr>
          <p:cNvPr id="14" name="compare_4_text">
            <a:extLst xmlns:a="http://schemas.openxmlformats.org/drawingml/2006/main">
              <a:ext uri="{FF2B5EF4-FFF2-40B4-BE49-F238E27FC236}">
                <a16:creationId xmlns:a16="http://schemas.microsoft.com/office/drawing/2014/main" id="{581A670A-B17A-48E1-ACBA-6DF39BC4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7525"/>
            <a:ext cx="4400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¿Energía en T? → L_eq,T</a:t>
            </a:r>
          </a:p>
        </p:txBody>
      </p:sp>
      <p:sp>
        <p:nvSpPr>
          <p:cNvPr id="15" name="compare_5_text">
            <a:extLst xmlns:a="http://schemas.openxmlformats.org/drawingml/2006/main">
              <a:ext uri="{FF2B5EF4-FFF2-40B4-BE49-F238E27FC236}">
                <a16:creationId xmlns:a16="http://schemas.microsoft.com/office/drawing/2014/main" id="{B1B59893-D3D0-44D1-AB0F-AE7E8BD6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67225"/>
            <a:ext cx="4400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¿Excedencia? → L_N,T</a:t>
            </a:r>
          </a:p>
        </p:txBody>
      </p:sp>
      <p:sp>
        <p:nvSpPr>
          <p:cNvPr id="16" name="compare_6_text">
            <a:extLst xmlns:a="http://schemas.openxmlformats.org/drawingml/2006/main">
              <a:ext uri="{FF2B5EF4-FFF2-40B4-BE49-F238E27FC236}">
                <a16:creationId xmlns:a16="http://schemas.microsoft.com/office/drawing/2014/main" id="{B24B501D-E813-4A9E-B681-DDF69FEF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67225"/>
            <a:ext cx="4400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¿Contraste? → SNR</a:t>
            </a:r>
          </a:p>
        </p:txBody>
      </p:sp>
      <p:sp>
        <p:nvSpPr>
          <p:cNvPr id="17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0CF7F2BC-3C3F-4498-B661-97A78668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Pregunta → indicador</a:t>
            </a:r>
          </a:p>
        </p:txBody>
      </p:sp>
      <p:sp>
        <p:nvSpPr>
          <p:cNvPr id="18" name="source_note">
            <a:extLst xmlns:a="http://schemas.openxmlformats.org/drawingml/2006/main">
              <a:ext uri="{FF2B5EF4-FFF2-40B4-BE49-F238E27FC236}">
                <a16:creationId xmlns:a16="http://schemas.microsoft.com/office/drawing/2014/main" id="{5888E194-7C12-4903-B421-30231793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069651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2026-08-13T02:01:41.8710000Z</dcterms:created>
  <dcterms:modified xsi:type="dcterms:W3CDTF">2026-08-13T02:01:41.8710000Z</dcterms:modified>
</coreProperties>
</file>