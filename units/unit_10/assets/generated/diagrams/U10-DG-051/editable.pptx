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d38e2aa6b4f41" /><Relationship Type="http://schemas.openxmlformats.org/officeDocument/2006/relationships/extended-properties" Target="/docProps/app.xml" Id="R0171a7f6051949f1" /><Relationship Type="http://schemas.openxmlformats.org/officeDocument/2006/relationships/officeDocument" Target="/ppt/presentation.xml" Id="R266815605a0d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019962b664457"/>
  </p:sldMasterIdLst>
  <p:notesMasterIdLst>
    <p:notesMasterId xmlns:r="http://schemas.openxmlformats.org/officeDocument/2006/relationships" r:id="R291ecc26af024e3c"/>
  </p:notesMasterIdLst>
  <p:sldIdLst>
    <p:sldId xmlns:r="http://schemas.openxmlformats.org/officeDocument/2006/relationships" id="256" r:id="R829132037cd344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3f605b56814778" /><Relationship Type="http://schemas.openxmlformats.org/officeDocument/2006/relationships/slideMaster" Target="/ppt/slideMasters/slideMaster1.xml" Id="Rca7019962b664457" /><Relationship Type="http://schemas.openxmlformats.org/officeDocument/2006/relationships/notesMaster" Target="/ppt/notesMasters/notesMaster1.xml" Id="R291ecc26af024e3c" /><Relationship Type="http://schemas.openxmlformats.org/officeDocument/2006/relationships/presProps" Target="/ppt/presProps.xml" Id="Ra669fee3f53d4315" /><Relationship Type="http://schemas.openxmlformats.org/officeDocument/2006/relationships/tableStyles" Target="/ppt/tableStyles.xml" Id="R36fe6ca031f848d6" /><Relationship Type="http://schemas.openxmlformats.org/officeDocument/2006/relationships/slide" Target="/ppt/slides/slide1.xml" Id="R829132037cd344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59bd2dc00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d26a6d8b90419d" /><Relationship Type="http://schemas.openxmlformats.org/officeDocument/2006/relationships/notesMaster" Target="/ppt/notesMasters/notesMaster1.xml" Id="R718126ff055f4c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ca0c1dcdb4f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550974502d4eba" /><Relationship Type="http://schemas.openxmlformats.org/officeDocument/2006/relationships/slideLayout" Target="/ppt/slideLayouts/slideLayout1.xml" Id="R0c3450b54acf46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450b54acf46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73b0242414b72" /><Relationship Type="http://schemas.openxmlformats.org/officeDocument/2006/relationships/notesSlide" Target="/ppt/notesSlides/notesSlide1.xml" Id="R4d7330eeb08b4e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638DECD9-1248-4B70-8245-E7C5EF48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2F2F6DC8-F75B-4C9D-9836-C7C1F27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77C3A75E-FD24-4263-B399-B5485CBC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CA410DA-F016-4FF9-8C01-633BC23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Capa temporal del caso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3ED6338A-F521-418F-A6E1-4B6EBFFF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54F450CE-E12A-44E0-85B8-C2B5984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D0C94839-87E1-4049-A11E-63B2A937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CACD1B8E-5EC8-44E6-8A15-A25D42A2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D7AA6987-E259-4658-8CAE-974974BA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4F7F0645-02B3-4747-B204-FC4A778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1060FBD7-C7ED-43E4-BB0E-DE739AE2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Tránsito ·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ventana larga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D55C36BC-D0EF-4D21-9BFC-0E38771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HVAC ·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continuo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4D1DF7F6-1DAC-4EA6-BD43-073F1E91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Portazos ·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evento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D4F8691E-98B4-48FB-B709-FB51A490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Descriptor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temporal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2B9C3EB2-B1A8-4998-8932-65D97C0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Misma escena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base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0506D6D4-D62F-4C00-B035-59B80BE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Receptor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C3FF2490-3D5F-4917-AF6C-0ACD8BF4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Líderes desde fuente a minigráfico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2CEEFE7-9390-4943-8311-1B2E371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589889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2026-08-13T02:01:48.7640000Z</dcterms:created>
  <dcterms:modified xsi:type="dcterms:W3CDTF">2026-08-13T02:01:48.7640000Z</dcterms:modified>
</coreProperties>
</file>