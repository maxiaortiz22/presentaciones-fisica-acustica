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812b64bb94c94" /><Relationship Type="http://schemas.openxmlformats.org/officeDocument/2006/relationships/extended-properties" Target="/docProps/app.xml" Id="R61cb14c895ad47ec" /><Relationship Type="http://schemas.openxmlformats.org/officeDocument/2006/relationships/officeDocument" Target="/ppt/presentation.xml" Id="Rc0681a979eef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6d0b5b98a04019"/>
  </p:sldMasterIdLst>
  <p:notesMasterIdLst>
    <p:notesMasterId xmlns:r="http://schemas.openxmlformats.org/officeDocument/2006/relationships" r:id="R907473a549484560"/>
  </p:notesMasterIdLst>
  <p:sldIdLst>
    <p:sldId xmlns:r="http://schemas.openxmlformats.org/officeDocument/2006/relationships" id="256" r:id="Rde6a7bec31de46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360590729d4774" /><Relationship Type="http://schemas.openxmlformats.org/officeDocument/2006/relationships/slideMaster" Target="/ppt/slideMasters/slideMaster1.xml" Id="Rb96d0b5b98a04019" /><Relationship Type="http://schemas.openxmlformats.org/officeDocument/2006/relationships/notesMaster" Target="/ppt/notesMasters/notesMaster1.xml" Id="R907473a549484560" /><Relationship Type="http://schemas.openxmlformats.org/officeDocument/2006/relationships/presProps" Target="/ppt/presProps.xml" Id="Rb201ac74ebcd47c5" /><Relationship Type="http://schemas.openxmlformats.org/officeDocument/2006/relationships/tableStyles" Target="/ppt/tableStyles.xml" Id="R6276074f49b54d7c" /><Relationship Type="http://schemas.openxmlformats.org/officeDocument/2006/relationships/slide" Target="/ppt/slides/slide1.xml" Id="Rde6a7bec31de46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8b0ab3b15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109644d78415c" /><Relationship Type="http://schemas.openxmlformats.org/officeDocument/2006/relationships/notesMaster" Target="/ppt/notesMasters/notesMaster1.xml" Id="R0aafdab3f410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e9d8545a244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e99887e0e2416a" /><Relationship Type="http://schemas.openxmlformats.org/officeDocument/2006/relationships/slideLayout" Target="/ppt/slideLayouts/slideLayout1.xml" Id="Ra214fc1a32cb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4fc1a32cb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68136c42d4ffd" /><Relationship Type="http://schemas.openxmlformats.org/officeDocument/2006/relationships/notesSlide" Target="/ppt/notesSlides/notesSlide1.xml" Id="Rfda65353e739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79E964AD-64E3-4538-9D19-235E5B3F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1B8D6863-E1F7-4F92-95CD-DD04F6C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746FC35F-BC7A-4F79-86FB-3D217C79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3FAD1A7-1A0C-4BC8-90EB-7108556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de medición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79CE868F-E08E-4CCF-B4AD-E791749A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127843F7-F101-4408-83EC-E86252C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C78A7B7B-074A-49C8-92EC-7048574C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76DBED92-221E-4644-9150-5BF22BB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F62427CD-31BA-4CC7-BE55-1BF24AF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A6203F88-033B-4CF2-9077-F856D093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C8DC4EDA-E19A-4487-BAB9-BC144CBA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Fuente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AC2B6CA0-2A6F-43AC-A4D8-76700D5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Micrófono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ADBBC37E-5C8F-4E54-B837-E7687AD8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Ponderación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CF85A740-1611-4948-8574-49E99446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Detector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temporal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AF389CA3-B8B2-40A5-9678-3B2F3038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Integración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→ indicador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57D6307E-CF56-4CA0-966B-2E8E3CF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4003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Metadatos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obligatorios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B62B0BB-1553-4E20-8881-738E0EA3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“transduce”, “pondera”, “integra”, “reporta”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7669E87-4674-4274-B5C2-C48B6D2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994878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2026-08-13T02:01:38.9620000Z</dcterms:created>
  <dcterms:modified xsi:type="dcterms:W3CDTF">2026-08-13T02:01:38.9620000Z</dcterms:modified>
</coreProperties>
</file>