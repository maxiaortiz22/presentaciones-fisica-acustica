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07b6e61b594b35" /><Relationship Type="http://schemas.openxmlformats.org/officeDocument/2006/relationships/extended-properties" Target="/docProps/app.xml" Id="R27bd1b5697e74edf" /><Relationship Type="http://schemas.openxmlformats.org/officeDocument/2006/relationships/officeDocument" Target="/ppt/presentation.xml" Id="R1fdded436d5d4d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a3dd075c04eaa"/>
  </p:sldMasterIdLst>
  <p:notesMasterIdLst>
    <p:notesMasterId xmlns:r="http://schemas.openxmlformats.org/officeDocument/2006/relationships" r:id="R3396fa58a4524886"/>
  </p:notesMasterIdLst>
  <p:sldIdLst>
    <p:sldId xmlns:r="http://schemas.openxmlformats.org/officeDocument/2006/relationships" id="256" r:id="R730724feb4a44f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4b3c90b753428b" /><Relationship Type="http://schemas.openxmlformats.org/officeDocument/2006/relationships/slideMaster" Target="/ppt/slideMasters/slideMaster1.xml" Id="R790a3dd075c04eaa" /><Relationship Type="http://schemas.openxmlformats.org/officeDocument/2006/relationships/notesMaster" Target="/ppt/notesMasters/notesMaster1.xml" Id="R3396fa58a4524886" /><Relationship Type="http://schemas.openxmlformats.org/officeDocument/2006/relationships/presProps" Target="/ppt/presProps.xml" Id="R088fb3b985ad44fa" /><Relationship Type="http://schemas.openxmlformats.org/officeDocument/2006/relationships/tableStyles" Target="/ppt/tableStyles.xml" Id="R9eec6d70bb4045ea" /><Relationship Type="http://schemas.openxmlformats.org/officeDocument/2006/relationships/slide" Target="/ppt/slides/slide1.xml" Id="R730724feb4a4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fd43d808d94b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a1af1dafb84742" /><Relationship Type="http://schemas.openxmlformats.org/officeDocument/2006/relationships/notesMaster" Target="/ppt/notesMasters/notesMaster1.xml" Id="R39f0ee61c6cb46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65b68b4ac44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93a766c4b344c8" /><Relationship Type="http://schemas.openxmlformats.org/officeDocument/2006/relationships/slideLayout" Target="/ppt/slideLayouts/slideLayout1.xml" Id="Re44a10bec58d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4a10bec58d4a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7cbf3cba24abb" /><Relationship Type="http://schemas.openxmlformats.org/officeDocument/2006/relationships/notesSlide" Target="/ppt/notesSlides/notesSlide1.xml" Id="Rfea7de3bb28842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802DCC9A-C9C6-4E2E-8C40-70B8BD31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00D5638A-E86F-4C3E-A6BE-5C982329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764F86BF-0683-4EC2-B0AF-83D29E44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0380C77-CB8F-48AC-9508-42745029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Integral del rosa por octava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6993187C-8D56-480B-B408-ABE1B444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3A114A18-1052-477B-A238-0CCFCEA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0BA97F4D-B11A-4A2F-85BA-E917BF1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57A1A8C3-65C6-4FDF-B8E4-57037270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391D794C-D1D0-4192-9E6D-2769D8E7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1CB6CFA9-8D1C-4C54-AD17-61F3ADD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∫[f→2f] K/ν dν =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K·ln 2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96161F85-55C7-438C-8F2A-5BEA9182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Banda de f a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2f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24D21EE2-6148-4D09-A60F-54E6E406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PSD rosa K/ν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24229A94-4B42-46D2-A49D-49A5D369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Resultado: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K·ln 2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52694409-0907-467D-B1BC-222B4CBC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Igual en cada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octava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9B348034-DEAA-4879-9965-50AA11A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Líderes cortos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6E906BE-58E9-4EBA-AC7E-399C3A0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166059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2026-08-13T02:01:51.2760000Z</dcterms:created>
  <dcterms:modified xsi:type="dcterms:W3CDTF">2026-08-13T02:01:51.2760000Z</dcterms:modified>
</coreProperties>
</file>