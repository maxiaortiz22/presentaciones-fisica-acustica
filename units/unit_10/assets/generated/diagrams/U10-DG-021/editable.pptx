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5680744ab348f0" /><Relationship Type="http://schemas.openxmlformats.org/officeDocument/2006/relationships/extended-properties" Target="/docProps/app.xml" Id="R280f475d6f4a4097" /><Relationship Type="http://schemas.openxmlformats.org/officeDocument/2006/relationships/officeDocument" Target="/ppt/presentation.xml" Id="Rd9a44398aa2f4a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64fc51d04e4bfb"/>
  </p:sldMasterIdLst>
  <p:notesMasterIdLst>
    <p:notesMasterId xmlns:r="http://schemas.openxmlformats.org/officeDocument/2006/relationships" r:id="R81bec95f0f8a41ac"/>
  </p:notesMasterIdLst>
  <p:sldIdLst>
    <p:sldId xmlns:r="http://schemas.openxmlformats.org/officeDocument/2006/relationships" id="256" r:id="Ree53431b538f48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44a98162c04838" /><Relationship Type="http://schemas.openxmlformats.org/officeDocument/2006/relationships/slideMaster" Target="/ppt/slideMasters/slideMaster1.xml" Id="R6864fc51d04e4bfb" /><Relationship Type="http://schemas.openxmlformats.org/officeDocument/2006/relationships/notesMaster" Target="/ppt/notesMasters/notesMaster1.xml" Id="R81bec95f0f8a41ac" /><Relationship Type="http://schemas.openxmlformats.org/officeDocument/2006/relationships/presProps" Target="/ppt/presProps.xml" Id="R5cabf234fa1c4a5b" /><Relationship Type="http://schemas.openxmlformats.org/officeDocument/2006/relationships/tableStyles" Target="/ppt/tableStyles.xml" Id="R9ecc0d01013c456e" /><Relationship Type="http://schemas.openxmlformats.org/officeDocument/2006/relationships/slide" Target="/ppt/slides/slide1.xml" Id="Ree53431b538f48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407669faac4d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2adeb120d0458c" /><Relationship Type="http://schemas.openxmlformats.org/officeDocument/2006/relationships/notesMaster" Target="/ppt/notesMasters/notesMaster1.xml" Id="Rebc53142252b47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c0975e6b142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e0b6c9aaed468b" /><Relationship Type="http://schemas.openxmlformats.org/officeDocument/2006/relationships/slideLayout" Target="/ppt/slideLayouts/slideLayout1.xml" Id="Rdc50db7b96224b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50db7b96224b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c0a4e4917435b" /><Relationship Type="http://schemas.openxmlformats.org/officeDocument/2006/relationships/notesSlide" Target="/ppt/notesSlides/notesSlide1.xml" Id="R6af0e3419c2646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_rule_1">
            <a:extLst xmlns:a="http://schemas.openxmlformats.org/drawingml/2006/main">
              <a:ext uri="{FF2B5EF4-FFF2-40B4-BE49-F238E27FC236}">
                <a16:creationId xmlns:a16="http://schemas.microsoft.com/office/drawing/2014/main" id="{2683B80C-CBC4-4F3B-A496-74F0D127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8F1BACBD-E963-4531-A828-F697BF4B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CB659F18-E1DF-4EB5-AB05-8272A7C4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525ABB06-F7D6-44AE-8036-2FA04694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Recap color–pendiente–banda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FC93E8ED-4CCD-4784-B5E1-E81CA8CA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0EED83BD-EE67-4F4F-AE47-370AA52E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D3FA671E-9F8D-4580-89C1-1C26445F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8C6A45C6-0E16-4A3B-B2AD-81333080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5_box">
            <a:extLst xmlns:a="http://schemas.openxmlformats.org/drawingml/2006/main">
              <a:ext uri="{FF2B5EF4-FFF2-40B4-BE49-F238E27FC236}">
                <a16:creationId xmlns:a16="http://schemas.microsoft.com/office/drawing/2014/main" id="{6E3AF3A0-1657-40F4-AFA8-94FD0786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55282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851AA904-7A0B-4BDE-926B-5A43F20B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Blanco: S₀ por Hz</a:t>
            </a:r>
          </a:p>
        </p:txBody>
      </p:sp>
      <p:sp>
        <p:nvSpPr>
          <p:cNvPr id="11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742C7A2A-108F-418F-8102-CE519A96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Por octava: crece</a:t>
            </a:r>
          </a:p>
        </p:txBody>
      </p:sp>
      <p:sp>
        <p:nvSpPr>
          <p:cNvPr id="12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CD188E85-6C19-4B31-9019-22EC65EE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Rosa: K/f</a:t>
            </a:r>
          </a:p>
        </p:txBody>
      </p:sp>
      <p:sp>
        <p:nvSpPr>
          <p:cNvPr id="13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E3ED9F75-DDC7-4429-9672-6E92AA27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Por octava: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constante</a:t>
            </a:r>
          </a:p>
        </p:txBody>
      </p:sp>
      <p:sp>
        <p:nvSpPr>
          <p:cNvPr id="14" name="concept_5_text">
            <a:extLst xmlns:a="http://schemas.openxmlformats.org/drawingml/2006/main">
              <a:ext uri="{FF2B5EF4-FFF2-40B4-BE49-F238E27FC236}">
                <a16:creationId xmlns:a16="http://schemas.microsoft.com/office/drawing/2014/main" id="{4020DEBE-7252-41E9-97C1-67F0D801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72427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Escucha no define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el modelo</a:t>
            </a:r>
          </a:p>
        </p:txBody>
      </p:sp>
      <p:sp>
        <p:nvSpPr>
          <p:cNvPr id="15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83E72E36-D5D9-47B6-B767-B538E11D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Relaciones “constante por Hz”, “constante por octava”</a:t>
            </a:r>
          </a:p>
        </p:txBody>
      </p:sp>
      <p:sp>
        <p:nvSpPr>
          <p:cNvPr id="16" name="source_note">
            <a:extLst xmlns:a="http://schemas.openxmlformats.org/drawingml/2006/main">
              <a:ext uri="{FF2B5EF4-FFF2-40B4-BE49-F238E27FC236}">
                <a16:creationId xmlns:a16="http://schemas.microsoft.com/office/drawing/2014/main" id="{1D9E6104-A604-49A4-9C95-EDFAAE22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5397177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2026-08-13T02:01:35.8150000Z</dcterms:created>
  <dcterms:modified xsi:type="dcterms:W3CDTF">2026-08-13T02:01:35.8150000Z</dcterms:modified>
</coreProperties>
</file>