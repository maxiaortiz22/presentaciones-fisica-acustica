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0adc0211a4680" /><Relationship Type="http://schemas.openxmlformats.org/officeDocument/2006/relationships/extended-properties" Target="/docProps/app.xml" Id="R3311918940b44854" /><Relationship Type="http://schemas.openxmlformats.org/officeDocument/2006/relationships/officeDocument" Target="/ppt/presentation.xml" Id="Rbb02d0f39fdd45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33bfebc3784f89"/>
  </p:sldMasterIdLst>
  <p:notesMasterIdLst>
    <p:notesMasterId xmlns:r="http://schemas.openxmlformats.org/officeDocument/2006/relationships" r:id="Rc5d9fc3609f849f4"/>
  </p:notesMasterIdLst>
  <p:sldIdLst>
    <p:sldId xmlns:r="http://schemas.openxmlformats.org/officeDocument/2006/relationships" id="256" r:id="R6b08ba77cb1f4a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4cedfea0a043f7" /><Relationship Type="http://schemas.openxmlformats.org/officeDocument/2006/relationships/slideMaster" Target="/ppt/slideMasters/slideMaster1.xml" Id="Rba33bfebc3784f89" /><Relationship Type="http://schemas.openxmlformats.org/officeDocument/2006/relationships/notesMaster" Target="/ppt/notesMasters/notesMaster1.xml" Id="Rc5d9fc3609f849f4" /><Relationship Type="http://schemas.openxmlformats.org/officeDocument/2006/relationships/presProps" Target="/ppt/presProps.xml" Id="R611d8e7ea5eb44f1" /><Relationship Type="http://schemas.openxmlformats.org/officeDocument/2006/relationships/tableStyles" Target="/ppt/tableStyles.xml" Id="R10fd05f24d8545b7" /><Relationship Type="http://schemas.openxmlformats.org/officeDocument/2006/relationships/slide" Target="/ppt/slides/slide1.xml" Id="R6b08ba77cb1f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bb693d2928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207e01bc854d0e" /><Relationship Type="http://schemas.openxmlformats.org/officeDocument/2006/relationships/notesMaster" Target="/ppt/notesMasters/notesMaster1.xml" Id="R2df424cb1c0242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962a80d30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3273ded48b4c74" /><Relationship Type="http://schemas.openxmlformats.org/officeDocument/2006/relationships/slideLayout" Target="/ppt/slideLayouts/slideLayout1.xml" Id="Racdcd5bfd10c4c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cd5bfd10c4c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f6956fd854576" /><Relationship Type="http://schemas.openxmlformats.org/officeDocument/2006/relationships/notesSlide" Target="/ppt/notesSlides/notesSlide1.xml" Id="R81ee60bd1102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12015F0D-07F2-43D3-BA79-000E5F09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859745F3-6895-468D-8451-BB43D6DC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C860F9DA-4133-44C4-BF5A-6203885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89E9B35-477A-45BF-9A25-8B1F0F66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Significado de nivel equivalente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579D026B-2E91-452E-AF95-7E46D047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8A96D8D0-9856-4FF5-8C2D-0DCA92DB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8143C4BB-FC9A-43B6-8CD5-4BAAC0ED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005D80B4-A0C1-4062-84EA-585DA9E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ADFA59BC-68C5-40EC-82B1-56AD653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395A89D0-65ED-4124-BF30-A1CA1669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Lₑq,T ↔ igual p²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medio en T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A631EC33-9913-442D-AC74-09A4B86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Evento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variable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8CED2575-7EF9-483A-8B59-8235F149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Energía en T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EDE753A6-201A-4CD2-AE66-1B99AA7F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Nivel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equivalente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FCAAF74C-7653-4C5F-A571-1993C135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Mismo p²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medio en T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89218C06-61CD-433E-82B1-82C43EC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“misma energía en T”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9CA29BC-45D0-4B22-8DEC-F4E8E34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638972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2026-08-13T02:01:39.7550000Z</dcterms:created>
  <dcterms:modified xsi:type="dcterms:W3CDTF">2026-08-13T02:01:39.7550000Z</dcterms:modified>
</coreProperties>
</file>