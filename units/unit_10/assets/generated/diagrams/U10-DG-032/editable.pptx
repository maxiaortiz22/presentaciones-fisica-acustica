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a06033b35140c2" /><Relationship Type="http://schemas.openxmlformats.org/officeDocument/2006/relationships/extended-properties" Target="/docProps/app.xml" Id="Redaeeaed9c4d4314" /><Relationship Type="http://schemas.openxmlformats.org/officeDocument/2006/relationships/officeDocument" Target="/ppt/presentation.xml" Id="R261d0edde39343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3f76e1f7974a07"/>
  </p:sldMasterIdLst>
  <p:notesMasterIdLst>
    <p:notesMasterId xmlns:r="http://schemas.openxmlformats.org/officeDocument/2006/relationships" r:id="Ra4085bb069264865"/>
  </p:notesMasterIdLst>
  <p:sldIdLst>
    <p:sldId xmlns:r="http://schemas.openxmlformats.org/officeDocument/2006/relationships" id="256" r:id="R8b1c8f0e13ee41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b812124de444ff" /><Relationship Type="http://schemas.openxmlformats.org/officeDocument/2006/relationships/slideMaster" Target="/ppt/slideMasters/slideMaster1.xml" Id="R2e3f76e1f7974a07" /><Relationship Type="http://schemas.openxmlformats.org/officeDocument/2006/relationships/notesMaster" Target="/ppt/notesMasters/notesMaster1.xml" Id="Ra4085bb069264865" /><Relationship Type="http://schemas.openxmlformats.org/officeDocument/2006/relationships/presProps" Target="/ppt/presProps.xml" Id="R02378b28356c43d3" /><Relationship Type="http://schemas.openxmlformats.org/officeDocument/2006/relationships/tableStyles" Target="/ppt/tableStyles.xml" Id="Re63ce3d23b53466b" /><Relationship Type="http://schemas.openxmlformats.org/officeDocument/2006/relationships/slide" Target="/ppt/slides/slide1.xml" Id="R8b1c8f0e13ee41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bb1075e9ba4f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2dc287624e48a3" /><Relationship Type="http://schemas.openxmlformats.org/officeDocument/2006/relationships/notesMaster" Target="/ppt/notesMasters/notesMaster1.xml" Id="Rbb1f5ae3edce44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b80584a1c4b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0bad79ab414ea2" /><Relationship Type="http://schemas.openxmlformats.org/officeDocument/2006/relationships/slideLayout" Target="/ppt/slideLayouts/slideLayout1.xml" Id="Re149cbb38be64f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49cbb38be64f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47e14de7c428d" /><Relationship Type="http://schemas.openxmlformats.org/officeDocument/2006/relationships/notesSlide" Target="/ppt/notesSlides/notesSlide1.xml" Id="R4e307fce580144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_rule_1">
            <a:extLst xmlns:a="http://schemas.openxmlformats.org/drawingml/2006/main">
              <a:ext uri="{FF2B5EF4-FFF2-40B4-BE49-F238E27FC236}">
                <a16:creationId xmlns:a16="http://schemas.microsoft.com/office/drawing/2014/main" id="{E3AE4C59-A05B-4540-9478-21CE83A3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8828D537-76A0-4A64-9F5B-8D6CD353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9011F117-FBB3-40BC-85BD-EA388069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6E8DCF9-2F94-40D9-839E-140DCAAC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Fondo, señal objetivo y enmascarador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F313DA8D-DD9D-4483-A2F0-7D3DD0C8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95856F71-DF8A-40F6-9EB7-9653AA53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FA8BDCD4-53A5-4EAF-BA14-FA8259BE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B87807A2-F684-4729-A23E-71E3D1E0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52825"/>
            <a:ext cx="52006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017ED355-D6BE-475D-AB6B-27E2101A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Señal objetivo: se desea</a:t>
            </a:r>
          </a:p>
        </p:txBody>
      </p:sp>
      <p:sp>
        <p:nvSpPr>
          <p:cNvPr id="10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186E03B5-DAF8-454B-9B47-FC05B7D4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4782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Ruido de fondo: interfiere</a:t>
            </a:r>
          </a:p>
        </p:txBody>
      </p:sp>
      <p:sp>
        <p:nvSpPr>
          <p:cNvPr id="11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02DB0397-A74A-4AED-92BC-711944E5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Enmascarador: se agrega</a:t>
            </a:r>
          </a:p>
        </p:txBody>
      </p:sp>
      <p:sp>
        <p:nvSpPr>
          <p:cNvPr id="12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3AED73C2-86FF-4BBE-B7CA-63DA0C88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24275"/>
            <a:ext cx="47434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Receptor y tarea</a:t>
            </a:r>
          </a:p>
        </p:txBody>
      </p:sp>
      <p:sp>
        <p:nvSpPr>
          <p:cNvPr id="13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347EB388-3495-423B-BD9D-0648A4CA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“se desea”, “interfiere”, “se agrega deliberadamente”</a:t>
            </a:r>
          </a:p>
        </p:txBody>
      </p:sp>
      <p:sp>
        <p:nvSpPr>
          <p:cNvPr id="1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AF4C425-41C8-4464-83C0-84E7C276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840692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2026-08-13T02:01:40.5150000Z</dcterms:created>
  <dcterms:modified xsi:type="dcterms:W3CDTF">2026-08-13T02:01:40.5150000Z</dcterms:modified>
</coreProperties>
</file>