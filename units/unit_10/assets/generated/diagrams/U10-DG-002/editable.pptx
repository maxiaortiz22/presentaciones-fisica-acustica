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386515f5d4608" /><Relationship Type="http://schemas.openxmlformats.org/officeDocument/2006/relationships/extended-properties" Target="/docProps/app.xml" Id="R68e16fa476c54f25" /><Relationship Type="http://schemas.openxmlformats.org/officeDocument/2006/relationships/officeDocument" Target="/ppt/presentation.xml" Id="R3957edc4cdf641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fcacdda54a498b"/>
  </p:sldMasterIdLst>
  <p:notesMasterIdLst>
    <p:notesMasterId xmlns:r="http://schemas.openxmlformats.org/officeDocument/2006/relationships" r:id="R074a634967db406a"/>
  </p:notesMasterIdLst>
  <p:sldIdLst>
    <p:sldId xmlns:r="http://schemas.openxmlformats.org/officeDocument/2006/relationships" id="256" r:id="Raadfa25faa284f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c49cdc15294054" /><Relationship Type="http://schemas.openxmlformats.org/officeDocument/2006/relationships/slideMaster" Target="/ppt/slideMasters/slideMaster1.xml" Id="Rfbfcacdda54a498b" /><Relationship Type="http://schemas.openxmlformats.org/officeDocument/2006/relationships/notesMaster" Target="/ppt/notesMasters/notesMaster1.xml" Id="R074a634967db406a" /><Relationship Type="http://schemas.openxmlformats.org/officeDocument/2006/relationships/presProps" Target="/ppt/presProps.xml" Id="R98360ee064604951" /><Relationship Type="http://schemas.openxmlformats.org/officeDocument/2006/relationships/tableStyles" Target="/ppt/tableStyles.xml" Id="R74d191cb182b4a57" /><Relationship Type="http://schemas.openxmlformats.org/officeDocument/2006/relationships/slide" Target="/ppt/slides/slide1.xml" Id="Raadfa25faa28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b5597cdfe3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0bd25f6794ab2" /><Relationship Type="http://schemas.openxmlformats.org/officeDocument/2006/relationships/notesMaster" Target="/ppt/notesMasters/notesMaster1.xml" Id="Ra026aa63c5bc4d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a1b29a9b8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70748b8a7479c" /><Relationship Type="http://schemas.openxmlformats.org/officeDocument/2006/relationships/slideLayout" Target="/ppt/slideLayouts/slideLayout1.xml" Id="R380d5ac4d239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d5ac4d239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2a785f1c44060" /><Relationship Type="http://schemas.openxmlformats.org/officeDocument/2006/relationships/notesSlide" Target="/ppt/notesSlides/notesSlide1.xml" Id="R7ec6e7431001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59D4C41A-30CA-4878-8188-B04A590E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FD3D7D05-868B-48A8-A5D7-FA6A51A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B093B7EA-72E2-40A6-9EC4-1ACB226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34212DD-676A-4765-B577-3D3CE7F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Escena técnica del caso disparador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EF39C77C-8E60-4DEB-BA78-E80096A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EC4ED6A1-211E-40CF-A4C7-A127F75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75004B0D-97D9-4844-AC91-EB21135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1140A50B-9E65-42F6-BF35-4DDF13C9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FBEB0FD6-95E8-43E3-8297-7621B07D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D7F8014C-8591-43A2-A161-3988177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1D0E10CD-DCFE-4446-B1CF-54826015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Avenida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08DAAA5A-1B29-438B-A409-E8048AD3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Fachada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14291B30-991F-487D-B9B5-CEF5AA2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Consultorio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A8E8B5DC-A62A-4E70-950D-F3DC462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Conversación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5D0B8964-55B8-4219-84CD-F7A8E50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Climatización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71077804-D578-4C1B-92FF-890334B9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Portazo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F1A756D5-67C3-4D3D-9D6C-097A976B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Rutas “entra”, “interfiere”, “se evalúa”; numeradas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1044587-428D-4866-81F3-F681B55E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353716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2026-08-13T02:01:27.0680000Z</dcterms:created>
  <dcterms:modified xsi:type="dcterms:W3CDTF">2026-08-13T02:01:27.0680000Z</dcterms:modified>
</coreProperties>
</file>