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2963df7854592" /><Relationship Type="http://schemas.openxmlformats.org/officeDocument/2006/relationships/extended-properties" Target="/docProps/app.xml" Id="Ra267dd9dd58849e3" /><Relationship Type="http://schemas.openxmlformats.org/officeDocument/2006/relationships/officeDocument" Target="/ppt/presentation.xml" Id="R6a7d528ffcb145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62ffcb8e514b94"/>
  </p:sldMasterIdLst>
  <p:notesMasterIdLst>
    <p:notesMasterId xmlns:r="http://schemas.openxmlformats.org/officeDocument/2006/relationships" r:id="Rf0ad80ab54c84f5a"/>
  </p:notesMasterIdLst>
  <p:sldIdLst>
    <p:sldId xmlns:r="http://schemas.openxmlformats.org/officeDocument/2006/relationships" id="256" r:id="R9c9f901b052a4d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7ed8b6c5f2471e" /><Relationship Type="http://schemas.openxmlformats.org/officeDocument/2006/relationships/slideMaster" Target="/ppt/slideMasters/slideMaster1.xml" Id="R0062ffcb8e514b94" /><Relationship Type="http://schemas.openxmlformats.org/officeDocument/2006/relationships/notesMaster" Target="/ppt/notesMasters/notesMaster1.xml" Id="Rf0ad80ab54c84f5a" /><Relationship Type="http://schemas.openxmlformats.org/officeDocument/2006/relationships/presProps" Target="/ppt/presProps.xml" Id="R3da36aeff02848de" /><Relationship Type="http://schemas.openxmlformats.org/officeDocument/2006/relationships/tableStyles" Target="/ppt/tableStyles.xml" Id="R47e3280f0c9949dc" /><Relationship Type="http://schemas.openxmlformats.org/officeDocument/2006/relationships/slide" Target="/ppt/slides/slide1.xml" Id="R9c9f901b052a4d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4eb6f356db42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135172738d4eaf" /><Relationship Type="http://schemas.openxmlformats.org/officeDocument/2006/relationships/notesMaster" Target="/ppt/notesMasters/notesMaster1.xml" Id="R48cdb94b8a2c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cbce628cf41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d7f6090576426a" /><Relationship Type="http://schemas.openxmlformats.org/officeDocument/2006/relationships/slideLayout" Target="/ppt/slideLayouts/slideLayout1.xml" Id="Rd7b1ad8652fb46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b1ad8652fb46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643dff9f4412b" /><Relationship Type="http://schemas.openxmlformats.org/officeDocument/2006/relationships/notesSlide" Target="/ppt/notesSlides/notesSlide1.xml" Id="R8dfdfd2e854b40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1">
            <a:extLst xmlns:a="http://schemas.openxmlformats.org/drawingml/2006/main">
              <a:ext uri="{FF2B5EF4-FFF2-40B4-BE49-F238E27FC236}">
                <a16:creationId xmlns:a16="http://schemas.microsoft.com/office/drawing/2014/main" id="{9F7B1099-69B8-4FC1-843D-CAE5D8A1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B6AE692D-091B-4786-A93C-FAB85CD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001E8F6F-5067-4A76-9F2E-9BEB9BA9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B060952-F47A-488F-BE7A-5B279BA1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Mapa semántico del término ruido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6AA085D9-D19F-4953-9966-6E4FAD0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0ACD6D9E-850F-4FC0-B217-7022F91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91FFAA26-00C8-41E1-BC5E-269F9E9F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9ED14891-11E6-4F2E-8448-4BBD7231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Contextual: depende de la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tarea</a:t>
            </a:r>
          </a:p>
        </p:txBody>
      </p:sp>
      <p:sp>
        <p:nvSpPr>
          <p:cNvPr id="9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5C05718D-2862-4C00-BCAB-8A959990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Físico: señal aleatoria</a:t>
            </a:r>
          </a:p>
        </p:txBody>
      </p:sp>
      <p:sp>
        <p:nvSpPr>
          <p:cNvPr id="10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9EE869AD-52A7-4111-8F84-F0B1159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Operativo: señal de prueba</a:t>
            </a:r>
          </a:p>
        </p:txBody>
      </p:sp>
      <p:sp>
        <p:nvSpPr>
          <p:cNvPr id="11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739E695B-30FE-4AF7-9F59-8666C93B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Desde nodo “ruido”; etiqueta “uso”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DC7E98C-B58A-4E7D-92C0-8EBA4D50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629680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2026-08-13T02:01:30.1550000Z</dcterms:created>
  <dcterms:modified xsi:type="dcterms:W3CDTF">2026-08-13T02:01:30.1550000Z</dcterms:modified>
</coreProperties>
</file>