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c430325951490e" /><Relationship Type="http://schemas.openxmlformats.org/officeDocument/2006/relationships/extended-properties" Target="/docProps/app.xml" Id="Rdc37c4bfd1a54286" /><Relationship Type="http://schemas.openxmlformats.org/officeDocument/2006/relationships/officeDocument" Target="/ppt/presentation.xml" Id="R87b2b2bb0b034a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75b91e454e4ab3"/>
  </p:sldMasterIdLst>
  <p:notesMasterIdLst>
    <p:notesMasterId xmlns:r="http://schemas.openxmlformats.org/officeDocument/2006/relationships" r:id="Rb026ee5ec1164aa9"/>
  </p:notesMasterIdLst>
  <p:sldIdLst>
    <p:sldId xmlns:r="http://schemas.openxmlformats.org/officeDocument/2006/relationships" id="256" r:id="R7b6cb940a5cc4f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7bdba985f14f71" /><Relationship Type="http://schemas.openxmlformats.org/officeDocument/2006/relationships/slideMaster" Target="/ppt/slideMasters/slideMaster1.xml" Id="Rb775b91e454e4ab3" /><Relationship Type="http://schemas.openxmlformats.org/officeDocument/2006/relationships/notesMaster" Target="/ppt/notesMasters/notesMaster1.xml" Id="Rb026ee5ec1164aa9" /><Relationship Type="http://schemas.openxmlformats.org/officeDocument/2006/relationships/presProps" Target="/ppt/presProps.xml" Id="Rc63c0cca3e5d441e" /><Relationship Type="http://schemas.openxmlformats.org/officeDocument/2006/relationships/tableStyles" Target="/ppt/tableStyles.xml" Id="R1b5758eed02241ed" /><Relationship Type="http://schemas.openxmlformats.org/officeDocument/2006/relationships/slide" Target="/ppt/slides/slide1.xml" Id="R7b6cb940a5cc4f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b68c41673643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f4d203c1784d2c" /><Relationship Type="http://schemas.openxmlformats.org/officeDocument/2006/relationships/notesMaster" Target="/ppt/notesMasters/notesMaster1.xml" Id="Rdde5ed3d49e74f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6fc8fb0b34f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e0313e062c4052" /><Relationship Type="http://schemas.openxmlformats.org/officeDocument/2006/relationships/slideLayout" Target="/ppt/slideLayouts/slideLayout1.xml" Id="R34b2cddc5c2845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b2cddc5c2845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54471b0b740da" /><Relationship Type="http://schemas.openxmlformats.org/officeDocument/2006/relationships/notesSlide" Target="/ppt/notesSlides/notesSlide1.xml" Id="R793395c5ab144f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1">
            <a:extLst xmlns:a="http://schemas.openxmlformats.org/drawingml/2006/main">
              <a:ext uri="{FF2B5EF4-FFF2-40B4-BE49-F238E27FC236}">
                <a16:creationId xmlns:a16="http://schemas.microsoft.com/office/drawing/2014/main" id="{830ADCEA-4966-46D1-9CE6-CC7BEC6D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C4196F32-0B90-4029-9ED1-CEAAD436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AFD47FDF-96DB-4F28-BFF1-447E586E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7E7F80BF-FF94-482A-AAFA-6AE76E88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Misma señal, tres funciones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123DF0E6-1A6E-41DA-AD76-9DD3E73C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61937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top_box">
            <a:extLst xmlns:a="http://schemas.openxmlformats.org/drawingml/2006/main">
              <a:ext uri="{FF2B5EF4-FFF2-40B4-BE49-F238E27FC236}">
                <a16:creationId xmlns:a16="http://schemas.microsoft.com/office/drawing/2014/main" id="{8D30F22F-0511-4617-8557-FF7B79E0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25717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ath_bottom_box">
            <a:extLst xmlns:a="http://schemas.openxmlformats.org/drawingml/2006/main">
              <a:ext uri="{FF2B5EF4-FFF2-40B4-BE49-F238E27FC236}">
                <a16:creationId xmlns:a16="http://schemas.microsoft.com/office/drawing/2014/main" id="{5461C65B-7132-442F-A62E-CE96D0D7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25717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pace_box">
            <a:extLst xmlns:a="http://schemas.openxmlformats.org/drawingml/2006/main">
              <a:ext uri="{FF2B5EF4-FFF2-40B4-BE49-F238E27FC236}">
                <a16:creationId xmlns:a16="http://schemas.microsoft.com/office/drawing/2014/main" id="{1E5EF6CA-1D3A-4207-A877-46DD13A7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381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B0A250ED-B8F4-4720-9E76-27191C2E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7B3CF0C7-2355-4703-B5AA-38EA56B2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86375"/>
            <a:ext cx="595312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4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14700" y="1362075"/>
            <a:ext cx="2800350" cy="1685925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00750" y="2024063"/>
            <a:ext cx="285750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14700" y="3048000"/>
            <a:ext cx="2800350" cy="20193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3048000"/>
            <a:ext cx="28575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route_3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67750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ource_text">
            <a:extLst xmlns:a="http://schemas.openxmlformats.org/drawingml/2006/main">
              <a:ext uri="{FF2B5EF4-FFF2-40B4-BE49-F238E27FC236}">
                <a16:creationId xmlns:a16="http://schemas.microsoft.com/office/drawing/2014/main" id="{FE889E60-8AC8-4757-B5ED-8170E93C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21621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Misma señal</a:t>
            </a:r>
          </a:p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física</a:t>
            </a:r>
          </a:p>
        </p:txBody>
      </p:sp>
      <p:sp>
        <p:nvSpPr>
          <p:cNvPr id="17" name="path_top_text">
            <a:extLst xmlns:a="http://schemas.openxmlformats.org/drawingml/2006/main">
              <a:ext uri="{FF2B5EF4-FFF2-40B4-BE49-F238E27FC236}">
                <a16:creationId xmlns:a16="http://schemas.microsoft.com/office/drawing/2014/main" id="{F028AC99-F2FE-4F10-BCB9-E42CE5A8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47825"/>
            <a:ext cx="2114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Escuchar: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contenido</a:t>
            </a:r>
          </a:p>
        </p:txBody>
      </p:sp>
      <p:sp>
        <p:nvSpPr>
          <p:cNvPr id="18" name="path_bottom_text">
            <a:extLst xmlns:a="http://schemas.openxmlformats.org/drawingml/2006/main">
              <a:ext uri="{FF2B5EF4-FFF2-40B4-BE49-F238E27FC236}">
                <a16:creationId xmlns:a16="http://schemas.microsoft.com/office/drawing/2014/main" id="{9DC92E08-513F-4861-965E-592585A4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29075"/>
            <a:ext cx="2114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Medir:</a:t>
            </a:r>
          </a:p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descriptor</a:t>
            </a:r>
          </a:p>
        </p:txBody>
      </p:sp>
      <p:sp>
        <p:nvSpPr>
          <p:cNvPr id="19" name="space_text">
            <a:extLst xmlns:a="http://schemas.openxmlformats.org/drawingml/2006/main">
              <a:ext uri="{FF2B5EF4-FFF2-40B4-BE49-F238E27FC236}">
                <a16:creationId xmlns:a16="http://schemas.microsoft.com/office/drawing/2014/main" id="{1974EC4C-B746-477E-95A6-93980B46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Enmascarar: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función</a:t>
            </a:r>
          </a:p>
        </p:txBody>
      </p:sp>
      <p:sp>
        <p:nvSpPr>
          <p:cNvPr id="20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F5F7D541-B078-48D6-8657-12EB43C8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52700"/>
            <a:ext cx="2019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Medición</a:t>
            </a:r>
          </a:p>
        </p:txBody>
      </p:sp>
      <p:sp>
        <p:nvSpPr>
          <p:cNvPr id="21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5FB4FAE1-285B-49CA-B3AE-AAE4AE0C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57825"/>
            <a:ext cx="5495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Receptor</a:t>
            </a:r>
          </a:p>
        </p:txBody>
      </p:sp>
      <p:sp>
        <p:nvSpPr>
          <p:cNvPr id="22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151E24D1-BD59-4436-8E4F-FF2EFDA2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Ramales “tarea”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479E0881-B2F5-4F1D-A4C3-F1AF130F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57624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2026-08-13T02:01:29.6390000Z</dcterms:created>
  <dcterms:modified xsi:type="dcterms:W3CDTF">2026-08-13T02:01:29.6390000Z</dcterms:modified>
</coreProperties>
</file>