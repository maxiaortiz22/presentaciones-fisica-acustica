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74097df4f4b01" /><Relationship Type="http://schemas.openxmlformats.org/officeDocument/2006/relationships/extended-properties" Target="/docProps/app.xml" Id="Re665be1bb88e4df3" /><Relationship Type="http://schemas.openxmlformats.org/officeDocument/2006/relationships/officeDocument" Target="/ppt/presentation.xml" Id="R4ec348c8965349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0443e97a84750"/>
  </p:sldMasterIdLst>
  <p:notesMasterIdLst>
    <p:notesMasterId xmlns:r="http://schemas.openxmlformats.org/officeDocument/2006/relationships" r:id="R40db1a1f11e04615"/>
  </p:notesMasterIdLst>
  <p:sldIdLst>
    <p:sldId xmlns:r="http://schemas.openxmlformats.org/officeDocument/2006/relationships" id="256" r:id="Rf92ab25870b34d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3f4f9a3614381" /><Relationship Type="http://schemas.openxmlformats.org/officeDocument/2006/relationships/slideMaster" Target="/ppt/slideMasters/slideMaster1.xml" Id="R8d80443e97a84750" /><Relationship Type="http://schemas.openxmlformats.org/officeDocument/2006/relationships/notesMaster" Target="/ppt/notesMasters/notesMaster1.xml" Id="R40db1a1f11e04615" /><Relationship Type="http://schemas.openxmlformats.org/officeDocument/2006/relationships/presProps" Target="/ppt/presProps.xml" Id="Rb78d1f632c494cf7" /><Relationship Type="http://schemas.openxmlformats.org/officeDocument/2006/relationships/tableStyles" Target="/ppt/tableStyles.xml" Id="Ra08e74aeb4344e90" /><Relationship Type="http://schemas.openxmlformats.org/officeDocument/2006/relationships/slide" Target="/ppt/slides/slide1.xml" Id="Rf92ab25870b34d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1a0105825c44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5d9e802d749ee" /><Relationship Type="http://schemas.openxmlformats.org/officeDocument/2006/relationships/notesMaster" Target="/ppt/notesMasters/notesMaster1.xml" Id="R44ac46cd92b7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498995b6b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3278304f464e2e" /><Relationship Type="http://schemas.openxmlformats.org/officeDocument/2006/relationships/slideLayout" Target="/ppt/slideLayouts/slideLayout1.xml" Id="R10bf5affeb76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f5affeb76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e15f6414e42eb" /><Relationship Type="http://schemas.openxmlformats.org/officeDocument/2006/relationships/notesSlide" Target="/ppt/notesSlides/notesSlide1.xml" Id="R1c7b3e1ac53344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B20A2033-CA8B-4C6A-93EB-70702BB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FC282B75-AA74-4661-B892-E1E86CE4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9869038B-6418-4B89-9B5D-A6FED707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0F4FB6F-B7C5-496A-93E7-46C11AF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de potencia de banda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80B8C7F4-2A75-47D4-96CB-F16BBCC8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533C1391-0544-4700-9621-4CE1DB61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BCC822CF-1E4C-4DCF-90D5-8F4DEF97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FE734C77-8F23-459B-8575-17ECD32B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1E815599-D655-4C3B-A62A-309AEC8D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B2130FEF-66E0-42ED-8B30-88EE764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p²(B,rms) =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∫₍fₗ₎⁽fₕ⁾ Sₚₚ(f) df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0ABEFDD2-C852-41C9-ABC0-F01A777B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f_L: límite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inferior (Hz)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519B85E5-59B1-4747-8671-16057BC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f_H: límite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superior (Hz)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197E0712-B06C-4B50-8DC4-1FAD0BE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Sₚₚ: densidad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(Pa²/Hz)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0CE7774-7E8B-4657-AFA5-C005111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p²_B,rms ·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Pa²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523EE72-4046-48C4-82F8-67205BD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Máximo cuatro líderes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69CD835-C8B7-496E-8731-9B9B773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2137239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2026-08-13T02:01:34.9540000Z</dcterms:created>
  <dcterms:modified xsi:type="dcterms:W3CDTF">2026-08-13T02:01:34.9540000Z</dcterms:modified>
</coreProperties>
</file>