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887ba1e144548" /><Relationship Type="http://schemas.openxmlformats.org/officeDocument/2006/relationships/extended-properties" Target="/docProps/app.xml" Id="R1b8f95002b39476b" /><Relationship Type="http://schemas.openxmlformats.org/officeDocument/2006/relationships/officeDocument" Target="/ppt/presentation.xml" Id="Rc77932800a8d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24d709df941a9"/>
  </p:sldMasterIdLst>
  <p:notesMasterIdLst>
    <p:notesMasterId xmlns:r="http://schemas.openxmlformats.org/officeDocument/2006/relationships" r:id="R7df3232aa1e44477"/>
  </p:notesMasterIdLst>
  <p:sldIdLst>
    <p:sldId xmlns:r="http://schemas.openxmlformats.org/officeDocument/2006/relationships" id="256" r:id="R814543b7da8c4c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01b2805284023" /><Relationship Type="http://schemas.openxmlformats.org/officeDocument/2006/relationships/slideMaster" Target="/ppt/slideMasters/slideMaster1.xml" Id="Rf1024d709df941a9" /><Relationship Type="http://schemas.openxmlformats.org/officeDocument/2006/relationships/notesMaster" Target="/ppt/notesMasters/notesMaster1.xml" Id="R7df3232aa1e44477" /><Relationship Type="http://schemas.openxmlformats.org/officeDocument/2006/relationships/presProps" Target="/ppt/presProps.xml" Id="R2ae2364221c24076" /><Relationship Type="http://schemas.openxmlformats.org/officeDocument/2006/relationships/tableStyles" Target="/ppt/tableStyles.xml" Id="Ref8d7f1a1cd94423" /><Relationship Type="http://schemas.openxmlformats.org/officeDocument/2006/relationships/slide" Target="/ppt/slides/slide1.xml" Id="R814543b7da8c4c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d7c94e487f4b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4314066584133" /><Relationship Type="http://schemas.openxmlformats.org/officeDocument/2006/relationships/notesMaster" Target="/ppt/notesMasters/notesMaster1.xml" Id="R7097989067ca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4564afa6442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86e36b81b4637" /><Relationship Type="http://schemas.openxmlformats.org/officeDocument/2006/relationships/slideLayout" Target="/ppt/slideLayouts/slideLayout1.xml" Id="Rc00e200c0556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0e200c0556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2fa625d4e4f84" /><Relationship Type="http://schemas.openxmlformats.org/officeDocument/2006/relationships/notesSlide" Target="/ppt/notesSlides/notesSlide1.xml" Id="R06e2ce3720be43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1">
            <a:extLst xmlns:a="http://schemas.openxmlformats.org/drawingml/2006/main">
              <a:ext uri="{FF2B5EF4-FFF2-40B4-BE49-F238E27FC236}">
                <a16:creationId xmlns:a16="http://schemas.microsoft.com/office/drawing/2014/main" id="{831B1ADA-5F5E-4C09-B523-C2F73CC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775F7FC8-5FFE-4656-8ECF-40AE45D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F82B1ED-9FEF-4543-AAC2-63E700C3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5EDAAEA-3010-46F9-80BE-9D12F0EB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Crear necesidad de estadísticos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0A7CBACF-259D-4DBB-9BBA-5AF7E38C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C337EEA0-9DF8-428E-BDB0-DCAFF1A0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1BC2FFEF-55C0-4A9C-8A10-A58AC996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5A91EE69-0938-490B-9BDA-9EAA310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648BB76D-7C37-4F9A-9F7A-8CB3002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Muestra instantánea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7CC99A80-3430-4FEA-846C-82280C8B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Ventana de observación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A7C6DA46-78FC-48D8-BE93-497E75FC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Registro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3DEB8D19-C8C0-407D-8B5B-2B96C53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2427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Descriptores</a:t>
            </a:r>
          </a:p>
        </p:txBody>
      </p:sp>
      <p:sp>
        <p:nvSpPr>
          <p:cNvPr id="13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7304A90A-F60D-46DF-AD5D-12F6189A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“amplía contexto”, “resume”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497A331-886E-4E87-ADCE-1611EAF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066361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2026-08-13T02:01:32.0460000Z</dcterms:created>
  <dcterms:modified xsi:type="dcterms:W3CDTF">2026-08-13T02:01:32.0460000Z</dcterms:modified>
</coreProperties>
</file>