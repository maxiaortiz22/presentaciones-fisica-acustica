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7955edb1214db9" /><Relationship Type="http://schemas.openxmlformats.org/officeDocument/2006/relationships/extended-properties" Target="/docProps/app.xml" Id="R253edd06d4ca4df0" /><Relationship Type="http://schemas.openxmlformats.org/officeDocument/2006/relationships/officeDocument" Target="/ppt/presentation.xml" Id="Rdcf08117ffc7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80af6bf4b4c04"/>
  </p:sldMasterIdLst>
  <p:notesMasterIdLst>
    <p:notesMasterId xmlns:r="http://schemas.openxmlformats.org/officeDocument/2006/relationships" r:id="Rd749cb56f5674203"/>
  </p:notesMasterIdLst>
  <p:sldIdLst>
    <p:sldId xmlns:r="http://schemas.openxmlformats.org/officeDocument/2006/relationships" id="256" r:id="Ra1d86624225f47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ae8194e2a462e" /><Relationship Type="http://schemas.openxmlformats.org/officeDocument/2006/relationships/slideMaster" Target="/ppt/slideMasters/slideMaster1.xml" Id="Ref480af6bf4b4c04" /><Relationship Type="http://schemas.openxmlformats.org/officeDocument/2006/relationships/notesMaster" Target="/ppt/notesMasters/notesMaster1.xml" Id="Rd749cb56f5674203" /><Relationship Type="http://schemas.openxmlformats.org/officeDocument/2006/relationships/presProps" Target="/ppt/presProps.xml" Id="Ra6c338cfb1624fb0" /><Relationship Type="http://schemas.openxmlformats.org/officeDocument/2006/relationships/tableStyles" Target="/ppt/tableStyles.xml" Id="R5cda0b06092f4a1a" /><Relationship Type="http://schemas.openxmlformats.org/officeDocument/2006/relationships/slide" Target="/ppt/slides/slide1.xml" Id="Ra1d86624225f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428344d57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27113cf884335" /><Relationship Type="http://schemas.openxmlformats.org/officeDocument/2006/relationships/notesMaster" Target="/ppt/notesMasters/notesMaster1.xml" Id="Re37f9d39e15f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e2838925d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3315307b2c4b03" /><Relationship Type="http://schemas.openxmlformats.org/officeDocument/2006/relationships/slideLayout" Target="/ppt/slideLayouts/slideLayout1.xml" Id="Rd3ad94d9d9934a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ad94d9d9934a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4e0924364245" /><Relationship Type="http://schemas.openxmlformats.org/officeDocument/2006/relationships/notesSlide" Target="/ppt/notesSlides/notesSlide1.xml" Id="Rb0eee575f7ac48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6AFC1378-04CC-46A7-993B-6CAD8505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005CBDB3-381B-418C-8EA4-9E35F7F7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638626DC-F566-48A0-BFAA-8E5CA56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402D606-BD53-455A-B657-69357787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Capa señal deliberada/control/autoridad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600B68AD-B8FE-43F6-87DB-F1BCFAE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D5C792CF-D5E0-468C-9599-CDE241EA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E9AE32D-C482-4D97-91B2-B3EFD05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1BA9D467-95D6-4589-93C6-E622F67B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37D8372A-400E-45A0-92BD-BED0133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76F48D44-EC59-4034-9B2F-A3FD717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Enmascarador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deliberado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806EDBE4-914C-464F-8108-78F05C5A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Control en fuente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E5B5FE5B-AD53-4DD4-B777-B8ECA55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Control en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trayecto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B7D9CB7E-1A89-4166-B5E3-B2345212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Norma: fuente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requerida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88122B2F-B205-4398-9012-7E01E9F3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Protocolo: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autoridad clínica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2433807E-6A6E-45D2-9CCD-580A3C2B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“requiere fuente”, “actuar aquí”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A55F0B6-BD40-4345-A7F2-6A069B2A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886955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2026-08-13T02:01:49.5900000Z</dcterms:created>
  <dcterms:modified xsi:type="dcterms:W3CDTF">2026-08-13T02:01:49.5900000Z</dcterms:modified>
</coreProperties>
</file>