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e9fc78b8341fa" /><Relationship Type="http://schemas.openxmlformats.org/officeDocument/2006/relationships/extended-properties" Target="/docProps/app.xml" Id="R9ed3ba07ca0e431f" /><Relationship Type="http://schemas.openxmlformats.org/officeDocument/2006/relationships/officeDocument" Target="/ppt/presentation.xml" Id="R1874f16f316844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81e519edf24013"/>
  </p:sldMasterIdLst>
  <p:notesMasterIdLst>
    <p:notesMasterId xmlns:r="http://schemas.openxmlformats.org/officeDocument/2006/relationships" r:id="R0dbc61e2c27d459d"/>
  </p:notesMasterIdLst>
  <p:sldIdLst>
    <p:sldId xmlns:r="http://schemas.openxmlformats.org/officeDocument/2006/relationships" id="256" r:id="R82fdaa17581543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5b6f69c58a482d" /><Relationship Type="http://schemas.openxmlformats.org/officeDocument/2006/relationships/slideMaster" Target="/ppt/slideMasters/slideMaster1.xml" Id="R3581e519edf24013" /><Relationship Type="http://schemas.openxmlformats.org/officeDocument/2006/relationships/notesMaster" Target="/ppt/notesMasters/notesMaster1.xml" Id="R0dbc61e2c27d459d" /><Relationship Type="http://schemas.openxmlformats.org/officeDocument/2006/relationships/presProps" Target="/ppt/presProps.xml" Id="Rda33288fe3304cda" /><Relationship Type="http://schemas.openxmlformats.org/officeDocument/2006/relationships/tableStyles" Target="/ppt/tableStyles.xml" Id="Ra9a95f54f97a42d1" /><Relationship Type="http://schemas.openxmlformats.org/officeDocument/2006/relationships/slide" Target="/ppt/slides/slide1.xml" Id="R82fdaa17581543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0a751fce694c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de76a0a734caa" /><Relationship Type="http://schemas.openxmlformats.org/officeDocument/2006/relationships/notesMaster" Target="/ppt/notesMasters/notesMaster1.xml" Id="Rc29f4b2484e349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4317ec11640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18fa026d847c5" /><Relationship Type="http://schemas.openxmlformats.org/officeDocument/2006/relationships/slideLayout" Target="/ppt/slideLayouts/slideLayout1.xml" Id="Rf427d41b0d3542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27d41b0d3542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15702369c48b9" /><Relationship Type="http://schemas.openxmlformats.org/officeDocument/2006/relationships/notesSlide" Target="/ppt/notesSlides/notesSlide1.xml" Id="Re453f481591e4f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1">
            <a:extLst xmlns:a="http://schemas.openxmlformats.org/drawingml/2006/main">
              <a:ext uri="{FF2B5EF4-FFF2-40B4-BE49-F238E27FC236}">
                <a16:creationId xmlns:a16="http://schemas.microsoft.com/office/drawing/2014/main" id="{D674061C-C812-4771-A6B0-1EA6FED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D5B07E31-6959-4824-8FEB-EAFE0B5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5910D09A-17CE-4286-A840-E0F36B5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9761D64-806D-4D32-9704-0564870C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 media cero/RMS no cero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E976C75F-0724-41ED-A6FD-E7A4D17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67CE4048-C275-484E-9BA0-8F909921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63B312F2-2BA8-41C5-B36C-0ADDECA0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712265FC-F623-4AF4-A4A2-0DE7492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CCB6F31C-99E0-4C25-BDA5-16FB1B4A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DC226A9C-1F36-4A1D-8C14-9FD967FA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78BD3D53-B910-4D4D-A826-26AB85C2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Datos: −2, −1, 0,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1, 2 mPa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18B7385D-82B4-477E-B8C6-3BDA5C79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Media = 0 mPa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6CFB8E42-CF15-42C6-8E57-C4641BDC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Media de p² = 2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mPa²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1E6AA9C6-C7DD-4490-A3F1-A83CD1FB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RMS = √2 ≈ 1,41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mPa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0EE898DD-437D-421F-A8F2-4ED6EB1C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Varianza = 2 mPa²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D542B7F7-1BC4-477A-8F77-BA8DB7A9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Media cero no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implica silencio</a:t>
            </a:r>
          </a:p>
        </p:txBody>
      </p:sp>
      <p:sp>
        <p:nvSpPr>
          <p:cNvPr id="17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4EC700BF-861D-4B72-A50C-10E711B1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Flechas de cálculo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0C87770-1EA4-475B-A83A-F0FFD69A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48774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2026-08-13T02:01:33.6990000Z</dcterms:created>
  <dcterms:modified xsi:type="dcterms:W3CDTF">2026-08-13T02:01:33.6990000Z</dcterms:modified>
</coreProperties>
</file>