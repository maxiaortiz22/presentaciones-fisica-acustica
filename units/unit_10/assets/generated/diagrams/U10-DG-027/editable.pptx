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304b385777419b" /><Relationship Type="http://schemas.openxmlformats.org/officeDocument/2006/relationships/extended-properties" Target="/docProps/app.xml" Id="R2d9ecb9a444749b8" /><Relationship Type="http://schemas.openxmlformats.org/officeDocument/2006/relationships/officeDocument" Target="/ppt/presentation.xml" Id="Rb311f55a382448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46360898eb4dcf"/>
  </p:sldMasterIdLst>
  <p:notesMasterIdLst>
    <p:notesMasterId xmlns:r="http://schemas.openxmlformats.org/officeDocument/2006/relationships" r:id="R49abc8f2af974784"/>
  </p:notesMasterIdLst>
  <p:sldIdLst>
    <p:sldId xmlns:r="http://schemas.openxmlformats.org/officeDocument/2006/relationships" id="256" r:id="R660e2aa9a67344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00ea63cbf24ca8" /><Relationship Type="http://schemas.openxmlformats.org/officeDocument/2006/relationships/slideMaster" Target="/ppt/slideMasters/slideMaster1.xml" Id="R8b46360898eb4dcf" /><Relationship Type="http://schemas.openxmlformats.org/officeDocument/2006/relationships/notesMaster" Target="/ppt/notesMasters/notesMaster1.xml" Id="R49abc8f2af974784" /><Relationship Type="http://schemas.openxmlformats.org/officeDocument/2006/relationships/presProps" Target="/ppt/presProps.xml" Id="R698e3421697944a3" /><Relationship Type="http://schemas.openxmlformats.org/officeDocument/2006/relationships/tableStyles" Target="/ppt/tableStyles.xml" Id="Rf887c8e15ad34d60" /><Relationship Type="http://schemas.openxmlformats.org/officeDocument/2006/relationships/slide" Target="/ppt/slides/slide1.xml" Id="R660e2aa9a67344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60d7610ec840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10a870a99f4d16" /><Relationship Type="http://schemas.openxmlformats.org/officeDocument/2006/relationships/notesMaster" Target="/ppt/notesMasters/notesMaster1.xml" Id="R34dba63415da4f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d79049c7247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9e75d3ca5e4ed8" /><Relationship Type="http://schemas.openxmlformats.org/officeDocument/2006/relationships/slideLayout" Target="/ppt/slideLayouts/slideLayout1.xml" Id="Rfd4c74da27e948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4c74da27e948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85de7915e4eed" /><Relationship Type="http://schemas.openxmlformats.org/officeDocument/2006/relationships/notesSlide" Target="/ppt/notesSlides/notesSlide1.xml" Id="Rf4c318fb246243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1">
            <a:extLst xmlns:a="http://schemas.openxmlformats.org/drawingml/2006/main">
              <a:ext uri="{FF2B5EF4-FFF2-40B4-BE49-F238E27FC236}">
                <a16:creationId xmlns:a16="http://schemas.microsoft.com/office/drawing/2014/main" id="{02EA6CB7-C6E4-41E9-8700-D5F345D7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5FBA456C-C1B3-4906-B97D-21876531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AAD7931B-EE49-4D00-B32B-5CF1AA53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ADAB265-1133-4137-8EA3-988F38A5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Tabla visual de familias</a:t>
            </a:r>
          </a:p>
        </p:txBody>
      </p:sp>
      <p:sp>
        <p:nvSpPr>
          <p:cNvPr id="5" name="compare_1_box">
            <a:extLst xmlns:a="http://schemas.openxmlformats.org/drawingml/2006/main">
              <a:ext uri="{FF2B5EF4-FFF2-40B4-BE49-F238E27FC236}">
                <a16:creationId xmlns:a16="http://schemas.microsoft.com/office/drawing/2014/main" id="{655E2BD0-EF5E-4D25-8043-E1A4F0CA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mpare_2_box">
            <a:extLst xmlns:a="http://schemas.openxmlformats.org/drawingml/2006/main">
              <a:ext uri="{FF2B5EF4-FFF2-40B4-BE49-F238E27FC236}">
                <a16:creationId xmlns:a16="http://schemas.microsoft.com/office/drawing/2014/main" id="{613E7767-D92B-4291-A693-BB20F4E8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ompare_3_box">
            <a:extLst xmlns:a="http://schemas.openxmlformats.org/drawingml/2006/main">
              <a:ext uri="{FF2B5EF4-FFF2-40B4-BE49-F238E27FC236}">
                <a16:creationId xmlns:a16="http://schemas.microsoft.com/office/drawing/2014/main" id="{197B3C51-3E69-4E17-9386-E1E4370C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mpare_4_box">
            <a:extLst xmlns:a="http://schemas.openxmlformats.org/drawingml/2006/main">
              <a:ext uri="{FF2B5EF4-FFF2-40B4-BE49-F238E27FC236}">
                <a16:creationId xmlns:a16="http://schemas.microsoft.com/office/drawing/2014/main" id="{A9528B85-A563-4AE7-8B06-06EC0303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6232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compare_1_text">
            <a:extLst xmlns:a="http://schemas.openxmlformats.org/drawingml/2006/main">
              <a:ext uri="{FF2B5EF4-FFF2-40B4-BE49-F238E27FC236}">
                <a16:creationId xmlns:a16="http://schemas.microsoft.com/office/drawing/2014/main" id="{EA99250A-7635-4206-81D4-7F70A04D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Blanco · constante/Hz ·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prueba</a:t>
            </a:r>
          </a:p>
        </p:txBody>
      </p:sp>
      <p:sp>
        <p:nvSpPr>
          <p:cNvPr id="10" name="compare_2_text">
            <a:extLst xmlns:a="http://schemas.openxmlformats.org/drawingml/2006/main">
              <a:ext uri="{FF2B5EF4-FFF2-40B4-BE49-F238E27FC236}">
                <a16:creationId xmlns:a16="http://schemas.microsoft.com/office/drawing/2014/main" id="{18E14DDD-3ECA-40F9-B4D3-1DA10445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4782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Rosa · constante/octava ·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prueba</a:t>
            </a:r>
          </a:p>
        </p:txBody>
      </p:sp>
      <p:sp>
        <p:nvSpPr>
          <p:cNvPr id="11" name="compare_3_text">
            <a:extLst xmlns:a="http://schemas.openxmlformats.org/drawingml/2006/main">
              <a:ext uri="{FF2B5EF4-FFF2-40B4-BE49-F238E27FC236}">
                <a16:creationId xmlns:a16="http://schemas.microsoft.com/office/drawing/2014/main" id="{2D6D1A67-F5EF-4355-B1C3-253F6F1B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Forma de habla · contorno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· comunicación</a:t>
            </a:r>
          </a:p>
        </p:txBody>
      </p:sp>
      <p:sp>
        <p:nvSpPr>
          <p:cNvPr id="12" name="compare_4_text">
            <a:extLst xmlns:a="http://schemas.openxmlformats.org/drawingml/2006/main">
              <a:ext uri="{FF2B5EF4-FFF2-40B4-BE49-F238E27FC236}">
                <a16:creationId xmlns:a16="http://schemas.microsoft.com/office/drawing/2014/main" id="{FBAA53A0-AF73-471C-9689-FE4596D4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3377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NBN · banda declarada ·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audiometría</a:t>
            </a:r>
          </a:p>
        </p:txBody>
      </p:sp>
      <p:sp>
        <p:nvSpPr>
          <p:cNvPr id="13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7CBEEEDC-D211-486A-A81B-84B55911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Sin conectores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FC2076D-3B71-4C92-822F-7367435D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467132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2026-08-13T02:01:38.5050000Z</dcterms:created>
  <dcterms:modified xsi:type="dcterms:W3CDTF">2026-08-13T02:01:38.5050000Z</dcterms:modified>
</coreProperties>
</file>