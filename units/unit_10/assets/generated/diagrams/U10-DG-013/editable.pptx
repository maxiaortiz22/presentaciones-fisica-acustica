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17ab77e74485a" /><Relationship Type="http://schemas.openxmlformats.org/officeDocument/2006/relationships/extended-properties" Target="/docProps/app.xml" Id="R588371fc529f45ad" /><Relationship Type="http://schemas.openxmlformats.org/officeDocument/2006/relationships/officeDocument" Target="/ppt/presentation.xml" Id="R4a108ebda2dd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5bd0efab04c6f"/>
  </p:sldMasterIdLst>
  <p:notesMasterIdLst>
    <p:notesMasterId xmlns:r="http://schemas.openxmlformats.org/officeDocument/2006/relationships" r:id="R11f18b82fef14a6b"/>
  </p:notesMasterIdLst>
  <p:sldIdLst>
    <p:sldId xmlns:r="http://schemas.openxmlformats.org/officeDocument/2006/relationships" id="256" r:id="R6a726c90f1ce45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2557448eff445e" /><Relationship Type="http://schemas.openxmlformats.org/officeDocument/2006/relationships/slideMaster" Target="/ppt/slideMasters/slideMaster1.xml" Id="Reb15bd0efab04c6f" /><Relationship Type="http://schemas.openxmlformats.org/officeDocument/2006/relationships/notesMaster" Target="/ppt/notesMasters/notesMaster1.xml" Id="R11f18b82fef14a6b" /><Relationship Type="http://schemas.openxmlformats.org/officeDocument/2006/relationships/presProps" Target="/ppt/presProps.xml" Id="Rcd3659b5772547b0" /><Relationship Type="http://schemas.openxmlformats.org/officeDocument/2006/relationships/tableStyles" Target="/ppt/tableStyles.xml" Id="Rd2a08e2b8c494fc3" /><Relationship Type="http://schemas.openxmlformats.org/officeDocument/2006/relationships/slide" Target="/ppt/slides/slide1.xml" Id="R6a726c90f1ce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ca1d0c2dce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c25435f514faf" /><Relationship Type="http://schemas.openxmlformats.org/officeDocument/2006/relationships/notesMaster" Target="/ppt/notesMasters/notesMaster1.xml" Id="Rda6d7f1525c7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73e1ec390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b0d73e2f5641c8" /><Relationship Type="http://schemas.openxmlformats.org/officeDocument/2006/relationships/slideLayout" Target="/ppt/slideLayouts/slideLayout1.xml" Id="Reac65370631f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65370631f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a884dafdd4012" /><Relationship Type="http://schemas.openxmlformats.org/officeDocument/2006/relationships/notesSlide" Target="/ppt/notesSlides/notesSlide1.xml" Id="R4e27188ec49146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557B79E2-8F59-41E0-9E6D-A06BA030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5B7BE360-1ED0-4760-A98F-4551BD3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13CA7FED-7918-4C67-A673-6B72FD3A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E461B30-9BD1-4167-82BD-0446BDC3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Ecuación de media anotada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81EF072F-1F92-4E80-BE44-E643EFC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7B3C968-09B9-4D12-8A06-BDD4DE1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E65C32E8-118A-43EC-8916-0D0993C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3EE42B44-24CE-4C56-96FD-91962898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C1417382-6115-43E0-8284-D0A90D13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8BEB4EE0-E71C-4305-BBE6-E74143E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p̄ = (1/N) Σᵢ₌₁ᴺ pᵢ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F82858AF-EE99-44D5-83E5-F5CC579A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N: cantidad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de muestras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2F2B3DC2-F806-4B48-BA22-F8EE6192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pᵢ: presión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(Pa)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D9C85DB7-6C50-4514-8813-D41789D4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p̄: media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(Pa)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CBDB5A43-7C37-431E-A939-EF648964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Conserva el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signo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08716DC5-66BF-42D2-B40D-45E59A13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Líderes cortos sin flecha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8E8562C-46B8-4E62-BA86-0925E0C6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220360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2026-08-13T02:01:32.4850000Z</dcterms:created>
  <dcterms:modified xsi:type="dcterms:W3CDTF">2026-08-13T02:01:32.4850000Z</dcterms:modified>
</coreProperties>
</file>