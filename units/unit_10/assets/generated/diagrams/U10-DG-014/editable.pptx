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6ee1e939a64a40" /><Relationship Type="http://schemas.openxmlformats.org/officeDocument/2006/relationships/extended-properties" Target="/docProps/app.xml" Id="Rb9157de9765344e3" /><Relationship Type="http://schemas.openxmlformats.org/officeDocument/2006/relationships/officeDocument" Target="/ppt/presentation.xml" Id="R8bfb801b553c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03c899ed748d3"/>
  </p:sldMasterIdLst>
  <p:notesMasterIdLst>
    <p:notesMasterId xmlns:r="http://schemas.openxmlformats.org/officeDocument/2006/relationships" r:id="R3492a179af95403c"/>
  </p:notesMasterIdLst>
  <p:sldIdLst>
    <p:sldId xmlns:r="http://schemas.openxmlformats.org/officeDocument/2006/relationships" id="256" r:id="R7c79a300f83846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2735483d74007" /><Relationship Type="http://schemas.openxmlformats.org/officeDocument/2006/relationships/slideMaster" Target="/ppt/slideMasters/slideMaster1.xml" Id="R58003c899ed748d3" /><Relationship Type="http://schemas.openxmlformats.org/officeDocument/2006/relationships/notesMaster" Target="/ppt/notesMasters/notesMaster1.xml" Id="R3492a179af95403c" /><Relationship Type="http://schemas.openxmlformats.org/officeDocument/2006/relationships/presProps" Target="/ppt/presProps.xml" Id="Rcee0225bcd784ade" /><Relationship Type="http://schemas.openxmlformats.org/officeDocument/2006/relationships/tableStyles" Target="/ppt/tableStyles.xml" Id="R2fdc6feeedae4d68" /><Relationship Type="http://schemas.openxmlformats.org/officeDocument/2006/relationships/slide" Target="/ppt/slides/slide1.xml" Id="R7c79a300f838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bd49e7735542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ebc7f526548c5" /><Relationship Type="http://schemas.openxmlformats.org/officeDocument/2006/relationships/notesMaster" Target="/ppt/notesMasters/notesMaster1.xml" Id="Re84069651fe9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5ad4547e24f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65851da494092" /><Relationship Type="http://schemas.openxmlformats.org/officeDocument/2006/relationships/slideLayout" Target="/ppt/slideLayouts/slideLayout1.xml" Id="R539488c3b68b43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9488c3b68b43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76e16a1254bf9" /><Relationship Type="http://schemas.openxmlformats.org/officeDocument/2006/relationships/notesSlide" Target="/ppt/notesSlides/notesSlide1.xml" Id="R903efac58f494f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9E77907D-BFB9-4E61-BD3A-0CAC048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B06228A0-5A06-4D54-941C-A71C7C40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0A8B800D-0D8C-4D79-9AFC-99910FB8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98A3368-EA42-485F-A46E-5B5879AE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Proceso conceptual de RMS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E368D706-92A1-40F7-967A-2C9106C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4FD35BA3-29D7-4C79-BEE1-8E1050F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97358F5F-4DA0-4F01-A806-14DE98DB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000D05C7-77D6-4DB0-B0E9-9C0687EA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78BC33D8-0D2E-4754-B570-12A1BA5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5D94A490-A676-487D-8EFB-19FFECD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pᵣₘₛ = √[(1/N)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Σᵢ₌₁ᴺ pᵢ²]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52B0D72C-73C6-416B-9B81-053EABFD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1 · Cuadrar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pᵢ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063E4872-EBB2-42B0-BBD3-AFC5873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2 · Promediar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E203B9AF-39F3-4E94-A841-E692040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3 · Extraer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raíz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7DC61500-3A23-4CB2-83EC-985AF652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Resultado en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Pa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5045D8A4-3F1C-48BD-B65C-9E8F40E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Flechas “evita cancelación”, “promedia”, “devuelve Pa”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A4512BB-58F2-4633-BC13-81107E13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317477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2026-08-13T02:01:32.9030000Z</dcterms:created>
  <dcterms:modified xsi:type="dcterms:W3CDTF">2026-08-13T02:01:32.9030000Z</dcterms:modified>
</coreProperties>
</file>