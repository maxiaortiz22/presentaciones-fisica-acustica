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53019f0da1455e" /><Relationship Type="http://schemas.openxmlformats.org/officeDocument/2006/relationships/extended-properties" Target="/docProps/app.xml" Id="R809cc9e981ac4b11" /><Relationship Type="http://schemas.openxmlformats.org/officeDocument/2006/relationships/officeDocument" Target="/ppt/presentation.xml" Id="R4a9c98fa124b41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f04ec07d384f56"/>
  </p:sldMasterIdLst>
  <p:notesMasterIdLst>
    <p:notesMasterId xmlns:r="http://schemas.openxmlformats.org/officeDocument/2006/relationships" r:id="R171618cb93444302"/>
  </p:notesMasterIdLst>
  <p:sldIdLst>
    <p:sldId xmlns:r="http://schemas.openxmlformats.org/officeDocument/2006/relationships" id="256" r:id="Rcc092bd04b2541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22165b8a0f43f4" /><Relationship Type="http://schemas.openxmlformats.org/officeDocument/2006/relationships/slideMaster" Target="/ppt/slideMasters/slideMaster1.xml" Id="R78f04ec07d384f56" /><Relationship Type="http://schemas.openxmlformats.org/officeDocument/2006/relationships/notesMaster" Target="/ppt/notesMasters/notesMaster1.xml" Id="R171618cb93444302" /><Relationship Type="http://schemas.openxmlformats.org/officeDocument/2006/relationships/presProps" Target="/ppt/presProps.xml" Id="Ra9fede1652fd48f9" /><Relationship Type="http://schemas.openxmlformats.org/officeDocument/2006/relationships/tableStyles" Target="/ppt/tableStyles.xml" Id="Reffc5983c2154ad8" /><Relationship Type="http://schemas.openxmlformats.org/officeDocument/2006/relationships/slide" Target="/ppt/slides/slide1.xml" Id="Rcc092bd04b2541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7cd85e16444f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bb34fe9cd84a75" /><Relationship Type="http://schemas.openxmlformats.org/officeDocument/2006/relationships/notesMaster" Target="/ppt/notesMasters/notesMaster1.xml" Id="R45fb935fcf1e40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9593bd9ec49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3639db23f34a6e" /><Relationship Type="http://schemas.openxmlformats.org/officeDocument/2006/relationships/slideLayout" Target="/ppt/slideLayouts/slideLayout1.xml" Id="R709fa797958f4b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9fa797958f4b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4463f2acf4835" /><Relationship Type="http://schemas.openxmlformats.org/officeDocument/2006/relationships/notesSlide" Target="/ppt/notesSlides/notesSlide1.xml" Id="R589d092b82b04c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_rule_1">
            <a:extLst xmlns:a="http://schemas.openxmlformats.org/drawingml/2006/main">
              <a:ext uri="{FF2B5EF4-FFF2-40B4-BE49-F238E27FC236}">
                <a16:creationId xmlns:a16="http://schemas.microsoft.com/office/drawing/2014/main" id="{A377C88F-1DB1-4A59-BCD9-AC899BEA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4DFFFC60-58F4-4F81-9C0C-3BE2684E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D8CECB92-8C02-4411-9FB7-A28BC0F6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135363DD-123A-45A8-84EE-4AC9A274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Cuatro elementos del enmascaramiento</a:t>
            </a:r>
          </a:p>
        </p:txBody>
      </p:sp>
      <p:sp>
        <p:nvSpPr>
          <p:cNvPr id="5" name="branch_source_box">
            <a:extLst xmlns:a="http://schemas.openxmlformats.org/drawingml/2006/main">
              <a:ext uri="{FF2B5EF4-FFF2-40B4-BE49-F238E27FC236}">
                <a16:creationId xmlns:a16="http://schemas.microsoft.com/office/drawing/2014/main" id="{E12081BD-0DC4-4B5C-81E3-BF0E9CA3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71462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A664A77A-5124-4103-BDF0-08D1C2E4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76413"/>
            <a:ext cx="4095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AB852C87-9682-4D57-ABC7-A3CC55F7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4188"/>
            <a:ext cx="4095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32F0D361-9231-490B-9486-E7874159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71963"/>
            <a:ext cx="4095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6" name="branch_edg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476625" y="2276476"/>
            <a:ext cx="3095625" cy="10810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7" name="branch_edge_2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76625" y="3357563"/>
            <a:ext cx="3095625" cy="166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8" name="branch_edge_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76625" y="3357563"/>
            <a:ext cx="3095625" cy="14144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branch_source_text">
            <a:extLst xmlns:a="http://schemas.openxmlformats.org/drawingml/2006/main">
              <a:ext uri="{FF2B5EF4-FFF2-40B4-BE49-F238E27FC236}">
                <a16:creationId xmlns:a16="http://schemas.microsoft.com/office/drawing/2014/main" id="{58A33106-3A0D-4851-8663-6BA42808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22574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Señal</a:t>
            </a:r>
          </a:p>
        </p:txBody>
      </p:sp>
      <p:sp>
        <p:nvSpPr>
          <p:cNvPr id="13" name="branch_1_text">
            <a:extLst xmlns:a="http://schemas.openxmlformats.org/drawingml/2006/main">
              <a:ext uri="{FF2B5EF4-FFF2-40B4-BE49-F238E27FC236}">
                <a16:creationId xmlns:a16="http://schemas.microsoft.com/office/drawing/2014/main" id="{453678BE-3092-415F-89EB-BE00D24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47863"/>
            <a:ext cx="36385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Enmascarador</a:t>
            </a:r>
          </a:p>
        </p:txBody>
      </p:sp>
      <p:sp>
        <p:nvSpPr>
          <p:cNvPr id="14" name="branch_2_text">
            <a:extLst xmlns:a="http://schemas.openxmlformats.org/drawingml/2006/main">
              <a:ext uri="{FF2B5EF4-FFF2-40B4-BE49-F238E27FC236}">
                <a16:creationId xmlns:a16="http://schemas.microsoft.com/office/drawing/2014/main" id="{13354AC7-871F-4191-9E29-2CA3105A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95638"/>
            <a:ext cx="36385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Receptor / oído</a:t>
            </a:r>
          </a:p>
        </p:txBody>
      </p:sp>
      <p:sp>
        <p:nvSpPr>
          <p:cNvPr id="15" name="branch_3_text">
            <a:extLst xmlns:a="http://schemas.openxmlformats.org/drawingml/2006/main">
              <a:ext uri="{FF2B5EF4-FFF2-40B4-BE49-F238E27FC236}">
                <a16:creationId xmlns:a16="http://schemas.microsoft.com/office/drawing/2014/main" id="{AB138D6C-636C-4B8C-942B-700CB6C8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43413"/>
            <a:ext cx="36385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Criterio de respuesta</a:t>
            </a:r>
          </a:p>
        </p:txBody>
      </p:sp>
      <p:sp>
        <p:nvSpPr>
          <p:cNvPr id="16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E72EF24D-6267-4444-AFE6-83570272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Relaciones numeradas</a:t>
            </a:r>
          </a:p>
        </p:txBody>
      </p:sp>
      <p:sp>
        <p:nvSpPr>
          <p:cNvPr id="17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64B3170-17FA-40D0-97FC-4DACAB13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913722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2026-08-13T02:01:42.6040000Z</dcterms:created>
  <dcterms:modified xsi:type="dcterms:W3CDTF">2026-08-13T02:01:42.6040000Z</dcterms:modified>
</coreProperties>
</file>