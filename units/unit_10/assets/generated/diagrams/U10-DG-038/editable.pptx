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a45a4e732e4eab" /><Relationship Type="http://schemas.openxmlformats.org/officeDocument/2006/relationships/extended-properties" Target="/docProps/app.xml" Id="R0c0990a6c72145d9" /><Relationship Type="http://schemas.openxmlformats.org/officeDocument/2006/relationships/officeDocument" Target="/ppt/presentation.xml" Id="R63165fae0c714b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a00847327a46f5"/>
  </p:sldMasterIdLst>
  <p:notesMasterIdLst>
    <p:notesMasterId xmlns:r="http://schemas.openxmlformats.org/officeDocument/2006/relationships" r:id="Rdc2ea2d03e634651"/>
  </p:notesMasterIdLst>
  <p:sldIdLst>
    <p:sldId xmlns:r="http://schemas.openxmlformats.org/officeDocument/2006/relationships" id="256" r:id="R470705243fb741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213cb9081f4638" /><Relationship Type="http://schemas.openxmlformats.org/officeDocument/2006/relationships/slideMaster" Target="/ppt/slideMasters/slideMaster1.xml" Id="R1da00847327a46f5" /><Relationship Type="http://schemas.openxmlformats.org/officeDocument/2006/relationships/notesMaster" Target="/ppt/notesMasters/notesMaster1.xml" Id="Rdc2ea2d03e634651" /><Relationship Type="http://schemas.openxmlformats.org/officeDocument/2006/relationships/presProps" Target="/ppt/presProps.xml" Id="Rd278dcf87b644b46" /><Relationship Type="http://schemas.openxmlformats.org/officeDocument/2006/relationships/tableStyles" Target="/ppt/tableStyles.xml" Id="R46c75ca99fea42d2" /><Relationship Type="http://schemas.openxmlformats.org/officeDocument/2006/relationships/slide" Target="/ppt/slides/slide1.xml" Id="R470705243fb741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d305cd75664e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bf07e30ae74c79" /><Relationship Type="http://schemas.openxmlformats.org/officeDocument/2006/relationships/notesMaster" Target="/ppt/notesMasters/notesMaster1.xml" Id="R43b0573681fb41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575b5b9cd4f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6c2ceaeb9b487b" /><Relationship Type="http://schemas.openxmlformats.org/officeDocument/2006/relationships/slideLayout" Target="/ppt/slideLayouts/slideLayout1.xml" Id="R37609fae8e384f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609fae8e384f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5ef4ec31e4e44" /><Relationship Type="http://schemas.openxmlformats.org/officeDocument/2006/relationships/notesSlide" Target="/ppt/notesSlides/notesSlide1.xml" Id="Rf3423669afee47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1">
            <a:extLst xmlns:a="http://schemas.openxmlformats.org/drawingml/2006/main">
              <a:ext uri="{FF2B5EF4-FFF2-40B4-BE49-F238E27FC236}">
                <a16:creationId xmlns:a16="http://schemas.microsoft.com/office/drawing/2014/main" id="{55A06396-D958-42A5-A322-9AF1F1E6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F3430246-849C-497B-B0EE-1D39A216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AFF0BE09-AFD8-4EFB-84C1-C4E5762B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CB7677D-B93D-43F0-9007-200C4B20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Arquitectura audiométrica conceptual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CE615C65-3855-4107-8576-6D507BAB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6193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top_box">
            <a:extLst xmlns:a="http://schemas.openxmlformats.org/drawingml/2006/main">
              <a:ext uri="{FF2B5EF4-FFF2-40B4-BE49-F238E27FC236}">
                <a16:creationId xmlns:a16="http://schemas.microsoft.com/office/drawing/2014/main" id="{50716883-9EA0-4B7D-8F48-64D32639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ath_bottom_box">
            <a:extLst xmlns:a="http://schemas.openxmlformats.org/drawingml/2006/main">
              <a:ext uri="{FF2B5EF4-FFF2-40B4-BE49-F238E27FC236}">
                <a16:creationId xmlns:a16="http://schemas.microsoft.com/office/drawing/2014/main" id="{8D381977-BAE7-4F24-B246-BD0FC6D0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pace_box">
            <a:extLst xmlns:a="http://schemas.openxmlformats.org/drawingml/2006/main">
              <a:ext uri="{FF2B5EF4-FFF2-40B4-BE49-F238E27FC236}">
                <a16:creationId xmlns:a16="http://schemas.microsoft.com/office/drawing/2014/main" id="{958AF6B4-4B85-4ACD-89E6-CB1AA712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01271935-3E35-4F8D-B2E4-F9A159DA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22FBDA1D-AAAC-40E3-B2A2-FEE0FF64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595312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4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14700" y="1362075"/>
            <a:ext cx="2800350" cy="16859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00750" y="2024063"/>
            <a:ext cx="285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14700" y="3048000"/>
            <a:ext cx="2800350" cy="20193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3048000"/>
            <a:ext cx="28575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route_3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6775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ource_text">
            <a:extLst xmlns:a="http://schemas.openxmlformats.org/drawingml/2006/main">
              <a:ext uri="{FF2B5EF4-FFF2-40B4-BE49-F238E27FC236}">
                <a16:creationId xmlns:a16="http://schemas.microsoft.com/office/drawing/2014/main" id="{4D90E25A-6DF8-4598-9B81-80423E0B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21621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Oído evaluado</a:t>
            </a:r>
          </a:p>
        </p:txBody>
      </p:sp>
      <p:sp>
        <p:nvSpPr>
          <p:cNvPr id="17" name="path_top_text">
            <a:extLst xmlns:a="http://schemas.openxmlformats.org/drawingml/2006/main">
              <a:ext uri="{FF2B5EF4-FFF2-40B4-BE49-F238E27FC236}">
                <a16:creationId xmlns:a16="http://schemas.microsoft.com/office/drawing/2014/main" id="{226F2A7F-C2F5-4F1B-B18D-2D255F92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4782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Señal de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prueba</a:t>
            </a:r>
          </a:p>
        </p:txBody>
      </p:sp>
      <p:sp>
        <p:nvSpPr>
          <p:cNvPr id="18" name="path_bottom_text">
            <a:extLst xmlns:a="http://schemas.openxmlformats.org/drawingml/2006/main">
              <a:ext uri="{FF2B5EF4-FFF2-40B4-BE49-F238E27FC236}">
                <a16:creationId xmlns:a16="http://schemas.microsoft.com/office/drawing/2014/main" id="{EF6F579B-0EC0-4159-BA32-CFE88EB0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2907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Posible ruta</a:t>
            </a:r>
          </a:p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cruzada</a:t>
            </a:r>
          </a:p>
        </p:txBody>
      </p:sp>
      <p:sp>
        <p:nvSpPr>
          <p:cNvPr id="19" name="space_text">
            <a:extLst xmlns:a="http://schemas.openxmlformats.org/drawingml/2006/main">
              <a:ext uri="{FF2B5EF4-FFF2-40B4-BE49-F238E27FC236}">
                <a16:creationId xmlns:a16="http://schemas.microsoft.com/office/drawing/2014/main" id="{2CE1930C-8E3D-4DC6-8A46-561B8E8E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Oído no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evaluado</a:t>
            </a:r>
          </a:p>
        </p:txBody>
      </p:sp>
      <p:sp>
        <p:nvSpPr>
          <p:cNvPr id="20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030F5B78-92F0-4AAB-A88E-ECEB79AA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2700"/>
            <a:ext cx="2019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Enmascarante</a:t>
            </a:r>
          </a:p>
        </p:txBody>
      </p:sp>
      <p:sp>
        <p:nvSpPr>
          <p:cNvPr id="21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FCD9A5E7-5920-4B18-9F2A-79CEEA84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57825"/>
            <a:ext cx="5495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Respuesta controlada</a:t>
            </a:r>
          </a:p>
        </p:txBody>
      </p:sp>
      <p:sp>
        <p:nvSpPr>
          <p:cNvPr id="22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C46CBDB4-2A53-4D67-8708-AAD8B694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“señal de prueba”, “posible cruce”, “controla”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42E6FB38-CB5D-4140-80CC-74CA598A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577861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2026-08-13T02:01:42.9820000Z</dcterms:created>
  <dcterms:modified xsi:type="dcterms:W3CDTF">2026-08-13T02:01:42.9820000Z</dcterms:modified>
</coreProperties>
</file>