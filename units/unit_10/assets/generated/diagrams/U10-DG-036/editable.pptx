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5e6ed346c475a" /><Relationship Type="http://schemas.openxmlformats.org/officeDocument/2006/relationships/extended-properties" Target="/docProps/app.xml" Id="Rabac432d77a44a76" /><Relationship Type="http://schemas.openxmlformats.org/officeDocument/2006/relationships/officeDocument" Target="/ppt/presentation.xml" Id="Rba6a465d2240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80d35438f64da5"/>
  </p:sldMasterIdLst>
  <p:notesMasterIdLst>
    <p:notesMasterId xmlns:r="http://schemas.openxmlformats.org/officeDocument/2006/relationships" r:id="Re2b63186c6054992"/>
  </p:notesMasterIdLst>
  <p:sldIdLst>
    <p:sldId xmlns:r="http://schemas.openxmlformats.org/officeDocument/2006/relationships" id="256" r:id="R42e4ce20cc7948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4b987ac8b348f3" /><Relationship Type="http://schemas.openxmlformats.org/officeDocument/2006/relationships/slideMaster" Target="/ppt/slideMasters/slideMaster1.xml" Id="Rd880d35438f64da5" /><Relationship Type="http://schemas.openxmlformats.org/officeDocument/2006/relationships/notesMaster" Target="/ppt/notesMasters/notesMaster1.xml" Id="Re2b63186c6054992" /><Relationship Type="http://schemas.openxmlformats.org/officeDocument/2006/relationships/presProps" Target="/ppt/presProps.xml" Id="R140bb5e437184eff" /><Relationship Type="http://schemas.openxmlformats.org/officeDocument/2006/relationships/tableStyles" Target="/ppt/tableStyles.xml" Id="Rc8c5fb0c3f6c427c" /><Relationship Type="http://schemas.openxmlformats.org/officeDocument/2006/relationships/slide" Target="/ppt/slides/slide1.xml" Id="R42e4ce20cc79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f467f394aa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91d166d43c4759" /><Relationship Type="http://schemas.openxmlformats.org/officeDocument/2006/relationships/notesMaster" Target="/ppt/notesMasters/notesMaster1.xml" Id="Rbec0f4a064c347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ad0b02f1847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60b35e9e3416b" /><Relationship Type="http://schemas.openxmlformats.org/officeDocument/2006/relationships/slideLayout" Target="/ppt/slideLayouts/slideLayout1.xml" Id="Rd5a9af3de0ca46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a9af3de0ca46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6df05e7364cc7" /><Relationship Type="http://schemas.openxmlformats.org/officeDocument/2006/relationships/notesSlide" Target="/ppt/notesSlides/notesSlide1.xml" Id="R9ee60e6cc34149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B30F1921-3776-401D-800D-1BE416C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D8A83A0B-1EA2-43F4-BA74-CEF2D8FF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CCF693DD-FE3E-4DED-A18C-56570C56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23B71B5-782F-4977-8808-8283F3D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Puente físico-perceptual al masking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F5E7A86C-BFC2-494E-B850-6CCB17A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4E3713A1-A706-4F4B-B9B2-D0AEF623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01F6E7D4-1D97-428B-8791-BD328928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00D982D1-9286-4EA1-B173-2016D55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9F112DE2-7E88-4F2C-AE83-15699007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03A4CAEB-1A02-4936-B526-5D13F744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Ruido externo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73FDD810-FE62-4DF1-A7C5-65DBFAD3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Representación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interna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0A960397-9070-45BE-957A-C742949B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Señal objetivo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A7167D3F-9B36-4490-8820-C74B89E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Competencia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F1812977-E4CF-40C1-A876-7E14D1E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Detectabilidad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CB301B0A-6845-46F8-97BE-35DFE54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“eleva competencia”, “reduce detectabilidad”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02629D8-A36D-4A05-BD26-1BA98754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722342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2026-08-13T02:01:42.1930000Z</dcterms:created>
  <dcterms:modified xsi:type="dcterms:W3CDTF">2026-08-13T02:01:42.1930000Z</dcterms:modified>
</coreProperties>
</file>