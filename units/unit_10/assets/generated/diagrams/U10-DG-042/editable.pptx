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68680c008649f8" /><Relationship Type="http://schemas.openxmlformats.org/officeDocument/2006/relationships/extended-properties" Target="/docProps/app.xml" Id="R5411e68294a946fb" /><Relationship Type="http://schemas.openxmlformats.org/officeDocument/2006/relationships/officeDocument" Target="/ppt/presentation.xml" Id="R478c9ff8dbc4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9e0bd91a54abf"/>
  </p:sldMasterIdLst>
  <p:notesMasterIdLst>
    <p:notesMasterId xmlns:r="http://schemas.openxmlformats.org/officeDocument/2006/relationships" r:id="R2e74b8cbbb9d422e"/>
  </p:notesMasterIdLst>
  <p:sldIdLst>
    <p:sldId xmlns:r="http://schemas.openxmlformats.org/officeDocument/2006/relationships" id="256" r:id="R0730709f8aa541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d7418b7934682" /><Relationship Type="http://schemas.openxmlformats.org/officeDocument/2006/relationships/slideMaster" Target="/ppt/slideMasters/slideMaster1.xml" Id="Rf6c9e0bd91a54abf" /><Relationship Type="http://schemas.openxmlformats.org/officeDocument/2006/relationships/notesMaster" Target="/ppt/notesMasters/notesMaster1.xml" Id="R2e74b8cbbb9d422e" /><Relationship Type="http://schemas.openxmlformats.org/officeDocument/2006/relationships/presProps" Target="/ppt/presProps.xml" Id="R368ef6b498124b6e" /><Relationship Type="http://schemas.openxmlformats.org/officeDocument/2006/relationships/tableStyles" Target="/ppt/tableStyles.xml" Id="Rd2d7bc06d75f4f17" /><Relationship Type="http://schemas.openxmlformats.org/officeDocument/2006/relationships/slide" Target="/ppt/slides/slide1.xml" Id="R0730709f8aa541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50e30c8464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a99727dda4341" /><Relationship Type="http://schemas.openxmlformats.org/officeDocument/2006/relationships/notesMaster" Target="/ppt/notesMasters/notesMaster1.xml" Id="R6a1c2ba9c305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c0523353c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9296501cb9468c" /><Relationship Type="http://schemas.openxmlformats.org/officeDocument/2006/relationships/slideLayout" Target="/ppt/slideLayouts/slideLayout1.xml" Id="R79df66d87f184a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df66d87f184a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e326694564b3f" /><Relationship Type="http://schemas.openxmlformats.org/officeDocument/2006/relationships/notesSlide" Target="/ppt/notesSlides/notesSlide1.xml" Id="R4c5faaef06bd44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75C274CB-F922-44EA-B3EE-0BB3119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ABE28642-CC89-4748-80D3-1B5C971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388E3456-4979-48D9-BF56-6515D77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A6624DA-D6A5-476C-866E-F056DA2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Tres planos de análisis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D2CE35D6-AA31-4208-9CEC-05FC308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356C077B-509B-4E4C-80D9-D996941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148D4022-6CE1-426C-AB5C-07283CED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22905C89-FDE0-41CA-846B-E951A8BA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C10090EB-13B5-45FC-8AC8-F79476A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Exposición · medición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física</a:t>
            </a:r>
          </a:p>
        </p:txBody>
      </p:sp>
      <p:sp>
        <p:nvSpPr>
          <p:cNvPr id="10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48C779E1-DC4C-4B7E-9F9B-DF76A61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 funcional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prueba</a:t>
            </a:r>
          </a:p>
        </p:txBody>
      </p:sp>
      <p:sp>
        <p:nvSpPr>
          <p:cNvPr id="11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EFB1B541-C612-4517-93EB-084BA5B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Salud / diagnóstico ·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evaluación</a:t>
            </a:r>
          </a:p>
        </p:txBody>
      </p:sp>
      <p:sp>
        <p:nvSpPr>
          <p:cNvPr id="12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E67A42B2-BE69-49A3-928F-B02B33E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Una medición informa; no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determina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CBE665E9-55FD-4A1F-B8D1-95A9D60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“informa”, no “determina”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724D8C7-BF5E-42AF-9C5C-346A7B70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84202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2026-08-13T02:01:44.8350000Z</dcterms:created>
  <dcterms:modified xsi:type="dcterms:W3CDTF">2026-08-13T02:01:44.8350000Z</dcterms:modified>
</coreProperties>
</file>