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abd666d5da41af" /><Relationship Type="http://schemas.openxmlformats.org/officeDocument/2006/relationships/extended-properties" Target="/docProps/app.xml" Id="Rbd67b055b6c344ae" /><Relationship Type="http://schemas.openxmlformats.org/officeDocument/2006/relationships/officeDocument" Target="/ppt/presentation.xml" Id="Re098a42e72de45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f416764e8f4295"/>
  </p:sldMasterIdLst>
  <p:notesMasterIdLst>
    <p:notesMasterId xmlns:r="http://schemas.openxmlformats.org/officeDocument/2006/relationships" r:id="Rbe956eba75e74997"/>
  </p:notesMasterIdLst>
  <p:sldIdLst>
    <p:sldId xmlns:r="http://schemas.openxmlformats.org/officeDocument/2006/relationships" id="256" r:id="R4e840c02407249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7b5eeb4750415a" /><Relationship Type="http://schemas.openxmlformats.org/officeDocument/2006/relationships/slideMaster" Target="/ppt/slideMasters/slideMaster1.xml" Id="R5cf416764e8f4295" /><Relationship Type="http://schemas.openxmlformats.org/officeDocument/2006/relationships/notesMaster" Target="/ppt/notesMasters/notesMaster1.xml" Id="Rbe956eba75e74997" /><Relationship Type="http://schemas.openxmlformats.org/officeDocument/2006/relationships/presProps" Target="/ppt/presProps.xml" Id="Rd5a57c2ee4a74e48" /><Relationship Type="http://schemas.openxmlformats.org/officeDocument/2006/relationships/tableStyles" Target="/ppt/tableStyles.xml" Id="R001709c317bc4a52" /><Relationship Type="http://schemas.openxmlformats.org/officeDocument/2006/relationships/slide" Target="/ppt/slides/slide1.xml" Id="R4e840c02407249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93325bcfd043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7facc3a40b4c99" /><Relationship Type="http://schemas.openxmlformats.org/officeDocument/2006/relationships/notesMaster" Target="/ppt/notesMasters/notesMaster1.xml" Id="Rf490e274f3d548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811c8d8f341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4f3ea05c3c4a4b" /><Relationship Type="http://schemas.openxmlformats.org/officeDocument/2006/relationships/slideLayout" Target="/ppt/slideLayouts/slideLayout1.xml" Id="R63bf7eb2aa474c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bf7eb2aa474c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664a527094e18" /><Relationship Type="http://schemas.openxmlformats.org/officeDocument/2006/relationships/notesSlide" Target="/ppt/notesSlides/notesSlide1.xml" Id="R96e77eed39e042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1">
            <a:extLst xmlns:a="http://schemas.openxmlformats.org/drawingml/2006/main">
              <a:ext uri="{FF2B5EF4-FFF2-40B4-BE49-F238E27FC236}">
                <a16:creationId xmlns:a16="http://schemas.microsoft.com/office/drawing/2014/main" id="{4A2AD600-4411-469A-AB07-6E3C10D4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0EAD3E56-2F38-4280-A68A-1771A108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1E2B92D4-191C-407E-A5AE-23014C58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006FB6E-4841-4E8C-BDC9-6000AAB5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Cadena medir–interpretar–controlar–verificar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ACB99B7E-91C1-4F03-A205-95977EFB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12178B56-C464-4D8C-941C-E509AF33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382E8C8D-CDE6-4CD5-8129-C3CF005E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87C8BD3C-3EBF-4790-B762-5EF6F657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C8BE093A-1837-4C2B-BDD4-0F10ED5C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step_6_box">
            <a:extLst xmlns:a="http://schemas.openxmlformats.org/drawingml/2006/main">
              <a:ext uri="{FF2B5EF4-FFF2-40B4-BE49-F238E27FC236}">
                <a16:creationId xmlns:a16="http://schemas.microsoft.com/office/drawing/2014/main" id="{430D3536-9855-4086-921B-6C6D0BFE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4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flow_5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61950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tep_1_text">
            <a:extLst xmlns:a="http://schemas.openxmlformats.org/drawingml/2006/main">
              <a:ext uri="{FF2B5EF4-FFF2-40B4-BE49-F238E27FC236}">
                <a16:creationId xmlns:a16="http://schemas.microsoft.com/office/drawing/2014/main" id="{540B0230-33C0-48CC-A372-5F34314A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Definir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propósito</a:t>
            </a:r>
          </a:p>
        </p:txBody>
      </p:sp>
      <p:sp>
        <p:nvSpPr>
          <p:cNvPr id="17" name="step_2_text">
            <a:extLst xmlns:a="http://schemas.openxmlformats.org/drawingml/2006/main">
              <a:ext uri="{FF2B5EF4-FFF2-40B4-BE49-F238E27FC236}">
                <a16:creationId xmlns:a16="http://schemas.microsoft.com/office/drawing/2014/main" id="{DD7B4B59-04E4-465C-B647-A3D218D2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Configurar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medición</a:t>
            </a:r>
          </a:p>
        </p:txBody>
      </p:sp>
      <p:sp>
        <p:nvSpPr>
          <p:cNvPr id="18" name="step_3_text">
            <a:extLst xmlns:a="http://schemas.openxmlformats.org/drawingml/2006/main">
              <a:ext uri="{FF2B5EF4-FFF2-40B4-BE49-F238E27FC236}">
                <a16:creationId xmlns:a16="http://schemas.microsoft.com/office/drawing/2014/main" id="{2618A505-896C-4B91-B4ED-FE605426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Obtener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dato</a:t>
            </a:r>
          </a:p>
        </p:txBody>
      </p:sp>
      <p:sp>
        <p:nvSpPr>
          <p:cNvPr id="19" name="step_4_text">
            <a:extLst xmlns:a="http://schemas.openxmlformats.org/drawingml/2006/main">
              <a:ext uri="{FF2B5EF4-FFF2-40B4-BE49-F238E27FC236}">
                <a16:creationId xmlns:a16="http://schemas.microsoft.com/office/drawing/2014/main" id="{F128447D-0CA0-473E-9DED-E211EB57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Interpretar</a:t>
            </a:r>
          </a:p>
        </p:txBody>
      </p:sp>
      <p:sp>
        <p:nvSpPr>
          <p:cNvPr id="20" name="step_5_text">
            <a:extLst xmlns:a="http://schemas.openxmlformats.org/drawingml/2006/main">
              <a:ext uri="{FF2B5EF4-FFF2-40B4-BE49-F238E27FC236}">
                <a16:creationId xmlns:a16="http://schemas.microsoft.com/office/drawing/2014/main" id="{78EF2B20-9F53-4796-A6B6-D241CE41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 Actuar</a:t>
            </a:r>
          </a:p>
        </p:txBody>
      </p:sp>
      <p:sp>
        <p:nvSpPr>
          <p:cNvPr id="21" name="step_6_text">
            <a:extLst xmlns:a="http://schemas.openxmlformats.org/drawingml/2006/main">
              <a:ext uri="{FF2B5EF4-FFF2-40B4-BE49-F238E27FC236}">
                <a16:creationId xmlns:a16="http://schemas.microsoft.com/office/drawing/2014/main" id="{63D980EF-3C09-4B57-BC11-610FE6E0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6 · Verificar</a:t>
            </a:r>
          </a:p>
        </p:txBody>
      </p:sp>
      <p:sp>
        <p:nvSpPr>
          <p:cNvPr id="22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44BE862B-D3AA-4FAE-9039-B55EDE5A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Verbos en flechas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EF56E24-4DE0-4A00-8F6C-B3A2A2AB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864559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2026-08-13T02:01:47.8220000Z</dcterms:created>
  <dcterms:modified xsi:type="dcterms:W3CDTF">2026-08-13T02:01:47.8220000Z</dcterms:modified>
</coreProperties>
</file>