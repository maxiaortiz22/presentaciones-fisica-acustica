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453cd5285f42b4" /><Relationship Type="http://schemas.openxmlformats.org/officeDocument/2006/relationships/extended-properties" Target="/docProps/app.xml" Id="Rbf2206a16f28486f" /><Relationship Type="http://schemas.openxmlformats.org/officeDocument/2006/relationships/officeDocument" Target="/ppt/presentation.xml" Id="Rda4cf6e55a834b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807e3c014e4d76"/>
  </p:sldMasterIdLst>
  <p:notesMasterIdLst>
    <p:notesMasterId xmlns:r="http://schemas.openxmlformats.org/officeDocument/2006/relationships" r:id="R1e50ffac26e14070"/>
  </p:notesMasterIdLst>
  <p:sldIdLst>
    <p:sldId xmlns:r="http://schemas.openxmlformats.org/officeDocument/2006/relationships" id="256" r:id="R878f4a301dd34f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e1e6bba6b4e34" /><Relationship Type="http://schemas.openxmlformats.org/officeDocument/2006/relationships/slideMaster" Target="/ppt/slideMasters/slideMaster1.xml" Id="Raf807e3c014e4d76" /><Relationship Type="http://schemas.openxmlformats.org/officeDocument/2006/relationships/notesMaster" Target="/ppt/notesMasters/notesMaster1.xml" Id="R1e50ffac26e14070" /><Relationship Type="http://schemas.openxmlformats.org/officeDocument/2006/relationships/presProps" Target="/ppt/presProps.xml" Id="R1c582592c2ed4899" /><Relationship Type="http://schemas.openxmlformats.org/officeDocument/2006/relationships/tableStyles" Target="/ppt/tableStyles.xml" Id="R3892002547e9491b" /><Relationship Type="http://schemas.openxmlformats.org/officeDocument/2006/relationships/slide" Target="/ppt/slides/slide1.xml" Id="R878f4a301dd34f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2a6a6734ac49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0fd7d6640c4593" /><Relationship Type="http://schemas.openxmlformats.org/officeDocument/2006/relationships/notesMaster" Target="/ppt/notesMasters/notesMaster1.xml" Id="R467ca615f29f4a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7860fc81c4a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fa958d83b540e7" /><Relationship Type="http://schemas.openxmlformats.org/officeDocument/2006/relationships/slideLayout" Target="/ppt/slideLayouts/slideLayout1.xml" Id="Rad1175a715f443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1175a715f443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fcc94f7a04bc9" /><Relationship Type="http://schemas.openxmlformats.org/officeDocument/2006/relationships/notesSlide" Target="/ppt/notesSlides/notesSlide1.xml" Id="Rdbb05e60c3da47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C5682733-AD7A-413F-8399-8FE217F2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46B4ECF7-3F98-4E05-9829-DF44E136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A1931FC7-2236-4EC8-AE09-3FE86DAD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4D81E19-4BE9-47DA-8F99-6611F94D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Árbol para elegir señal de prueba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3C8282C8-3005-4EA5-9A2B-AF06AAA2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B35ED5A1-011A-44C9-8791-F33BE37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D5341209-8449-4707-8155-02D0A193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D66586EF-813E-4A5E-B670-03480302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A26044FB-9DCC-4905-9A13-6982A066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E2B8549E-FDE4-497A-832A-BC256F1F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¿Cuál es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el objetivo?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6A7EAEED-023C-489F-A025-33E0ADEC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¿Qué región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espectral?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B1896614-CA81-473C-98F8-4E3281E4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¿Qué ancho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de banda?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6227BB37-A237-4389-A7E4-021223E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Elegir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tipo de señal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8E7DC6D0-3B38-4DA4-A4BE-48DD9E21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Nivel +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calibración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AF66599B-A584-4FE7-B9B6-0133846C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Preguntas en conectores de 1–3 palabras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1BF6CC2-2F35-41E0-B269-C893252E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30398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2026-08-13T02:01:38.0930000Z</dcterms:created>
  <dcterms:modified xsi:type="dcterms:W3CDTF">2026-08-13T02:01:38.0930000Z</dcterms:modified>
</coreProperties>
</file>