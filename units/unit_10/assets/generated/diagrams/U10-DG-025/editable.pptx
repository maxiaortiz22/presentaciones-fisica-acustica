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d5cffd80348cd" /><Relationship Type="http://schemas.openxmlformats.org/officeDocument/2006/relationships/extended-properties" Target="/docProps/app.xml" Id="R3ac5ed1903f443e7" /><Relationship Type="http://schemas.openxmlformats.org/officeDocument/2006/relationships/officeDocument" Target="/ppt/presentation.xml" Id="Ra2c9ccdd62944f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9cf84e7d6a4f80"/>
  </p:sldMasterIdLst>
  <p:notesMasterIdLst>
    <p:notesMasterId xmlns:r="http://schemas.openxmlformats.org/officeDocument/2006/relationships" r:id="Rf50fb5bfbb654b5a"/>
  </p:notesMasterIdLst>
  <p:sldIdLst>
    <p:sldId xmlns:r="http://schemas.openxmlformats.org/officeDocument/2006/relationships" id="256" r:id="R5bceb72f3b1f45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1988da1a124aef" /><Relationship Type="http://schemas.openxmlformats.org/officeDocument/2006/relationships/slideMaster" Target="/ppt/slideMasters/slideMaster1.xml" Id="R229cf84e7d6a4f80" /><Relationship Type="http://schemas.openxmlformats.org/officeDocument/2006/relationships/notesMaster" Target="/ppt/notesMasters/notesMaster1.xml" Id="Rf50fb5bfbb654b5a" /><Relationship Type="http://schemas.openxmlformats.org/officeDocument/2006/relationships/presProps" Target="/ppt/presProps.xml" Id="R34fd2b3fd0434919" /><Relationship Type="http://schemas.openxmlformats.org/officeDocument/2006/relationships/tableStyles" Target="/ppt/tableStyles.xml" Id="R97bce50d34d84272" /><Relationship Type="http://schemas.openxmlformats.org/officeDocument/2006/relationships/slide" Target="/ppt/slides/slide1.xml" Id="R5bceb72f3b1f45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0cf44f883845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5867fa71d34b34" /><Relationship Type="http://schemas.openxmlformats.org/officeDocument/2006/relationships/notesMaster" Target="/ppt/notesMasters/notesMaster1.xml" Id="R8340166969e04e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b2e3bbb3942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0d02ffd0f4c1a" /><Relationship Type="http://schemas.openxmlformats.org/officeDocument/2006/relationships/slideLayout" Target="/ppt/slideLayouts/slideLayout1.xml" Id="R5632d963dd6b49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2d963dd6b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f3cf63c9e44ba" /><Relationship Type="http://schemas.openxmlformats.org/officeDocument/2006/relationships/notesSlide" Target="/ppt/notesSlides/notesSlide1.xml" Id="R3099ccd4db414f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60512A30-6EC2-41CB-BA3D-6AB03183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87B0056B-F711-4C84-954F-D26BE408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6310578D-09BD-4AA3-B5D9-FFC4D041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0FBFBF2-2CD6-4327-8DCD-661F0F79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Parámetros de NBN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DDC06B2D-EF47-46AF-953D-9A4B2D7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449ED0ED-142D-4D0E-9CBD-49E0089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285E2809-241C-49C4-BCE1-C22136C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9127EA8B-6A50-49FF-AD31-F61FE79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06D69F8B-9772-4781-849D-29CF8C65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4F843E32-4ECB-4FA6-934D-386FB489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B = fₕ − fₗ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F384A223-F90E-43A0-983C-CD55CF4E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fₗ: límite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inferior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2B245708-E7B1-4E0F-882A-D7AFFD7D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f꜀: centro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declarado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025A3187-D56F-462B-8E2F-E6BE168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fₕ: límite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superior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EB3E2B10-45B4-47FB-A784-EF5D0A5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B = fₕ − fₗ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29E9E198-5D8E-486B-A0BF-8B752AEF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Callouts sin cruces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8A21491-83F3-440A-849A-313E3D2C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00685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2026-08-13T02:01:37.6870000Z</dcterms:created>
  <dcterms:modified xsi:type="dcterms:W3CDTF">2026-08-13T02:01:37.6870000Z</dcterms:modified>
</coreProperties>
</file>