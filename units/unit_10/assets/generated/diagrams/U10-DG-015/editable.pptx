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94c687c1494dc8" /><Relationship Type="http://schemas.openxmlformats.org/officeDocument/2006/relationships/extended-properties" Target="/docProps/app.xml" Id="R546fb2779f0c489b" /><Relationship Type="http://schemas.openxmlformats.org/officeDocument/2006/relationships/officeDocument" Target="/ppt/presentation.xml" Id="R2920404a08ad4f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7db6cab15443b"/>
  </p:sldMasterIdLst>
  <p:notesMasterIdLst>
    <p:notesMasterId xmlns:r="http://schemas.openxmlformats.org/officeDocument/2006/relationships" r:id="Rb8fad19be5d3451a"/>
  </p:notesMasterIdLst>
  <p:sldIdLst>
    <p:sldId xmlns:r="http://schemas.openxmlformats.org/officeDocument/2006/relationships" id="256" r:id="R31957d5ec47749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bbe79155e54a08" /><Relationship Type="http://schemas.openxmlformats.org/officeDocument/2006/relationships/slideMaster" Target="/ppt/slideMasters/slideMaster1.xml" Id="R58f7db6cab15443b" /><Relationship Type="http://schemas.openxmlformats.org/officeDocument/2006/relationships/notesMaster" Target="/ppt/notesMasters/notesMaster1.xml" Id="Rb8fad19be5d3451a" /><Relationship Type="http://schemas.openxmlformats.org/officeDocument/2006/relationships/presProps" Target="/ppt/presProps.xml" Id="R91a7bac2701748d8" /><Relationship Type="http://schemas.openxmlformats.org/officeDocument/2006/relationships/tableStyles" Target="/ppt/tableStyles.xml" Id="R0a423eefe24246ab" /><Relationship Type="http://schemas.openxmlformats.org/officeDocument/2006/relationships/slide" Target="/ppt/slides/slide1.xml" Id="R31957d5ec47749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4e4f5b2fb4e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b05a015594eef" /><Relationship Type="http://schemas.openxmlformats.org/officeDocument/2006/relationships/notesMaster" Target="/ppt/notesMasters/notesMaster1.xml" Id="R2bf2c63e397549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1658f077047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d5371496954aad" /><Relationship Type="http://schemas.openxmlformats.org/officeDocument/2006/relationships/slideLayout" Target="/ppt/slideLayouts/slideLayout1.xml" Id="R32475ea45498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75ea45498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394d62f66414f" /><Relationship Type="http://schemas.openxmlformats.org/officeDocument/2006/relationships/notesSlide" Target="/ppt/notesSlides/notesSlide1.xml" Id="Re44445246d0641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07C42347-95D3-4798-9960-C570BB9D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B41BA27A-186C-4F19-9217-0D91102E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3E46FA0D-C7DA-42F0-9297-9833C4B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1087AAF-4D06-4029-8C4A-FB877B7B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Varianza frente a RMS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D30B07B5-B741-4978-B37A-2568A5F7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01296655-BB23-4A27-B780-34EE0C79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DC24C63A-E8CB-45A1-932D-D3D9A60E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97863EBA-F8EE-4815-8314-1F7D5713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F24D8061-A2B8-4384-ACB0-9258DD1C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E02F9B81-3D6F-487E-91C0-C40ADB0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σₚ² = (1/N) Σᵢ₌₁ᴺ</a:t>
            </a:r>
          </a:p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(pᵢ − p̄)²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07C3C308-A64E-44EC-A29E-6B0B291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p̄: centro de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referencia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8945FB4D-7BEF-4EE5-A78C-4303E8E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pᵢ−p̄: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desviación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EEF916F6-5783-47C4-BA26-CB58D311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Cuadrar evita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cancelación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B6712B33-BF99-4327-A498-E7D04F7B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σₚ² en Pa²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5EA508C3-0BCF-497C-A75D-C8928F3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Secuencia con etiqueta breve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2478108-11D3-444C-B45B-97E2E723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377829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2026-08-13T02:01:33.3060000Z</dcterms:created>
  <dcterms:modified xsi:type="dcterms:W3CDTF">2026-08-13T02:01:33.3060000Z</dcterms:modified>
</coreProperties>
</file>