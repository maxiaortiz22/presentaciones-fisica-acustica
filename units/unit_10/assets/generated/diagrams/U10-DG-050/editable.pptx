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85e2770be647eb" /><Relationship Type="http://schemas.openxmlformats.org/officeDocument/2006/relationships/extended-properties" Target="/docProps/app.xml" Id="R28f911ad29bd4b51" /><Relationship Type="http://schemas.openxmlformats.org/officeDocument/2006/relationships/officeDocument" Target="/ppt/presentation.xml" Id="R84883c5eecd44b0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c14e3861b04262"/>
  </p:sldMasterIdLst>
  <p:notesMasterIdLst>
    <p:notesMasterId xmlns:r="http://schemas.openxmlformats.org/officeDocument/2006/relationships" r:id="R4293c3a6588f4b0e"/>
  </p:notesMasterIdLst>
  <p:sldIdLst>
    <p:sldId xmlns:r="http://schemas.openxmlformats.org/officeDocument/2006/relationships" id="256" r:id="R5f55b66c2d864ce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5be7f22fbc412b" /><Relationship Type="http://schemas.openxmlformats.org/officeDocument/2006/relationships/slideMaster" Target="/ppt/slideMasters/slideMaster1.xml" Id="R9bc14e3861b04262" /><Relationship Type="http://schemas.openxmlformats.org/officeDocument/2006/relationships/notesMaster" Target="/ppt/notesMasters/notesMaster1.xml" Id="R4293c3a6588f4b0e" /><Relationship Type="http://schemas.openxmlformats.org/officeDocument/2006/relationships/presProps" Target="/ppt/presProps.xml" Id="Rdc93183df7c446d8" /><Relationship Type="http://schemas.openxmlformats.org/officeDocument/2006/relationships/tableStyles" Target="/ppt/tableStyles.xml" Id="Rd0baff9703464a87" /><Relationship Type="http://schemas.openxmlformats.org/officeDocument/2006/relationships/slide" Target="/ppt/slides/slide1.xml" Id="R5f55b66c2d864ce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23bb15f35c48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22d36c3cf1413f" /><Relationship Type="http://schemas.openxmlformats.org/officeDocument/2006/relationships/notesMaster" Target="/ppt/notesMasters/notesMaster1.xml" Id="R85d67b3bd9b54a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ed6de63827431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a71ed495b2461d" /><Relationship Type="http://schemas.openxmlformats.org/officeDocument/2006/relationships/slideLayout" Target="/ppt/slideLayouts/slideLayout1.xml" Id="Rd2f3bdfcf11a4e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f3bdfcf11a4e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6d6a8b147f4a50" /><Relationship Type="http://schemas.openxmlformats.org/officeDocument/2006/relationships/notesSlide" Target="/ppt/notesSlides/notesSlide1.xml" Id="R98a7b281b88142e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op_rule_1">
            <a:extLst xmlns:a="http://schemas.openxmlformats.org/drawingml/2006/main">
              <a:ext uri="{FF2B5EF4-FFF2-40B4-BE49-F238E27FC236}">
                <a16:creationId xmlns:a16="http://schemas.microsoft.com/office/drawing/2014/main" id="{628B21F3-B0AD-41FB-9E57-A165CA467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2">
            <a:extLst xmlns:a="http://schemas.openxmlformats.org/drawingml/2006/main">
              <a:ext uri="{FF2B5EF4-FFF2-40B4-BE49-F238E27FC236}">
                <a16:creationId xmlns:a16="http://schemas.microsoft.com/office/drawing/2014/main" id="{E4CC7CB5-6B14-4BE6-8791-5073368BE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3">
            <a:extLst xmlns:a="http://schemas.openxmlformats.org/drawingml/2006/main">
              <a:ext uri="{FF2B5EF4-FFF2-40B4-BE49-F238E27FC236}">
                <a16:creationId xmlns:a16="http://schemas.microsoft.com/office/drawing/2014/main" id="{AA2FC76D-BC44-4B52-A9A1-CD21BA231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A36BA177-5A57-456C-83FA-40B9B265A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Base del caso integrador</a:t>
            </a:r>
          </a:p>
        </p:txBody>
      </p:sp>
      <p:sp>
        <p:nvSpPr>
          <p:cNvPr id="5" name="source_box">
            <a:extLst xmlns:a="http://schemas.openxmlformats.org/drawingml/2006/main">
              <a:ext uri="{FF2B5EF4-FFF2-40B4-BE49-F238E27FC236}">
                <a16:creationId xmlns:a16="http://schemas.microsoft.com/office/drawing/2014/main" id="{C3D4C31B-676F-44EB-B28C-EA8C789C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81250"/>
            <a:ext cx="2619375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path_top_box">
            <a:extLst xmlns:a="http://schemas.openxmlformats.org/drawingml/2006/main">
              <a:ext uri="{FF2B5EF4-FFF2-40B4-BE49-F238E27FC236}">
                <a16:creationId xmlns:a16="http://schemas.microsoft.com/office/drawing/2014/main" id="{969C2734-8DD5-4806-B5E9-328D420B8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476375"/>
            <a:ext cx="2571750" cy="1095375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7" name="path_bottom_box">
            <a:extLst xmlns:a="http://schemas.openxmlformats.org/drawingml/2006/main">
              <a:ext uri="{FF2B5EF4-FFF2-40B4-BE49-F238E27FC236}">
                <a16:creationId xmlns:a16="http://schemas.microsoft.com/office/drawing/2014/main" id="{43A16198-6257-410A-9885-D797EB69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57625"/>
            <a:ext cx="2571750" cy="1095375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8" name="space_box">
            <a:extLst xmlns:a="http://schemas.openxmlformats.org/drawingml/2006/main">
              <a:ext uri="{FF2B5EF4-FFF2-40B4-BE49-F238E27FC236}">
                <a16:creationId xmlns:a16="http://schemas.microsoft.com/office/drawing/2014/main" id="{10760521-00D6-4456-8DF4-8E9A6CBAF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81250"/>
            <a:ext cx="2381250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9" name="receiver_box">
            <a:extLst xmlns:a="http://schemas.openxmlformats.org/drawingml/2006/main">
              <a:ext uri="{FF2B5EF4-FFF2-40B4-BE49-F238E27FC236}">
                <a16:creationId xmlns:a16="http://schemas.microsoft.com/office/drawing/2014/main" id="{7F84D0C3-05E0-4CA4-B40F-01CB80F07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381250"/>
            <a:ext cx="2476500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0" name="condition_box">
            <a:extLst xmlns:a="http://schemas.openxmlformats.org/drawingml/2006/main">
              <a:ext uri="{FF2B5EF4-FFF2-40B4-BE49-F238E27FC236}">
                <a16:creationId xmlns:a16="http://schemas.microsoft.com/office/drawing/2014/main" id="{578B6BC4-084C-4FCC-8652-C4AD9781D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286375"/>
            <a:ext cx="5953125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cxnSp>
        <p:nvCxnSpPr>
          <p:cNvPr id="34" name="route_1a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314700" y="1362075"/>
            <a:ext cx="2800350" cy="1685925"/>
          </a:xfrm>
          <a:prstGeom xmlns:a="http://schemas.openxmlformats.org/drawingml/2006/main" prst="bentConnector4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5" name="route_1b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000750" y="2024063"/>
            <a:ext cx="285750" cy="10239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6" name="route_2a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314700" y="3048000"/>
            <a:ext cx="2800350" cy="2019300"/>
          </a:xfrm>
          <a:prstGeom xmlns:a="http://schemas.openxmlformats.org/drawingml/2006/main" prst="bentConnector4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7" name="route_2b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6000750" y="3048000"/>
            <a:ext cx="285750" cy="1357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8" name="route_3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667750" y="30480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source_text">
            <a:extLst xmlns:a="http://schemas.openxmlformats.org/drawingml/2006/main">
              <a:ext uri="{FF2B5EF4-FFF2-40B4-BE49-F238E27FC236}">
                <a16:creationId xmlns:a16="http://schemas.microsoft.com/office/drawing/2014/main" id="{A5E2C8BB-1FF8-4DE2-8377-623DF65D0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552700"/>
            <a:ext cx="21621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F7E83"/>
                </a:solidFill>
              </a:defRPr>
            </a:pPr>
            <a:r>
              <a:rPr sz="2250" b="1">
                <a:solidFill>
                  <a:srgbClr val="2F7E83"/>
                </a:solidFill>
              </a:rPr>
              <a:t>Avenida</a:t>
            </a:r>
          </a:p>
        </p:txBody>
      </p:sp>
      <p:sp>
        <p:nvSpPr>
          <p:cNvPr id="17" name="path_top_text">
            <a:extLst xmlns:a="http://schemas.openxmlformats.org/drawingml/2006/main">
              <a:ext uri="{FF2B5EF4-FFF2-40B4-BE49-F238E27FC236}">
                <a16:creationId xmlns:a16="http://schemas.microsoft.com/office/drawing/2014/main" id="{E199E735-564A-4C38-A13F-E18F0C76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647825"/>
            <a:ext cx="211455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HVAC</a:t>
            </a:r>
          </a:p>
        </p:txBody>
      </p:sp>
      <p:sp>
        <p:nvSpPr>
          <p:cNvPr id="18" name="path_bottom_text">
            <a:extLst xmlns:a="http://schemas.openxmlformats.org/drawingml/2006/main">
              <a:ext uri="{FF2B5EF4-FFF2-40B4-BE49-F238E27FC236}">
                <a16:creationId xmlns:a16="http://schemas.microsoft.com/office/drawing/2014/main" id="{F2664A3F-A7F3-4E9A-9B4C-C9A73356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029075"/>
            <a:ext cx="211455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D1434"/>
                </a:solidFill>
              </a:defRPr>
            </a:pPr>
            <a:r>
              <a:rPr sz="2250" b="1">
                <a:solidFill>
                  <a:srgbClr val="4D1434"/>
                </a:solidFill>
              </a:rPr>
              <a:t>Puerta</a:t>
            </a:r>
          </a:p>
        </p:txBody>
      </p:sp>
      <p:sp>
        <p:nvSpPr>
          <p:cNvPr id="19" name="space_text">
            <a:extLst xmlns:a="http://schemas.openxmlformats.org/drawingml/2006/main">
              <a:ext uri="{FF2B5EF4-FFF2-40B4-BE49-F238E27FC236}">
                <a16:creationId xmlns:a16="http://schemas.microsoft.com/office/drawing/2014/main" id="{EA85ADD5-CB63-4299-BA39-E1AF39A9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52700"/>
            <a:ext cx="1924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Consultorio</a:t>
            </a:r>
          </a:p>
        </p:txBody>
      </p:sp>
      <p:sp>
        <p:nvSpPr>
          <p:cNvPr id="20" name="receiver_text">
            <a:extLst xmlns:a="http://schemas.openxmlformats.org/drawingml/2006/main">
              <a:ext uri="{FF2B5EF4-FFF2-40B4-BE49-F238E27FC236}">
                <a16:creationId xmlns:a16="http://schemas.microsoft.com/office/drawing/2014/main" id="{110DCB4E-5B08-4933-A453-6DBFCDD1A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552700"/>
            <a:ext cx="20193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541A"/>
                </a:solidFill>
              </a:defRPr>
            </a:pPr>
            <a:r>
              <a:rPr sz="2250" b="1">
                <a:solidFill>
                  <a:srgbClr val="9F541A"/>
                </a:solidFill>
              </a:rPr>
              <a:t>Conversación</a:t>
            </a:r>
          </a:p>
        </p:txBody>
      </p:sp>
      <p:sp>
        <p:nvSpPr>
          <p:cNvPr id="21" name="condition_text">
            <a:extLst xmlns:a="http://schemas.openxmlformats.org/drawingml/2006/main">
              <a:ext uri="{FF2B5EF4-FFF2-40B4-BE49-F238E27FC236}">
                <a16:creationId xmlns:a16="http://schemas.microsoft.com/office/drawing/2014/main" id="{E6223042-50D3-43C9-811F-C32664922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457825"/>
            <a:ext cx="54959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Prueba · tres receptores</a:t>
            </a:r>
          </a:p>
        </p:txBody>
      </p:sp>
      <p:sp>
        <p:nvSpPr>
          <p:cNvPr id="22" name="relation_footer">
            <a:extLst xmlns:a="http://schemas.openxmlformats.org/drawingml/2006/main">
              <a:ext uri="{FF2B5EF4-FFF2-40B4-BE49-F238E27FC236}">
                <a16:creationId xmlns:a16="http://schemas.microsoft.com/office/drawing/2014/main" id="{FD7B1F08-2781-4988-9A5B-2887FF3F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91250"/>
            <a:ext cx="1047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Relación de lectura: Rutas numeradas y leyenda estable</a:t>
            </a:r>
          </a:p>
        </p:txBody>
      </p:sp>
      <p:sp>
        <p:nvSpPr>
          <p:cNvPr id="23" name="source_note">
            <a:extLst xmlns:a="http://schemas.openxmlformats.org/drawingml/2006/main">
              <a:ext uri="{FF2B5EF4-FFF2-40B4-BE49-F238E27FC236}">
                <a16:creationId xmlns:a16="http://schemas.microsoft.com/office/drawing/2014/main" id="{F8E9667C-6F62-433E-B19D-6CD3E6D7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Libro del curso, capítulo 10; brief, storyboard y diagram_plan de la Unidad 10. Síntesis visual propia de la cátedra</a:t>
            </a:r>
          </a:p>
        </p:txBody>
      </p:sp>
    </p:spTree>
    <p:extLst>
      <p:ext uri="{BB962C8B-B14F-4D97-AF65-F5344CB8AC3E}">
        <p14:creationId xmlns:p14="http://schemas.microsoft.com/office/powerpoint/2010/main" val="15561690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2026-08-13T02:01:48.3750000Z</dcterms:created>
  <dcterms:modified xsi:type="dcterms:W3CDTF">2026-08-13T02:01:48.3750000Z</dcterms:modified>
</coreProperties>
</file>