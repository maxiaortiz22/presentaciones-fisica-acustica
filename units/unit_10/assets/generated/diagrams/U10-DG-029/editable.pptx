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f38edbb3714a2f" /><Relationship Type="http://schemas.openxmlformats.org/officeDocument/2006/relationships/extended-properties" Target="/docProps/app.xml" Id="Rafb7614a2f2d4f9f" /><Relationship Type="http://schemas.openxmlformats.org/officeDocument/2006/relationships/officeDocument" Target="/ppt/presentation.xml" Id="R118b5b82465547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b59ec51d8b4467"/>
  </p:sldMasterIdLst>
  <p:notesMasterIdLst>
    <p:notesMasterId xmlns:r="http://schemas.openxmlformats.org/officeDocument/2006/relationships" r:id="Rd8cbbb4f604a4baa"/>
  </p:notesMasterIdLst>
  <p:sldIdLst>
    <p:sldId xmlns:r="http://schemas.openxmlformats.org/officeDocument/2006/relationships" id="256" r:id="Rd889af838c4642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9ccde53a3146c9" /><Relationship Type="http://schemas.openxmlformats.org/officeDocument/2006/relationships/slideMaster" Target="/ppt/slideMasters/slideMaster1.xml" Id="R59b59ec51d8b4467" /><Relationship Type="http://schemas.openxmlformats.org/officeDocument/2006/relationships/notesMaster" Target="/ppt/notesMasters/notesMaster1.xml" Id="Rd8cbbb4f604a4baa" /><Relationship Type="http://schemas.openxmlformats.org/officeDocument/2006/relationships/presProps" Target="/ppt/presProps.xml" Id="R371f13756a2f443f" /><Relationship Type="http://schemas.openxmlformats.org/officeDocument/2006/relationships/tableStyles" Target="/ppt/tableStyles.xml" Id="Rbccc3dbef25c4803" /><Relationship Type="http://schemas.openxmlformats.org/officeDocument/2006/relationships/slide" Target="/ppt/slides/slide1.xml" Id="Rd889af838c4642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42cf04341348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8a2a144cdf407f" /><Relationship Type="http://schemas.openxmlformats.org/officeDocument/2006/relationships/notesMaster" Target="/ppt/notesMasters/notesMaster1.xml" Id="R5c4ce393b1d644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13a371b1c42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dd9ebc14b24f43" /><Relationship Type="http://schemas.openxmlformats.org/officeDocument/2006/relationships/slideLayout" Target="/ppt/slideLayouts/slideLayout1.xml" Id="Rfde3c1b42b2741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e3c1b42b2741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6f410ff6346e1" /><Relationship Type="http://schemas.openxmlformats.org/officeDocument/2006/relationships/notesSlide" Target="/ppt/notesSlides/notesSlide1.xml" Id="R6cb7aeeab33742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_rule_1">
            <a:extLst xmlns:a="http://schemas.openxmlformats.org/drawingml/2006/main">
              <a:ext uri="{FF2B5EF4-FFF2-40B4-BE49-F238E27FC236}">
                <a16:creationId xmlns:a16="http://schemas.microsoft.com/office/drawing/2014/main" id="{BF7845E6-6240-430D-9721-A1BAB954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3CA092E4-BD83-4C5B-B1F1-CEAC86BD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95ABD568-3291-459A-AA0B-7521C4DB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C1FE512-5996-46BC-B6CC-B47C79D2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Máximo frente a pico</a:t>
            </a:r>
          </a:p>
        </p:txBody>
      </p:sp>
      <p:sp>
        <p:nvSpPr>
          <p:cNvPr id="5" name="compare_1_box">
            <a:extLst xmlns:a="http://schemas.openxmlformats.org/drawingml/2006/main">
              <a:ext uri="{FF2B5EF4-FFF2-40B4-BE49-F238E27FC236}">
                <a16:creationId xmlns:a16="http://schemas.microsoft.com/office/drawing/2014/main" id="{35673850-DD97-4A8D-8664-349E49C6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mpare_2_box">
            <a:extLst xmlns:a="http://schemas.openxmlformats.org/drawingml/2006/main">
              <a:ext uri="{FF2B5EF4-FFF2-40B4-BE49-F238E27FC236}">
                <a16:creationId xmlns:a16="http://schemas.microsoft.com/office/drawing/2014/main" id="{886C63F3-290F-40D1-AF0E-F272101B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compare_3_box">
            <a:extLst xmlns:a="http://schemas.openxmlformats.org/drawingml/2006/main">
              <a:ext uri="{FF2B5EF4-FFF2-40B4-BE49-F238E27FC236}">
                <a16:creationId xmlns:a16="http://schemas.microsoft.com/office/drawing/2014/main" id="{A056000A-143E-42A3-8709-3C4B2CFC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mpare_4_box">
            <a:extLst xmlns:a="http://schemas.openxmlformats.org/drawingml/2006/main">
              <a:ext uri="{FF2B5EF4-FFF2-40B4-BE49-F238E27FC236}">
                <a16:creationId xmlns:a16="http://schemas.microsoft.com/office/drawing/2014/main" id="{D6D3F701-F947-45A3-95F0-E36950E7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compare_5_box">
            <a:extLst xmlns:a="http://schemas.openxmlformats.org/drawingml/2006/main">
              <a:ext uri="{FF2B5EF4-FFF2-40B4-BE49-F238E27FC236}">
                <a16:creationId xmlns:a16="http://schemas.microsoft.com/office/drawing/2014/main" id="{B1F2AC66-3B56-40F8-BBFD-516EBE71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mpare_1_text">
            <a:extLst xmlns:a="http://schemas.openxmlformats.org/drawingml/2006/main">
              <a:ext uri="{FF2B5EF4-FFF2-40B4-BE49-F238E27FC236}">
                <a16:creationId xmlns:a16="http://schemas.microsoft.com/office/drawing/2014/main" id="{4B046EDE-A228-4FDF-95A3-BE073D35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Evento común</a:t>
            </a:r>
          </a:p>
        </p:txBody>
      </p:sp>
      <p:sp>
        <p:nvSpPr>
          <p:cNvPr id="11" name="compare_2_text">
            <a:extLst xmlns:a="http://schemas.openxmlformats.org/drawingml/2006/main">
              <a:ext uri="{FF2B5EF4-FFF2-40B4-BE49-F238E27FC236}">
                <a16:creationId xmlns:a16="http://schemas.microsoft.com/office/drawing/2014/main" id="{65DD06B5-3232-4F33-9946-A7B3A7D3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478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Detector temporal</a:t>
            </a:r>
          </a:p>
        </p:txBody>
      </p:sp>
      <p:sp>
        <p:nvSpPr>
          <p:cNvPr id="12" name="compare_3_text">
            <a:extLst xmlns:a="http://schemas.openxmlformats.org/drawingml/2006/main">
              <a:ext uri="{FF2B5EF4-FFF2-40B4-BE49-F238E27FC236}">
                <a16:creationId xmlns:a16="http://schemas.microsoft.com/office/drawing/2014/main" id="{377304DC-21F2-43D5-8BA5-EC7B0B2A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L_max</a:t>
            </a:r>
          </a:p>
        </p:txBody>
      </p:sp>
      <p:sp>
        <p:nvSpPr>
          <p:cNvPr id="13" name="compare_4_text">
            <a:extLst xmlns:a="http://schemas.openxmlformats.org/drawingml/2006/main">
              <a:ext uri="{FF2B5EF4-FFF2-40B4-BE49-F238E27FC236}">
                <a16:creationId xmlns:a16="http://schemas.microsoft.com/office/drawing/2014/main" id="{EB110F0D-1D4F-4C36-AA28-0A514D3B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75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Detector de pico</a:t>
            </a:r>
          </a:p>
        </p:txBody>
      </p:sp>
      <p:sp>
        <p:nvSpPr>
          <p:cNvPr id="14" name="compare_5_text">
            <a:extLst xmlns:a="http://schemas.openxmlformats.org/drawingml/2006/main">
              <a:ext uri="{FF2B5EF4-FFF2-40B4-BE49-F238E27FC236}">
                <a16:creationId xmlns:a16="http://schemas.microsoft.com/office/drawing/2014/main" id="{EF42232C-5891-4709-9940-ED2DD9C2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L_peak</a:t>
            </a:r>
          </a:p>
        </p:txBody>
      </p:sp>
      <p:sp>
        <p:nvSpPr>
          <p:cNvPr id="15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6C070F8A-051A-43D3-A9C9-06059C16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“aplica ponderación/constante”, “busca extremo”</a:t>
            </a:r>
          </a:p>
        </p:txBody>
      </p:sp>
      <p:sp>
        <p:nvSpPr>
          <p:cNvPr id="16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725A688-9E38-440E-940F-D82B9B74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196532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2026-08-13T02:01:39.3210000Z</dcterms:created>
  <dcterms:modified xsi:type="dcterms:W3CDTF">2026-08-13T02:01:39.3210000Z</dcterms:modified>
</coreProperties>
</file>