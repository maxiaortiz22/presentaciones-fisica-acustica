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3adef74b7424249" /><Relationship Type="http://schemas.openxmlformats.org/officeDocument/2006/relationships/extended-properties" Target="/docProps/app.xml" Id="R8e3315f6052c4e45" /><Relationship Type="http://schemas.openxmlformats.org/officeDocument/2006/relationships/officeDocument" Target="/ppt/presentation.xml" Id="Rbafe18b2588b4bf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a142c7f82a54b1c"/>
  </p:sldMasterIdLst>
  <p:notesMasterIdLst>
    <p:notesMasterId xmlns:r="http://schemas.openxmlformats.org/officeDocument/2006/relationships" r:id="R3ef3b70e00d44684"/>
  </p:notesMasterIdLst>
  <p:sldIdLst>
    <p:sldId xmlns:r="http://schemas.openxmlformats.org/officeDocument/2006/relationships" id="256" r:id="R97d10d56e49240c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a0d2dbd263947a5" /><Relationship Type="http://schemas.openxmlformats.org/officeDocument/2006/relationships/slideMaster" Target="/ppt/slideMasters/slideMaster1.xml" Id="R7a142c7f82a54b1c" /><Relationship Type="http://schemas.openxmlformats.org/officeDocument/2006/relationships/notesMaster" Target="/ppt/notesMasters/notesMaster1.xml" Id="R3ef3b70e00d44684" /><Relationship Type="http://schemas.openxmlformats.org/officeDocument/2006/relationships/presProps" Target="/ppt/presProps.xml" Id="Rf44d15006ca04f6a" /><Relationship Type="http://schemas.openxmlformats.org/officeDocument/2006/relationships/tableStyles" Target="/ppt/tableStyles.xml" Id="Rc4eedc324ee4445b" /><Relationship Type="http://schemas.openxmlformats.org/officeDocument/2006/relationships/slide" Target="/ppt/slides/slide1.xml" Id="R97d10d56e49240c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4da651bcf3046d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af88fd9d6be4edf" /><Relationship Type="http://schemas.openxmlformats.org/officeDocument/2006/relationships/notesMaster" Target="/ppt/notesMasters/notesMaster1.xml" Id="R4b1385b74e4a4e8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d0b4bd37d2470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66725e52a754bf3" /><Relationship Type="http://schemas.openxmlformats.org/officeDocument/2006/relationships/slideLayout" Target="/ppt/slideLayouts/slideLayout1.xml" Id="Rc4ac865e786e49e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4ac865e786e49e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b285cd0ee242c9" /><Relationship Type="http://schemas.openxmlformats.org/officeDocument/2006/relationships/notesSlide" Target="/ppt/notesSlides/notesSlide1.xml" Id="R8b649cfed98d42f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op_rule_1">
            <a:extLst xmlns:a="http://schemas.openxmlformats.org/drawingml/2006/main">
              <a:ext uri="{FF2B5EF4-FFF2-40B4-BE49-F238E27FC236}">
                <a16:creationId xmlns:a16="http://schemas.microsoft.com/office/drawing/2014/main" id="{E107F837-AD54-4096-AA5C-A79B66BB3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_rule_2">
            <a:extLst xmlns:a="http://schemas.openxmlformats.org/drawingml/2006/main">
              <a:ext uri="{FF2B5EF4-FFF2-40B4-BE49-F238E27FC236}">
                <a16:creationId xmlns:a16="http://schemas.microsoft.com/office/drawing/2014/main" id="{9F477963-0607-4EA9-B06A-4CD6B1BBB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_rule_3">
            <a:extLst xmlns:a="http://schemas.openxmlformats.org/drawingml/2006/main">
              <a:ext uri="{FF2B5EF4-FFF2-40B4-BE49-F238E27FC236}">
                <a16:creationId xmlns:a16="http://schemas.microsoft.com/office/drawing/2014/main" id="{1225BE00-9613-4D93-8DFD-ECC6F67E9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_title">
            <a:extLst xmlns:a="http://schemas.openxmlformats.org/drawingml/2006/main">
              <a:ext uri="{FF2B5EF4-FFF2-40B4-BE49-F238E27FC236}">
                <a16:creationId xmlns:a16="http://schemas.microsoft.com/office/drawing/2014/main" id="{790391E5-8028-44D7-ABEF-55AFC9885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3D3D"/>
                </a:solidFill>
              </a:defRPr>
            </a:pPr>
            <a:r>
              <a:rPr sz="3000" b="1">
                <a:solidFill>
                  <a:srgbClr val="3D3D3D"/>
                </a:solidFill>
              </a:rPr>
              <a:t>Ruta de objetivos</a:t>
            </a:r>
          </a:p>
        </p:txBody>
      </p:sp>
      <p:sp>
        <p:nvSpPr>
          <p:cNvPr id="5" name="step_1_box">
            <a:extLst xmlns:a="http://schemas.openxmlformats.org/drawingml/2006/main">
              <a:ext uri="{FF2B5EF4-FFF2-40B4-BE49-F238E27FC236}">
                <a16:creationId xmlns:a16="http://schemas.microsoft.com/office/drawing/2014/main" id="{6DDEC45A-B313-442B-B1B9-152ABD425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2857500" cy="1381125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6" name="step_2_box">
            <a:extLst xmlns:a="http://schemas.openxmlformats.org/drawingml/2006/main">
              <a:ext uri="{FF2B5EF4-FFF2-40B4-BE49-F238E27FC236}">
                <a16:creationId xmlns:a16="http://schemas.microsoft.com/office/drawing/2014/main" id="{B93129FE-2484-44DA-B5AD-61698623C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619250"/>
            <a:ext cx="2857500" cy="1381125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7" name="step_3_box">
            <a:extLst xmlns:a="http://schemas.openxmlformats.org/drawingml/2006/main">
              <a:ext uri="{FF2B5EF4-FFF2-40B4-BE49-F238E27FC236}">
                <a16:creationId xmlns:a16="http://schemas.microsoft.com/office/drawing/2014/main" id="{468B9A39-585F-489C-BE83-FB2EB446D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619250"/>
            <a:ext cx="2857500" cy="1381125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8" name="step_4_box">
            <a:extLst xmlns:a="http://schemas.openxmlformats.org/drawingml/2006/main">
              <a:ext uri="{FF2B5EF4-FFF2-40B4-BE49-F238E27FC236}">
                <a16:creationId xmlns:a16="http://schemas.microsoft.com/office/drawing/2014/main" id="{174EB41D-F02B-48EC-8D4F-17D7DD66C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905250"/>
            <a:ext cx="2857500" cy="1381125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9" name="step_5_box">
            <a:extLst xmlns:a="http://schemas.openxmlformats.org/drawingml/2006/main">
              <a:ext uri="{FF2B5EF4-FFF2-40B4-BE49-F238E27FC236}">
                <a16:creationId xmlns:a16="http://schemas.microsoft.com/office/drawing/2014/main" id="{CB35073C-211C-4489-8F83-89C14C280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905250"/>
            <a:ext cx="2857500" cy="1381125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cxnSp>
        <p:nvCxnSpPr>
          <p:cNvPr id="30" name="flow_1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2309813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1" name="flow_2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524750" y="2309813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2" name="flow_3"/>
          <p:cNvCxnSpPr>
            <a:stCxn xmlns:a="http://schemas.openxmlformats.org/drawingml/2006/main" id="7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10001250" y="3000375"/>
            <a:ext cx="0" cy="90487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3" name="flow_4"/>
          <p:cNvCxnSpPr>
            <a:stCxn xmlns:a="http://schemas.openxmlformats.org/drawingml/2006/main" id="8" idx="1"/>
            <a:endCxn xmlns:a="http://schemas.openxmlformats.org/drawingml/2006/main" id="9" idx="3"/>
          </p:cNvCxnSpPr>
          <p:nvPr/>
        </p:nvCxnSpPr>
        <p:spPr>
          <a:xfrm xmlns:a="http://schemas.openxmlformats.org/drawingml/2006/main" flipH="1">
            <a:off x="7524750" y="4595813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4" name="step_1_text">
            <a:extLst xmlns:a="http://schemas.openxmlformats.org/drawingml/2006/main">
              <a:ext uri="{FF2B5EF4-FFF2-40B4-BE49-F238E27FC236}">
                <a16:creationId xmlns:a16="http://schemas.microsoft.com/office/drawing/2014/main" id="{9BD58B68-361B-4F67-8640-918509127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90700"/>
            <a:ext cx="2400300" cy="1038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1 · Señal y</a:t>
            </a:r>
          </a:p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contexto</a:t>
            </a:r>
          </a:p>
        </p:txBody>
      </p:sp>
      <p:sp>
        <p:nvSpPr>
          <p:cNvPr id="15" name="step_2_text">
            <a:extLst xmlns:a="http://schemas.openxmlformats.org/drawingml/2006/main">
              <a:ext uri="{FF2B5EF4-FFF2-40B4-BE49-F238E27FC236}">
                <a16:creationId xmlns:a16="http://schemas.microsoft.com/office/drawing/2014/main" id="{4D52A995-0C2D-4840-B385-0D18A5E42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90700"/>
            <a:ext cx="2400300" cy="1038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2 · Tiempo y</a:t>
            </a:r>
          </a:p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espectro</a:t>
            </a:r>
          </a:p>
        </p:txBody>
      </p:sp>
      <p:sp>
        <p:nvSpPr>
          <p:cNvPr id="16" name="step_3_text">
            <a:extLst xmlns:a="http://schemas.openxmlformats.org/drawingml/2006/main">
              <a:ext uri="{FF2B5EF4-FFF2-40B4-BE49-F238E27FC236}">
                <a16:creationId xmlns:a16="http://schemas.microsoft.com/office/drawing/2014/main" id="{F54B0FC3-4C9D-418D-8A8E-F746A9749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790700"/>
            <a:ext cx="2400300" cy="1038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3 · Calcular</a:t>
            </a:r>
          </a:p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descriptores</a:t>
            </a:r>
          </a:p>
        </p:txBody>
      </p:sp>
      <p:sp>
        <p:nvSpPr>
          <p:cNvPr id="17" name="step_4_text">
            <a:extLst xmlns:a="http://schemas.openxmlformats.org/drawingml/2006/main">
              <a:ext uri="{FF2B5EF4-FFF2-40B4-BE49-F238E27FC236}">
                <a16:creationId xmlns:a16="http://schemas.microsoft.com/office/drawing/2014/main" id="{6A1E03AF-A058-441A-B441-897F42658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076700"/>
            <a:ext cx="2400300" cy="1038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4 · Interpretar</a:t>
            </a:r>
          </a:p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con límites</a:t>
            </a:r>
          </a:p>
        </p:txBody>
      </p:sp>
      <p:sp>
        <p:nvSpPr>
          <p:cNvPr id="18" name="step_5_text">
            <a:extLst xmlns:a="http://schemas.openxmlformats.org/drawingml/2006/main">
              <a:ext uri="{FF2B5EF4-FFF2-40B4-BE49-F238E27FC236}">
                <a16:creationId xmlns:a16="http://schemas.microsoft.com/office/drawing/2014/main" id="{2F880595-ACF2-4CF3-A04E-F056B1963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076700"/>
            <a:ext cx="2400300" cy="1038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5 · Proponer</a:t>
            </a:r>
          </a:p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control</a:t>
            </a:r>
          </a:p>
        </p:txBody>
      </p:sp>
      <p:sp>
        <p:nvSpPr>
          <p:cNvPr id="19" name="relation_footer">
            <a:extLst xmlns:a="http://schemas.openxmlformats.org/drawingml/2006/main">
              <a:ext uri="{FF2B5EF4-FFF2-40B4-BE49-F238E27FC236}">
                <a16:creationId xmlns:a16="http://schemas.microsoft.com/office/drawing/2014/main" id="{A006C273-B272-4C80-8C98-9820070C5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191250"/>
            <a:ext cx="1047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969FA7"/>
                </a:solidFill>
              </a:defRPr>
            </a:pPr>
            <a:r>
              <a:rPr sz="1500" b="0">
                <a:solidFill>
                  <a:srgbClr val="969FA7"/>
                </a:solidFill>
              </a:rPr>
              <a:t>Relación de lectura: Flecha de progresión; sin etiquetas</a:t>
            </a:r>
          </a:p>
        </p:txBody>
      </p:sp>
      <p:sp>
        <p:nvSpPr>
          <p:cNvPr id="20" name="source_note">
            <a:extLst xmlns:a="http://schemas.openxmlformats.org/drawingml/2006/main">
              <a:ext uri="{FF2B5EF4-FFF2-40B4-BE49-F238E27FC236}">
                <a16:creationId xmlns:a16="http://schemas.microsoft.com/office/drawing/2014/main" id="{FCB72C50-0DC9-4B23-B89B-C5B58002B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20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69FA7"/>
                </a:solidFill>
              </a:defRPr>
            </a:pPr>
            <a:r>
              <a:rPr sz="1050" b="0">
                <a:solidFill>
                  <a:srgbClr val="969FA7"/>
                </a:solidFill>
              </a:rPr>
              <a:t>Libro del curso, capítulo 10; brief, storyboard y diagram_plan de la Unidad 10. Síntesis visual propia de la cátedra</a:t>
            </a:r>
          </a:p>
        </p:txBody>
      </p:sp>
    </p:spTree>
    <p:extLst>
      <p:ext uri="{BB962C8B-B14F-4D97-AF65-F5344CB8AC3E}">
        <p14:creationId xmlns:p14="http://schemas.microsoft.com/office/powerpoint/2010/main" val="4909422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2026-08-13T02:01:27.6160000Z</dcterms:created>
  <dcterms:modified xsi:type="dcterms:W3CDTF">2026-08-13T02:01:27.6160000Z</dcterms:modified>
</coreProperties>
</file>