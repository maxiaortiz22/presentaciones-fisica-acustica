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28e0707ddf44f8" /><Relationship Type="http://schemas.openxmlformats.org/officeDocument/2006/relationships/extended-properties" Target="/docProps/app.xml" Id="R11298b9694104891" /><Relationship Type="http://schemas.openxmlformats.org/officeDocument/2006/relationships/officeDocument" Target="/ppt/presentation.xml" Id="R795c600a63b14c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1efd706d1540ef"/>
  </p:sldMasterIdLst>
  <p:notesMasterIdLst>
    <p:notesMasterId xmlns:r="http://schemas.openxmlformats.org/officeDocument/2006/relationships" r:id="R19c2a3954ff8401d"/>
  </p:notesMasterIdLst>
  <p:sldIdLst>
    <p:sldId xmlns:r="http://schemas.openxmlformats.org/officeDocument/2006/relationships" id="256" r:id="R594e1452c71b42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6393bf46ed4403" /><Relationship Type="http://schemas.openxmlformats.org/officeDocument/2006/relationships/slideMaster" Target="/ppt/slideMasters/slideMaster1.xml" Id="R781efd706d1540ef" /><Relationship Type="http://schemas.openxmlformats.org/officeDocument/2006/relationships/notesMaster" Target="/ppt/notesMasters/notesMaster1.xml" Id="R19c2a3954ff8401d" /><Relationship Type="http://schemas.openxmlformats.org/officeDocument/2006/relationships/presProps" Target="/ppt/presProps.xml" Id="Rdda8f20b33cc435c" /><Relationship Type="http://schemas.openxmlformats.org/officeDocument/2006/relationships/tableStyles" Target="/ppt/tableStyles.xml" Id="Rd9e8b295e1c84ec0" /><Relationship Type="http://schemas.openxmlformats.org/officeDocument/2006/relationships/slide" Target="/ppt/slides/slide1.xml" Id="R594e1452c71b42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6bf18df35e41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a4728005f6459b" /><Relationship Type="http://schemas.openxmlformats.org/officeDocument/2006/relationships/notesMaster" Target="/ppt/notesMasters/notesMaster1.xml" Id="R715e67c3d7624d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7a1da366548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b32a0616cd48bb" /><Relationship Type="http://schemas.openxmlformats.org/officeDocument/2006/relationships/slideLayout" Target="/ppt/slideLayouts/slideLayout1.xml" Id="R2afa647a0ddc4d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fa647a0ddc4d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5d70e1db24c25" /><Relationship Type="http://schemas.openxmlformats.org/officeDocument/2006/relationships/notesSlide" Target="/ppt/notesSlides/notesSlide1.xml" Id="R04134ce937f640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1">
            <a:extLst xmlns:a="http://schemas.openxmlformats.org/drawingml/2006/main">
              <a:ext uri="{FF2B5EF4-FFF2-40B4-BE49-F238E27FC236}">
                <a16:creationId xmlns:a16="http://schemas.microsoft.com/office/drawing/2014/main" id="{1A0FC605-3A52-484D-9B9B-9C683306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EDFF4B64-C40C-4A0D-B339-BF2DF4C2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FBEA169B-B6AA-45E4-9641-7F68EE9D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10FEA52-9276-4119-AD1F-E3397A0A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Ejemplo de L_eq por intervalos iguales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179DB64D-BC8E-4560-90D1-EF1C8162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9ED150DD-20C3-4D89-9FEF-9DF6795E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E7862342-163A-4070-B6EA-87BBABE4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2E73418F-D125-4170-AB9A-47064753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4EFAAB7A-0346-4AC8-866E-8D688A07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9D034FB2-A12C-4F00-A0CD-D432C99D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6BEB3DE9-3969-4309-8E1D-B8AF2425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15 min: 88 dB(A)</a:t>
            </a:r>
          </a:p>
        </p:txBody>
      </p:sp>
      <p:sp>
        <p:nvSpPr>
          <p:cNvPr id="12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B232DBFE-09C1-47F0-A160-11B6EB74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15 min: 92 dB(A)</a:t>
            </a:r>
          </a:p>
        </p:txBody>
      </p:sp>
      <p:sp>
        <p:nvSpPr>
          <p:cNvPr id="13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4A8359EF-3C2E-4337-AED4-536F5D01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15 min: 86 dB(A)</a:t>
            </a:r>
          </a:p>
        </p:txBody>
      </p:sp>
      <p:sp>
        <p:nvSpPr>
          <p:cNvPr id="14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AECDE507-58F1-41DA-92B5-65E513B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15 min: 90 dB(A)</a:t>
            </a:r>
          </a:p>
        </p:txBody>
      </p:sp>
      <p:sp>
        <p:nvSpPr>
          <p:cNvPr id="15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FFEE6007-ED37-4177-A70E-930EF047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Promedio lineal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energético</a:t>
            </a:r>
          </a:p>
        </p:txBody>
      </p:sp>
      <p:sp>
        <p:nvSpPr>
          <p:cNvPr id="16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BA2D4DD5-4059-4D20-AC1F-E4E625C0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Lₐeq,1 h ≈ 89,6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dB(A)</a:t>
            </a:r>
          </a:p>
        </p:txBody>
      </p:sp>
      <p:sp>
        <p:nvSpPr>
          <p:cNvPr id="17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BA86114F-11C9-4664-9C4E-653A456A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Flechas de cálculo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738D88D-DE2E-49D5-A960-E837E613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772420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2026-08-13T02:01:40.1530000Z</dcterms:created>
  <dcterms:modified xsi:type="dcterms:W3CDTF">2026-08-13T02:01:40.1540000Z</dcterms:modified>
</coreProperties>
</file>