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b798ec31642f2" /><Relationship Type="http://schemas.openxmlformats.org/officeDocument/2006/relationships/extended-properties" Target="/docProps/app.xml" Id="R82c61b96654742ed" /><Relationship Type="http://schemas.openxmlformats.org/officeDocument/2006/relationships/officeDocument" Target="/ppt/presentation.xml" Id="Rd17d734c76de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6bc866a414e0f"/>
  </p:sldMasterIdLst>
  <p:notesMasterIdLst>
    <p:notesMasterId xmlns:r="http://schemas.openxmlformats.org/officeDocument/2006/relationships" r:id="R40e9be4fa29c43f0"/>
  </p:notesMasterIdLst>
  <p:sldIdLst>
    <p:sldId xmlns:r="http://schemas.openxmlformats.org/officeDocument/2006/relationships" id="256" r:id="Rebe77bfe4b99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91d831aae4ab5" /><Relationship Type="http://schemas.openxmlformats.org/officeDocument/2006/relationships/slideMaster" Target="/ppt/slideMasters/slideMaster1.xml" Id="R43d6bc866a414e0f" /><Relationship Type="http://schemas.openxmlformats.org/officeDocument/2006/relationships/notesMaster" Target="/ppt/notesMasters/notesMaster1.xml" Id="R40e9be4fa29c43f0" /><Relationship Type="http://schemas.openxmlformats.org/officeDocument/2006/relationships/presProps" Target="/ppt/presProps.xml" Id="Rddda797f02f94112" /><Relationship Type="http://schemas.openxmlformats.org/officeDocument/2006/relationships/tableStyles" Target="/ppt/tableStyles.xml" Id="R95f768f4695e4016" /><Relationship Type="http://schemas.openxmlformats.org/officeDocument/2006/relationships/slide" Target="/ppt/slides/slide1.xml" Id="Rebe77bfe4b99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2b2c3735a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a674aee6614344" /><Relationship Type="http://schemas.openxmlformats.org/officeDocument/2006/relationships/notesMaster" Target="/ppt/notesMasters/notesMaster1.xml" Id="R18dd2f1407854b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5c9c1e14b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3a67a1251f4fe3" /><Relationship Type="http://schemas.openxmlformats.org/officeDocument/2006/relationships/slideLayout" Target="/ppt/slideLayouts/slideLayout1.xml" Id="Re795e27642e9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5e27642e9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51e61e05941f3" /><Relationship Type="http://schemas.openxmlformats.org/officeDocument/2006/relationships/notesSlide" Target="/ppt/notesSlides/notesSlide1.xml" Id="R83188428d28e48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C8E9915F-5FF7-419F-9894-D855AF83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D49DFAF-16FE-4A19-8CEB-ADD6244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A2A1FBBA-738E-4BEE-B055-D91C5C53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BB14EE9-5DB4-4F5E-B864-1EAA242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de descriptores</a:t>
            </a:r>
          </a:p>
        </p:txBody>
      </p:sp>
      <p:sp>
        <p:nvSpPr>
          <p:cNvPr id="5" name="compare_1_box">
            <a:extLst xmlns:a="http://schemas.openxmlformats.org/drawingml/2006/main">
              <a:ext uri="{FF2B5EF4-FFF2-40B4-BE49-F238E27FC236}">
                <a16:creationId xmlns:a16="http://schemas.microsoft.com/office/drawing/2014/main" id="{A679A163-DA27-4FF0-860C-432D238F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mpare_2_box">
            <a:extLst xmlns:a="http://schemas.openxmlformats.org/drawingml/2006/main">
              <a:ext uri="{FF2B5EF4-FFF2-40B4-BE49-F238E27FC236}">
                <a16:creationId xmlns:a16="http://schemas.microsoft.com/office/drawing/2014/main" id="{5F4185C7-0301-4298-BD01-DDAA732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ompare_3_box">
            <a:extLst xmlns:a="http://schemas.openxmlformats.org/drawingml/2006/main">
              <a:ext uri="{FF2B5EF4-FFF2-40B4-BE49-F238E27FC236}">
                <a16:creationId xmlns:a16="http://schemas.microsoft.com/office/drawing/2014/main" id="{CBCF9C1F-7402-4921-9596-1E8FE92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mpare_4_box">
            <a:extLst xmlns:a="http://schemas.openxmlformats.org/drawingml/2006/main">
              <a:ext uri="{FF2B5EF4-FFF2-40B4-BE49-F238E27FC236}">
                <a16:creationId xmlns:a16="http://schemas.microsoft.com/office/drawing/2014/main" id="{3D9A3110-9A1D-434A-8376-CDF30020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4857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ompare_1_text">
            <a:extLst xmlns:a="http://schemas.openxmlformats.org/drawingml/2006/main">
              <a:ext uri="{FF2B5EF4-FFF2-40B4-BE49-F238E27FC236}">
                <a16:creationId xmlns:a16="http://schemas.microsoft.com/office/drawing/2014/main" id="{1D7061E6-644F-47D5-84E9-F712F10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Media · signo · Pa</a:t>
            </a:r>
          </a:p>
        </p:txBody>
      </p:sp>
      <p:sp>
        <p:nvSpPr>
          <p:cNvPr id="10" name="compare_2_text">
            <a:extLst xmlns:a="http://schemas.openxmlformats.org/drawingml/2006/main">
              <a:ext uri="{FF2B5EF4-FFF2-40B4-BE49-F238E27FC236}">
                <a16:creationId xmlns:a16="http://schemas.microsoft.com/office/drawing/2014/main" id="{FCE2610E-5ECF-474F-8B85-0D12D04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4782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RMS · tamaño cuadrático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Pa</a:t>
            </a:r>
          </a:p>
        </p:txBody>
      </p:sp>
      <p:sp>
        <p:nvSpPr>
          <p:cNvPr id="11" name="compare_3_text">
            <a:extLst xmlns:a="http://schemas.openxmlformats.org/drawingml/2006/main">
              <a:ext uri="{FF2B5EF4-FFF2-40B4-BE49-F238E27FC236}">
                <a16:creationId xmlns:a16="http://schemas.microsoft.com/office/drawing/2014/main" id="{886E245C-0963-49BE-90CF-23134F8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Varianza · dispersión ·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Pa²</a:t>
            </a:r>
          </a:p>
        </p:txBody>
      </p:sp>
      <p:sp>
        <p:nvSpPr>
          <p:cNvPr id="12" name="compare_4_text">
            <a:extLst xmlns:a="http://schemas.openxmlformats.org/drawingml/2006/main">
              <a:ext uri="{FF2B5EF4-FFF2-40B4-BE49-F238E27FC236}">
                <a16:creationId xmlns:a16="http://schemas.microsoft.com/office/drawing/2014/main" id="{7BD058DE-4A8F-4EB2-90B8-AE5DC3A8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3775"/>
            <a:ext cx="4400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Distribución · frecuencia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relativa · 1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F0645FE6-EFC6-4CB7-A8F1-1412127F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Sin flechas; relación por alineación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4C81B4A-17F8-4371-A152-E5800F25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248889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2026-08-13T02:01:34.0830000Z</dcterms:created>
  <dcterms:modified xsi:type="dcterms:W3CDTF">2026-08-13T02:01:34.0830000Z</dcterms:modified>
</coreProperties>
</file>