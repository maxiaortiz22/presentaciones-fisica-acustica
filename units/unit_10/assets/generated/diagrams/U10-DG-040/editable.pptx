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6b0ba6f6544de9" /><Relationship Type="http://schemas.openxmlformats.org/officeDocument/2006/relationships/extended-properties" Target="/docProps/app.xml" Id="R7078bb40cf9d4939" /><Relationship Type="http://schemas.openxmlformats.org/officeDocument/2006/relationships/officeDocument" Target="/ppt/presentation.xml" Id="Rb891b01df8754f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a0c9580c56401d"/>
  </p:sldMasterIdLst>
  <p:notesMasterIdLst>
    <p:notesMasterId xmlns:r="http://schemas.openxmlformats.org/officeDocument/2006/relationships" r:id="R5554a84a9ea7449a"/>
  </p:notesMasterIdLst>
  <p:sldIdLst>
    <p:sldId xmlns:r="http://schemas.openxmlformats.org/officeDocument/2006/relationships" id="256" r:id="R29c73ea763ea4a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30655332d041a3" /><Relationship Type="http://schemas.openxmlformats.org/officeDocument/2006/relationships/slideMaster" Target="/ppt/slideMasters/slideMaster1.xml" Id="Rd8a0c9580c56401d" /><Relationship Type="http://schemas.openxmlformats.org/officeDocument/2006/relationships/notesMaster" Target="/ppt/notesMasters/notesMaster1.xml" Id="R5554a84a9ea7449a" /><Relationship Type="http://schemas.openxmlformats.org/officeDocument/2006/relationships/presProps" Target="/ppt/presProps.xml" Id="Rbc02d1f1c55f470b" /><Relationship Type="http://schemas.openxmlformats.org/officeDocument/2006/relationships/tableStyles" Target="/ppt/tableStyles.xml" Id="R014f4ac864c54291" /><Relationship Type="http://schemas.openxmlformats.org/officeDocument/2006/relationships/slide" Target="/ppt/slides/slide1.xml" Id="R29c73ea763ea4a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67978056664a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6a50e6a5f464d" /><Relationship Type="http://schemas.openxmlformats.org/officeDocument/2006/relationships/notesMaster" Target="/ppt/notesMasters/notesMaster1.xml" Id="R6212d098386b43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640ce72c24e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7f51ed8c049e7" /><Relationship Type="http://schemas.openxmlformats.org/officeDocument/2006/relationships/slideLayout" Target="/ppt/slideLayouts/slideLayout1.xml" Id="Rbda933cac6984e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933cac6984e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d8123c91a4e4b" /><Relationship Type="http://schemas.openxmlformats.org/officeDocument/2006/relationships/notesSlide" Target="/ppt/notesSlides/notesSlide1.xml" Id="R9bc3e79700c043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1">
            <a:extLst xmlns:a="http://schemas.openxmlformats.org/drawingml/2006/main">
              <a:ext uri="{FF2B5EF4-FFF2-40B4-BE49-F238E27FC236}">
                <a16:creationId xmlns:a16="http://schemas.microsoft.com/office/drawing/2014/main" id="{70DD740A-4278-4FD1-A8E7-E64C4FA3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2F43AA31-4EE9-44BC-A687-0BD31BF4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F1ECB3CB-E18F-406D-B899-D8DE019F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2B03ECD-F41D-4E5E-8B10-16268C1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Encuadre prudente de ruido y tinnitus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BF198E20-EC4B-4F5B-8C85-5BD49DC9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0BC474DC-4354-439E-AAAA-B77967E4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1AF13783-4875-4150-9FAA-FE84AE7A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09292B89-1C1A-44C9-916D-F13FEFC8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8DB78757-43F9-4E49-AE69-DBE94BB5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DEDF3568-FF9F-474B-9F11-6445EC7F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Percepción de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tinnitus</a:t>
            </a:r>
          </a:p>
        </p:txBody>
      </p:sp>
      <p:sp>
        <p:nvSpPr>
          <p:cNvPr id="11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5AB2B815-FCC0-47E5-881E-5F755D20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Evaluación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clínica</a:t>
            </a:r>
          </a:p>
        </p:txBody>
      </p:sp>
      <p:sp>
        <p:nvSpPr>
          <p:cNvPr id="12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6789E572-53BA-4D07-91CD-CE5C7EF6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Apoyo sonoro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posible</a:t>
            </a:r>
          </a:p>
        </p:txBody>
      </p:sp>
      <p:sp>
        <p:nvSpPr>
          <p:cNvPr id="13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5EEB96FF-DA72-49D2-9EF8-3542AF2E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Plan individual y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evidencia</a:t>
            </a:r>
          </a:p>
        </p:txBody>
      </p:sp>
      <p:sp>
        <p:nvSpPr>
          <p:cNvPr id="14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F1C46D09-987B-4936-A18B-99CDF906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No prescribe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ruido ni nivel</a:t>
            </a:r>
          </a:p>
        </p:txBody>
      </p:sp>
      <p:sp>
        <p:nvSpPr>
          <p:cNvPr id="15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22D0FCF4-D3D9-4372-B172-B8C6081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“puede integrar”, “no sustituye”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0D9A65C-CAAC-4DE0-9ADC-47BF6729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003497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2026-08-13T02:01:43.8530000Z</dcterms:created>
  <dcterms:modified xsi:type="dcterms:W3CDTF">2026-08-13T02:01:43.8530000Z</dcterms:modified>
</coreProperties>
</file>