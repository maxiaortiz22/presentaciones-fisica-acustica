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a4f0155d4d344c0" /><Relationship Type="http://schemas.openxmlformats.org/officeDocument/2006/relationships/extended-properties" Target="/docProps/app.xml" Id="R2518e68706594f62" /><Relationship Type="http://schemas.openxmlformats.org/officeDocument/2006/relationships/officeDocument" Target="/ppt/presentation.xml" Id="Rd97af4ba128a4c7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ab764438892454b"/>
  </p:sldMasterIdLst>
  <p:notesMasterIdLst>
    <p:notesMasterId xmlns:r="http://schemas.openxmlformats.org/officeDocument/2006/relationships" r:id="Ra444e51c9f2b4f87"/>
  </p:notesMasterIdLst>
  <p:sldIdLst>
    <p:sldId xmlns:r="http://schemas.openxmlformats.org/officeDocument/2006/relationships" id="256" r:id="R45e38f41c780419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a2d7466015a4b41" /><Relationship Type="http://schemas.openxmlformats.org/officeDocument/2006/relationships/slideMaster" Target="/ppt/slideMasters/slideMaster1.xml" Id="Rbab764438892454b" /><Relationship Type="http://schemas.openxmlformats.org/officeDocument/2006/relationships/notesMaster" Target="/ppt/notesMasters/notesMaster1.xml" Id="Ra444e51c9f2b4f87" /><Relationship Type="http://schemas.openxmlformats.org/officeDocument/2006/relationships/presProps" Target="/ppt/presProps.xml" Id="Rc087bdf276504d64" /><Relationship Type="http://schemas.openxmlformats.org/officeDocument/2006/relationships/tableStyles" Target="/ppt/tableStyles.xml" Id="Racb6f16ee47b451e" /><Relationship Type="http://schemas.openxmlformats.org/officeDocument/2006/relationships/slide" Target="/ppt/slides/slide1.xml" Id="R45e38f41c780419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68afc126f7d45d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27a7c95ae3c480a" /><Relationship Type="http://schemas.openxmlformats.org/officeDocument/2006/relationships/notesMaster" Target="/ppt/notesMasters/notesMaster1.xml" Id="R7b1f2902ac7446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52e7b505dd49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d7ceef328af4619" /><Relationship Type="http://schemas.openxmlformats.org/officeDocument/2006/relationships/slideLayout" Target="/ppt/slideLayouts/slideLayout1.xml" Id="Re289da251cdd4bb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289da251cdd4bb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e86ca77163464e" /><Relationship Type="http://schemas.openxmlformats.org/officeDocument/2006/relationships/notesSlide" Target="/ppt/notesSlides/notesSlide1.xml" Id="Reea28868ab9b486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op_rule_1">
            <a:extLst xmlns:a="http://schemas.openxmlformats.org/drawingml/2006/main">
              <a:ext uri="{FF2B5EF4-FFF2-40B4-BE49-F238E27FC236}">
                <a16:creationId xmlns:a16="http://schemas.microsoft.com/office/drawing/2014/main" id="{764AFEB5-F152-45F5-9EE4-8903366E4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143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top_rule_2">
            <a:extLst xmlns:a="http://schemas.openxmlformats.org/drawingml/2006/main">
              <a:ext uri="{FF2B5EF4-FFF2-40B4-BE49-F238E27FC236}">
                <a16:creationId xmlns:a16="http://schemas.microsoft.com/office/drawing/2014/main" id="{0AA46E82-105A-4935-8B14-57FDC5BD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57175"/>
            <a:ext cx="3714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0316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top_rule_3">
            <a:extLst xmlns:a="http://schemas.openxmlformats.org/drawingml/2006/main">
              <a:ext uri="{FF2B5EF4-FFF2-40B4-BE49-F238E27FC236}">
                <a16:creationId xmlns:a16="http://schemas.microsoft.com/office/drawing/2014/main" id="{FF30892D-D5C8-41EE-A1D6-0382FB46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7175"/>
            <a:ext cx="3200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diagram_title">
            <a:extLst xmlns:a="http://schemas.openxmlformats.org/drawingml/2006/main">
              <a:ext uri="{FF2B5EF4-FFF2-40B4-BE49-F238E27FC236}">
                <a16:creationId xmlns:a16="http://schemas.microsoft.com/office/drawing/2014/main" id="{361A45BD-BACC-46A5-8288-F70B4715E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3D3D3D"/>
                </a:solidFill>
              </a:defRPr>
            </a:pPr>
            <a:r>
              <a:rPr sz="3000" b="1">
                <a:solidFill>
                  <a:srgbClr val="3D3D3D"/>
                </a:solidFill>
              </a:rPr>
              <a:t>Límite causal individual</a:t>
            </a:r>
          </a:p>
        </p:txBody>
      </p:sp>
      <p:sp>
        <p:nvSpPr>
          <p:cNvPr id="5" name="concept_1_box">
            <a:extLst xmlns:a="http://schemas.openxmlformats.org/drawingml/2006/main">
              <a:ext uri="{FF2B5EF4-FFF2-40B4-BE49-F238E27FC236}">
                <a16:creationId xmlns:a16="http://schemas.microsoft.com/office/drawing/2014/main" id="{D48A5D4E-2E19-4A34-9B20-ADFC514F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6" name="concept_2_box">
            <a:extLst xmlns:a="http://schemas.openxmlformats.org/drawingml/2006/main">
              <a:ext uri="{FF2B5EF4-FFF2-40B4-BE49-F238E27FC236}">
                <a16:creationId xmlns:a16="http://schemas.microsoft.com/office/drawing/2014/main" id="{2E6D6124-7791-4BD3-8F8B-48BEA87B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7" name="concept_3_box">
            <a:extLst xmlns:a="http://schemas.openxmlformats.org/drawingml/2006/main">
              <a:ext uri="{FF2B5EF4-FFF2-40B4-BE49-F238E27FC236}">
                <a16:creationId xmlns:a16="http://schemas.microsoft.com/office/drawing/2014/main" id="{F165CC57-5740-449B-B13D-1251E014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147637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7F6F2"/>
          </a:solidFill>
          <a:ln xmlns:a="http://schemas.openxmlformats.org/drawingml/2006/main" w="19050">
            <a:solidFill>
              <a:srgbClr val="969FA7"/>
            </a:solidFill>
            <a:prstDash val="solid"/>
          </a:ln>
        </p:spPr>
      </p:sp>
      <p:sp>
        <p:nvSpPr>
          <p:cNvPr id="8" name="concept_4_box">
            <a:extLst xmlns:a="http://schemas.openxmlformats.org/drawingml/2006/main">
              <a:ext uri="{FF2B5EF4-FFF2-40B4-BE49-F238E27FC236}">
                <a16:creationId xmlns:a16="http://schemas.microsoft.com/office/drawing/2014/main" id="{2CB97E65-685D-4323-A062-391CC3CA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8EDE2"/>
          </a:solidFill>
          <a:ln xmlns:a="http://schemas.openxmlformats.org/drawingml/2006/main" w="19050">
            <a:solidFill>
              <a:srgbClr val="9F541A"/>
            </a:solidFill>
            <a:prstDash val="solid"/>
          </a:ln>
        </p:spPr>
      </p:sp>
      <p:sp>
        <p:nvSpPr>
          <p:cNvPr id="9" name="concept_5_box">
            <a:extLst xmlns:a="http://schemas.openxmlformats.org/drawingml/2006/main">
              <a:ext uri="{FF2B5EF4-FFF2-40B4-BE49-F238E27FC236}">
                <a16:creationId xmlns:a16="http://schemas.microsoft.com/office/drawing/2014/main" id="{58B84F8D-76E2-4495-A8AF-FCC716BF1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69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9050">
            <a:solidFill>
              <a:srgbClr val="2F7E83"/>
            </a:solidFill>
            <a:prstDash val="solid"/>
          </a:ln>
        </p:spPr>
      </p:sp>
      <p:sp>
        <p:nvSpPr>
          <p:cNvPr id="10" name="concept_6_box">
            <a:extLst xmlns:a="http://schemas.openxmlformats.org/drawingml/2006/main">
              <a:ext uri="{FF2B5EF4-FFF2-40B4-BE49-F238E27FC236}">
                <a16:creationId xmlns:a16="http://schemas.microsoft.com/office/drawing/2014/main" id="{88050604-0803-4115-87D0-6E3D36DC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1800" y="3552825"/>
            <a:ext cx="33782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F3E8EE"/>
          </a:solidFill>
          <a:ln xmlns:a="http://schemas.openxmlformats.org/drawingml/2006/main" w="19050">
            <a:solidFill>
              <a:srgbClr val="4D1434"/>
            </a:solidFill>
            <a:prstDash val="solid"/>
          </a:ln>
        </p:spPr>
      </p:sp>
      <p:sp>
        <p:nvSpPr>
          <p:cNvPr id="11" name="concept_1_text">
            <a:extLst xmlns:a="http://schemas.openxmlformats.org/drawingml/2006/main">
              <a:ext uri="{FF2B5EF4-FFF2-40B4-BE49-F238E27FC236}">
                <a16:creationId xmlns:a16="http://schemas.microsoft.com/office/drawing/2014/main" id="{ED3208B2-71BD-482E-A062-C89CCBFE6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Medición</a:t>
            </a:r>
          </a:p>
        </p:txBody>
      </p:sp>
      <p:sp>
        <p:nvSpPr>
          <p:cNvPr id="12" name="concept_2_text">
            <a:extLst xmlns:a="http://schemas.openxmlformats.org/drawingml/2006/main">
              <a:ext uri="{FF2B5EF4-FFF2-40B4-BE49-F238E27FC236}">
                <a16:creationId xmlns:a16="http://schemas.microsoft.com/office/drawing/2014/main" id="{A17D8834-C8A6-4A6D-8B24-1750B0B83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Historia de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exposición</a:t>
            </a:r>
          </a:p>
        </p:txBody>
      </p:sp>
      <p:sp>
        <p:nvSpPr>
          <p:cNvPr id="13" name="concept_3_text">
            <a:extLst xmlns:a="http://schemas.openxmlformats.org/drawingml/2006/main">
              <a:ext uri="{FF2B5EF4-FFF2-40B4-BE49-F238E27FC236}">
                <a16:creationId xmlns:a16="http://schemas.microsoft.com/office/drawing/2014/main" id="{4DB60474-6B55-4CA9-A020-D991B1DEE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164782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3D3D3D"/>
                </a:solidFill>
              </a:defRPr>
            </a:pPr>
            <a:r>
              <a:rPr sz="2400" b="1">
                <a:solidFill>
                  <a:srgbClr val="3D3D3D"/>
                </a:solidFill>
              </a:rPr>
              <a:t>Función</a:t>
            </a:r>
          </a:p>
        </p:txBody>
      </p:sp>
      <p:sp>
        <p:nvSpPr>
          <p:cNvPr id="14" name="concept_4_text">
            <a:extLst xmlns:a="http://schemas.openxmlformats.org/drawingml/2006/main">
              <a:ext uri="{FF2B5EF4-FFF2-40B4-BE49-F238E27FC236}">
                <a16:creationId xmlns:a16="http://schemas.microsoft.com/office/drawing/2014/main" id="{A6339D3F-AAE2-49FF-8DE8-B04124347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Evaluación</a:t>
            </a:r>
          </a:p>
          <a:p xmlns:a="http://schemas.openxmlformats.org/drawingml/2006/main">
            <a:pPr algn="ctr">
              <a:defRPr sz="2400" b="1">
                <a:solidFill>
                  <a:srgbClr val="9F541A"/>
                </a:solidFill>
              </a:defRPr>
            </a:pPr>
            <a:r>
              <a:rPr sz="2400" b="1">
                <a:solidFill>
                  <a:srgbClr val="9F541A"/>
                </a:solidFill>
              </a:rPr>
              <a:t>clínica</a:t>
            </a:r>
          </a:p>
        </p:txBody>
      </p:sp>
      <p:sp>
        <p:nvSpPr>
          <p:cNvPr id="15" name="concept_5_text">
            <a:extLst xmlns:a="http://schemas.openxmlformats.org/drawingml/2006/main">
              <a:ext uri="{FF2B5EF4-FFF2-40B4-BE49-F238E27FC236}">
                <a16:creationId xmlns:a16="http://schemas.microsoft.com/office/drawing/2014/main" id="{E8354462-9824-4B67-8649-A6598C1EB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55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Variables</a:t>
            </a:r>
          </a:p>
          <a:p xmlns:a="http://schemas.openxmlformats.org/drawingml/2006/main">
            <a:pPr algn="ctr">
              <a:defRPr sz="2400" b="1">
                <a:solidFill>
                  <a:srgbClr val="2F7E83"/>
                </a:solidFill>
              </a:defRPr>
            </a:pPr>
            <a:r>
              <a:rPr sz="2400" b="1">
                <a:solidFill>
                  <a:srgbClr val="2F7E83"/>
                </a:solidFill>
              </a:rPr>
              <a:t>mediadoras</a:t>
            </a:r>
          </a:p>
        </p:txBody>
      </p:sp>
      <p:sp>
        <p:nvSpPr>
          <p:cNvPr id="16" name="concept_6_text">
            <a:extLst xmlns:a="http://schemas.openxmlformats.org/drawingml/2006/main">
              <a:ext uri="{FF2B5EF4-FFF2-40B4-BE49-F238E27FC236}">
                <a16:creationId xmlns:a16="http://schemas.microsoft.com/office/drawing/2014/main" id="{9D09D9D5-59C4-4DC8-A9DE-78D4C68B3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0400" y="3724275"/>
            <a:ext cx="292100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Conclusión</a:t>
            </a:r>
          </a:p>
          <a:p xmlns:a="http://schemas.openxmlformats.org/drawingml/2006/main">
            <a:pPr algn="ctr">
              <a:defRPr sz="2400" b="1">
                <a:solidFill>
                  <a:srgbClr val="4D1434"/>
                </a:solidFill>
              </a:defRPr>
            </a:pPr>
            <a:r>
              <a:rPr sz="2400" b="1">
                <a:solidFill>
                  <a:srgbClr val="4D1434"/>
                </a:solidFill>
              </a:rPr>
              <a:t>acotada</a:t>
            </a:r>
          </a:p>
        </p:txBody>
      </p:sp>
      <p:sp>
        <p:nvSpPr>
          <p:cNvPr id="17" name="relation_footer">
            <a:extLst xmlns:a="http://schemas.openxmlformats.org/drawingml/2006/main">
              <a:ext uri="{FF2B5EF4-FFF2-40B4-BE49-F238E27FC236}">
                <a16:creationId xmlns:a16="http://schemas.microsoft.com/office/drawing/2014/main" id="{A3B2F415-7998-428A-ABEC-D7F6D90F5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6191250"/>
            <a:ext cx="1047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969FA7"/>
                </a:solidFill>
              </a:defRPr>
            </a:pPr>
            <a:r>
              <a:rPr sz="1500" b="0">
                <a:solidFill>
                  <a:srgbClr val="969FA7"/>
                </a:solidFill>
              </a:rPr>
              <a:t>Relación de lectura: “contribuye a”, “requiere”</a:t>
            </a:r>
          </a:p>
        </p:txBody>
      </p:sp>
      <p:sp>
        <p:nvSpPr>
          <p:cNvPr id="18" name="source_note">
            <a:extLst xmlns:a="http://schemas.openxmlformats.org/drawingml/2006/main">
              <a:ext uri="{FF2B5EF4-FFF2-40B4-BE49-F238E27FC236}">
                <a16:creationId xmlns:a16="http://schemas.microsoft.com/office/drawing/2014/main" id="{9665F483-64E0-4733-BC4C-4321F4D75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969FA7"/>
                </a:solidFill>
              </a:defRPr>
            </a:pPr>
            <a:r>
              <a:rPr sz="1050" b="0">
                <a:solidFill>
                  <a:srgbClr val="969FA7"/>
                </a:solidFill>
              </a:rPr>
              <a:t>Libro del curso, capítulo 10; brief, storyboard y diagram_plan de la Unidad 10. Síntesis visual propia de la cátedra</a:t>
            </a:r>
          </a:p>
        </p:txBody>
      </p:sp>
    </p:spTree>
    <p:extLst>
      <p:ext uri="{BB962C8B-B14F-4D97-AF65-F5344CB8AC3E}">
        <p14:creationId xmlns:p14="http://schemas.microsoft.com/office/powerpoint/2010/main" val="15684599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2026-08-13T02:01:45.2350000Z</dcterms:created>
  <dcterms:modified xsi:type="dcterms:W3CDTF">2026-08-13T02:01:45.2350000Z</dcterms:modified>
</coreProperties>
</file>