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d6d897541d442c" /><Relationship Type="http://schemas.openxmlformats.org/officeDocument/2006/relationships/extended-properties" Target="/docProps/app.xml" Id="Ref07d6d10dcd4092" /><Relationship Type="http://schemas.openxmlformats.org/officeDocument/2006/relationships/officeDocument" Target="/ppt/presentation.xml" Id="Re6ede251827646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12801840d44d4b"/>
  </p:sldMasterIdLst>
  <p:notesMasterIdLst>
    <p:notesMasterId xmlns:r="http://schemas.openxmlformats.org/officeDocument/2006/relationships" r:id="Rd8c18828a761478b"/>
  </p:notesMasterIdLst>
  <p:sldIdLst>
    <p:sldId xmlns:r="http://schemas.openxmlformats.org/officeDocument/2006/relationships" id="256" r:id="R049f6f8360c24f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7169d15b27448f" /><Relationship Type="http://schemas.openxmlformats.org/officeDocument/2006/relationships/slideMaster" Target="/ppt/slideMasters/slideMaster1.xml" Id="Ree12801840d44d4b" /><Relationship Type="http://schemas.openxmlformats.org/officeDocument/2006/relationships/notesMaster" Target="/ppt/notesMasters/notesMaster1.xml" Id="Rd8c18828a761478b" /><Relationship Type="http://schemas.openxmlformats.org/officeDocument/2006/relationships/presProps" Target="/ppt/presProps.xml" Id="R1d2728c0f38a42b6" /><Relationship Type="http://schemas.openxmlformats.org/officeDocument/2006/relationships/tableStyles" Target="/ppt/tableStyles.xml" Id="Ra211828827aa424d" /><Relationship Type="http://schemas.openxmlformats.org/officeDocument/2006/relationships/slide" Target="/ppt/slides/slide1.xml" Id="R049f6f8360c24f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2068434c6f42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a220af0d044009" /><Relationship Type="http://schemas.openxmlformats.org/officeDocument/2006/relationships/notesMaster" Target="/ppt/notesMasters/notesMaster1.xml" Id="R6790ad22629d41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aa1fb39b4b42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e1b92d1480444e" /><Relationship Type="http://schemas.openxmlformats.org/officeDocument/2006/relationships/slideLayout" Target="/ppt/slideLayouts/slideLayout1.xml" Id="R1d421551f43440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421551f43440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2d7d1dc13484c" /><Relationship Type="http://schemas.openxmlformats.org/officeDocument/2006/relationships/notesSlide" Target="/ppt/notesSlides/notesSlide1.xml" Id="Rfd7c7897ba2145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_rule_1">
            <a:extLst xmlns:a="http://schemas.openxmlformats.org/drawingml/2006/main">
              <a:ext uri="{FF2B5EF4-FFF2-40B4-BE49-F238E27FC236}">
                <a16:creationId xmlns:a16="http://schemas.microsoft.com/office/drawing/2014/main" id="{894DF25B-BCE6-4BB2-A046-FD9DA936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EBF3D115-A2BC-4575-A937-E3C8752B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B61CCEC5-5366-491A-8953-44F85D32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444FB4C2-1406-4907-B030-7B746E43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Red de aplicaciones fonoaudiológicas</a:t>
            </a:r>
          </a:p>
        </p:txBody>
      </p:sp>
      <p:sp>
        <p:nvSpPr>
          <p:cNvPr id="5" name="source_box">
            <a:extLst xmlns:a="http://schemas.openxmlformats.org/drawingml/2006/main">
              <a:ext uri="{FF2B5EF4-FFF2-40B4-BE49-F238E27FC236}">
                <a16:creationId xmlns:a16="http://schemas.microsoft.com/office/drawing/2014/main" id="{FA3EAA43-7D8D-4286-B9F2-FAB6D864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2619375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path_top_box">
            <a:extLst xmlns:a="http://schemas.openxmlformats.org/drawingml/2006/main">
              <a:ext uri="{FF2B5EF4-FFF2-40B4-BE49-F238E27FC236}">
                <a16:creationId xmlns:a16="http://schemas.microsoft.com/office/drawing/2014/main" id="{5A5E3BEA-FA96-4B43-B580-F0D53922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76375"/>
            <a:ext cx="2571750" cy="10953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7" name="path_bottom_box">
            <a:extLst xmlns:a="http://schemas.openxmlformats.org/drawingml/2006/main">
              <a:ext uri="{FF2B5EF4-FFF2-40B4-BE49-F238E27FC236}">
                <a16:creationId xmlns:a16="http://schemas.microsoft.com/office/drawing/2014/main" id="{0BA8E811-856D-4038-AA99-A2AC3B1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57625"/>
            <a:ext cx="2571750" cy="10953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space_box">
            <a:extLst xmlns:a="http://schemas.openxmlformats.org/drawingml/2006/main">
              <a:ext uri="{FF2B5EF4-FFF2-40B4-BE49-F238E27FC236}">
                <a16:creationId xmlns:a16="http://schemas.microsoft.com/office/drawing/2014/main" id="{7D068437-F957-405F-A4B7-11CDC38E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23812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receiver_box">
            <a:extLst xmlns:a="http://schemas.openxmlformats.org/drawingml/2006/main">
              <a:ext uri="{FF2B5EF4-FFF2-40B4-BE49-F238E27FC236}">
                <a16:creationId xmlns:a16="http://schemas.microsoft.com/office/drawing/2014/main" id="{ED21F963-5515-43FF-BE1D-641867B8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47650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condition_box">
            <a:extLst xmlns:a="http://schemas.openxmlformats.org/drawingml/2006/main">
              <a:ext uri="{FF2B5EF4-FFF2-40B4-BE49-F238E27FC236}">
                <a16:creationId xmlns:a16="http://schemas.microsoft.com/office/drawing/2014/main" id="{F5D37E9C-CF19-4A02-A18B-6B29E465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86375"/>
            <a:ext cx="5953125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34" name="route_1a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314700" y="1362075"/>
            <a:ext cx="2800350" cy="1685925"/>
          </a:xfrm>
          <a:prstGeom xmlns:a="http://schemas.openxmlformats.org/drawingml/2006/main" prst="bentConnector4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5" name="route_1b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000750" y="2024063"/>
            <a:ext cx="285750" cy="10239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6" name="route_2a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314700" y="3048000"/>
            <a:ext cx="2800350" cy="2019300"/>
          </a:xfrm>
          <a:prstGeom xmlns:a="http://schemas.openxmlformats.org/drawingml/2006/main" prst="bentConnector4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7" name="route_2b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6000750" y="3048000"/>
            <a:ext cx="28575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route_3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667750" y="30480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source_text">
            <a:extLst xmlns:a="http://schemas.openxmlformats.org/drawingml/2006/main">
              <a:ext uri="{FF2B5EF4-FFF2-40B4-BE49-F238E27FC236}">
                <a16:creationId xmlns:a16="http://schemas.microsoft.com/office/drawing/2014/main" id="{0B2095C8-F12F-4FBC-AE89-AD387D61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52700"/>
            <a:ext cx="21621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Caracterizar</a:t>
            </a:r>
          </a:p>
        </p:txBody>
      </p:sp>
      <p:sp>
        <p:nvSpPr>
          <p:cNvPr id="17" name="path_top_text">
            <a:extLst xmlns:a="http://schemas.openxmlformats.org/drawingml/2006/main">
              <a:ext uri="{FF2B5EF4-FFF2-40B4-BE49-F238E27FC236}">
                <a16:creationId xmlns:a16="http://schemas.microsoft.com/office/drawing/2014/main" id="{30DEB267-96EE-41A2-8B33-62315E2F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647825"/>
            <a:ext cx="21145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Evaluación</a:t>
            </a:r>
          </a:p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auditiva</a:t>
            </a:r>
          </a:p>
        </p:txBody>
      </p:sp>
      <p:sp>
        <p:nvSpPr>
          <p:cNvPr id="18" name="path_bottom_text">
            <a:extLst xmlns:a="http://schemas.openxmlformats.org/drawingml/2006/main">
              <a:ext uri="{FF2B5EF4-FFF2-40B4-BE49-F238E27FC236}">
                <a16:creationId xmlns:a16="http://schemas.microsoft.com/office/drawing/2014/main" id="{D7123AD5-1919-4633-813E-2C92F7CA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29075"/>
            <a:ext cx="21145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Voz y habla</a:t>
            </a:r>
          </a:p>
        </p:txBody>
      </p:sp>
      <p:sp>
        <p:nvSpPr>
          <p:cNvPr id="19" name="space_text">
            <a:extLst xmlns:a="http://schemas.openxmlformats.org/drawingml/2006/main">
              <a:ext uri="{FF2B5EF4-FFF2-40B4-BE49-F238E27FC236}">
                <a16:creationId xmlns:a16="http://schemas.microsoft.com/office/drawing/2014/main" id="{4FE9BB07-55AF-49EC-8023-6E155A87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52700"/>
            <a:ext cx="192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Ambiente</a:t>
            </a:r>
          </a:p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clínico</a:t>
            </a:r>
          </a:p>
        </p:txBody>
      </p:sp>
      <p:sp>
        <p:nvSpPr>
          <p:cNvPr id="20" name="receiver_text">
            <a:extLst xmlns:a="http://schemas.openxmlformats.org/drawingml/2006/main">
              <a:ext uri="{FF2B5EF4-FFF2-40B4-BE49-F238E27FC236}">
                <a16:creationId xmlns:a16="http://schemas.microsoft.com/office/drawing/2014/main" id="{49383A30-5618-4D7C-BD2C-914357D3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552700"/>
            <a:ext cx="2019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Prevención</a:t>
            </a:r>
          </a:p>
        </p:txBody>
      </p:sp>
      <p:sp>
        <p:nvSpPr>
          <p:cNvPr id="21" name="condition_text">
            <a:extLst xmlns:a="http://schemas.openxmlformats.org/drawingml/2006/main">
              <a:ext uri="{FF2B5EF4-FFF2-40B4-BE49-F238E27FC236}">
                <a16:creationId xmlns:a16="http://schemas.microsoft.com/office/drawing/2014/main" id="{3EA1711E-79A4-4F2E-A21A-27332528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457825"/>
            <a:ext cx="54959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Receptor</a:t>
            </a:r>
          </a:p>
        </p:txBody>
      </p:sp>
      <p:sp>
        <p:nvSpPr>
          <p:cNvPr id="22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67CF6FE2-99B4-4C23-BAE7-67389733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Desde nodo “caracterizar”</a:t>
            </a:r>
          </a:p>
        </p:txBody>
      </p:sp>
      <p:sp>
        <p:nvSpPr>
          <p:cNvPr id="23" name="source_note">
            <a:extLst xmlns:a="http://schemas.openxmlformats.org/drawingml/2006/main">
              <a:ext uri="{FF2B5EF4-FFF2-40B4-BE49-F238E27FC236}">
                <a16:creationId xmlns:a16="http://schemas.microsoft.com/office/drawing/2014/main" id="{2D2B8A5B-5E18-40E1-8C52-553F7115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7484681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2026-08-13T02:01:47.4600000Z</dcterms:created>
  <dcterms:modified xsi:type="dcterms:W3CDTF">2026-08-13T02:01:47.4600000Z</dcterms:modified>
</coreProperties>
</file>