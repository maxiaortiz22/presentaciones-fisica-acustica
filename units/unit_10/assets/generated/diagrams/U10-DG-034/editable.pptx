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5d81ef38ef4213" /><Relationship Type="http://schemas.openxmlformats.org/officeDocument/2006/relationships/extended-properties" Target="/docProps/app.xml" Id="R053349f9c1d7444e" /><Relationship Type="http://schemas.openxmlformats.org/officeDocument/2006/relationships/officeDocument" Target="/ppt/presentation.xml" Id="Rf01474c12cd741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0e15377c754675"/>
  </p:sldMasterIdLst>
  <p:notesMasterIdLst>
    <p:notesMasterId xmlns:r="http://schemas.openxmlformats.org/officeDocument/2006/relationships" r:id="R0c6e731231dc4300"/>
  </p:notesMasterIdLst>
  <p:sldIdLst>
    <p:sldId xmlns:r="http://schemas.openxmlformats.org/officeDocument/2006/relationships" id="256" r:id="R258c6a8f42954e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ac99e2eb1e4b8f" /><Relationship Type="http://schemas.openxmlformats.org/officeDocument/2006/relationships/slideMaster" Target="/ppt/slideMasters/slideMaster1.xml" Id="Re50e15377c754675" /><Relationship Type="http://schemas.openxmlformats.org/officeDocument/2006/relationships/notesMaster" Target="/ppt/notesMasters/notesMaster1.xml" Id="R0c6e731231dc4300" /><Relationship Type="http://schemas.openxmlformats.org/officeDocument/2006/relationships/presProps" Target="/ppt/presProps.xml" Id="Rc0bcc97f311243c9" /><Relationship Type="http://schemas.openxmlformats.org/officeDocument/2006/relationships/tableStyles" Target="/ppt/tableStyles.xml" Id="R23ece5a71a5c4eb9" /><Relationship Type="http://schemas.openxmlformats.org/officeDocument/2006/relationships/slide" Target="/ppt/slides/slide1.xml" Id="R258c6a8f42954e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c670bd31b944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ceca8f5c004ffa" /><Relationship Type="http://schemas.openxmlformats.org/officeDocument/2006/relationships/notesMaster" Target="/ppt/notesMasters/notesMaster1.xml" Id="R62867ebf322141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3943a5ee04a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d855775bc54e57" /><Relationship Type="http://schemas.openxmlformats.org/officeDocument/2006/relationships/slideLayout" Target="/ppt/slideLayouts/slideLayout1.xml" Id="R8cb51082b1f049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b51082b1f049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1c0a612934e98" /><Relationship Type="http://schemas.openxmlformats.org/officeDocument/2006/relationships/notesSlide" Target="/ppt/notesSlides/notesSlide1.xml" Id="R8df03762ce474a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1">
            <a:extLst xmlns:a="http://schemas.openxmlformats.org/drawingml/2006/main">
              <a:ext uri="{FF2B5EF4-FFF2-40B4-BE49-F238E27FC236}">
                <a16:creationId xmlns:a16="http://schemas.microsoft.com/office/drawing/2014/main" id="{1A617A68-B336-44A6-817C-BE3C46B8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0D564648-0BD0-4610-9A39-B30E7E38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8162EDD8-DD54-4771-85B4-E9F4C001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94884878-8561-4B64-B0DA-29A71C58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Palancas de SNR en comunicación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3896D5EC-F4CF-4F09-8B5E-0FEAC1F0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61937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top_box">
            <a:extLst xmlns:a="http://schemas.openxmlformats.org/drawingml/2006/main">
              <a:ext uri="{FF2B5EF4-FFF2-40B4-BE49-F238E27FC236}">
                <a16:creationId xmlns:a16="http://schemas.microsoft.com/office/drawing/2014/main" id="{CB3E782E-413E-4221-AFB1-EE62C8B6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25717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ath_bottom_box">
            <a:extLst xmlns:a="http://schemas.openxmlformats.org/drawingml/2006/main">
              <a:ext uri="{FF2B5EF4-FFF2-40B4-BE49-F238E27FC236}">
                <a16:creationId xmlns:a16="http://schemas.microsoft.com/office/drawing/2014/main" id="{84972A0F-58A7-400F-AD6B-571CA678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25717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pace_box">
            <a:extLst xmlns:a="http://schemas.openxmlformats.org/drawingml/2006/main">
              <a:ext uri="{FF2B5EF4-FFF2-40B4-BE49-F238E27FC236}">
                <a16:creationId xmlns:a16="http://schemas.microsoft.com/office/drawing/2014/main" id="{AE765205-9270-4B16-A8D2-5205666A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381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B0E2D9BD-43C4-499D-A0B9-0758F9CC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010E0E7B-44D2-4501-BB8B-F8FEC114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86375"/>
            <a:ext cx="595312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4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14700" y="1362075"/>
            <a:ext cx="2800350" cy="1685925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00750" y="2024063"/>
            <a:ext cx="285750" cy="1023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14700" y="3048000"/>
            <a:ext cx="2800350" cy="201930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3048000"/>
            <a:ext cx="28575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route_3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67750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ource_text">
            <a:extLst xmlns:a="http://schemas.openxmlformats.org/drawingml/2006/main">
              <a:ext uri="{FF2B5EF4-FFF2-40B4-BE49-F238E27FC236}">
                <a16:creationId xmlns:a16="http://schemas.microsoft.com/office/drawing/2014/main" id="{763E040A-D36A-4638-BA6E-E8E0A6DE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21621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Fuente vocal</a:t>
            </a:r>
          </a:p>
        </p:txBody>
      </p:sp>
      <p:sp>
        <p:nvSpPr>
          <p:cNvPr id="17" name="path_top_text">
            <a:extLst xmlns:a="http://schemas.openxmlformats.org/drawingml/2006/main">
              <a:ext uri="{FF2B5EF4-FFF2-40B4-BE49-F238E27FC236}">
                <a16:creationId xmlns:a16="http://schemas.microsoft.com/office/drawing/2014/main" id="{4CE1EB86-34B5-4D6D-AA0B-BA81CD4B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47825"/>
            <a:ext cx="2114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Reducir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distancia</a:t>
            </a:r>
          </a:p>
        </p:txBody>
      </p:sp>
      <p:sp>
        <p:nvSpPr>
          <p:cNvPr id="18" name="path_bottom_text">
            <a:extLst xmlns:a="http://schemas.openxmlformats.org/drawingml/2006/main">
              <a:ext uri="{FF2B5EF4-FFF2-40B4-BE49-F238E27FC236}">
                <a16:creationId xmlns:a16="http://schemas.microsoft.com/office/drawing/2014/main" id="{599AC294-6C17-45D0-ACCE-04E003C7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29075"/>
            <a:ext cx="2114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Reducir ruido</a:t>
            </a:r>
          </a:p>
        </p:txBody>
      </p:sp>
      <p:sp>
        <p:nvSpPr>
          <p:cNvPr id="19" name="space_text">
            <a:extLst xmlns:a="http://schemas.openxmlformats.org/drawingml/2006/main">
              <a:ext uri="{FF2B5EF4-FFF2-40B4-BE49-F238E27FC236}">
                <a16:creationId xmlns:a16="http://schemas.microsoft.com/office/drawing/2014/main" id="{BA02D905-DA4C-4E37-BFC4-067B1C5D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Oyente</a:t>
            </a:r>
          </a:p>
        </p:txBody>
      </p:sp>
      <p:sp>
        <p:nvSpPr>
          <p:cNvPr id="20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F49B244E-DA31-459F-9F94-21FBD4DC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52700"/>
            <a:ext cx="2019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Tratamiento</a:t>
            </a:r>
          </a:p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del recinto</a:t>
            </a:r>
          </a:p>
        </p:txBody>
      </p:sp>
      <p:sp>
        <p:nvSpPr>
          <p:cNvPr id="21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8982F1C7-C937-464B-99D3-CD04F7AF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57825"/>
            <a:ext cx="5495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La SNR no garantiza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inteligibilidad</a:t>
            </a:r>
          </a:p>
        </p:txBody>
      </p:sp>
      <p:sp>
        <p:nvSpPr>
          <p:cNvPr id="22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53F1A47A-FCDF-4DBD-9A6A-9D2E9087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“aumenta señal”, “reduce ruido”, “modifica tarea”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2B4CA0E-56AC-444B-A6D1-8FB26187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669185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2026-08-13T02:01:41.5050000Z</dcterms:created>
  <dcterms:modified xsi:type="dcterms:W3CDTF">2026-08-13T02:01:41.5050000Z</dcterms:modified>
</coreProperties>
</file>