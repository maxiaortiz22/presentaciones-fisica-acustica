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a10b5c695a42a7" /><Relationship Type="http://schemas.openxmlformats.org/officeDocument/2006/relationships/extended-properties" Target="/docProps/app.xml" Id="Rff6e7ad1ca2f4185" /><Relationship Type="http://schemas.openxmlformats.org/officeDocument/2006/relationships/officeDocument" Target="/ppt/presentation.xml" Id="R31818478ad8245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8ad39f185f479d"/>
  </p:sldMasterIdLst>
  <p:notesMasterIdLst>
    <p:notesMasterId xmlns:r="http://schemas.openxmlformats.org/officeDocument/2006/relationships" r:id="Reab26535c56e444f"/>
  </p:notesMasterIdLst>
  <p:sldIdLst>
    <p:sldId xmlns:r="http://schemas.openxmlformats.org/officeDocument/2006/relationships" id="256" r:id="R6a8a10556eaa46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2ae21ffb24532" /><Relationship Type="http://schemas.openxmlformats.org/officeDocument/2006/relationships/slideMaster" Target="/ppt/slideMasters/slideMaster1.xml" Id="R358ad39f185f479d" /><Relationship Type="http://schemas.openxmlformats.org/officeDocument/2006/relationships/notesMaster" Target="/ppt/notesMasters/notesMaster1.xml" Id="Reab26535c56e444f" /><Relationship Type="http://schemas.openxmlformats.org/officeDocument/2006/relationships/presProps" Target="/ppt/presProps.xml" Id="Rdd7bd642a3354e39" /><Relationship Type="http://schemas.openxmlformats.org/officeDocument/2006/relationships/tableStyles" Target="/ppt/tableStyles.xml" Id="R32baf78ce9f546d5" /><Relationship Type="http://schemas.openxmlformats.org/officeDocument/2006/relationships/slide" Target="/ppt/slides/slide1.xml" Id="R6a8a10556eaa46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0ecea702224e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8b3375ac6643ff" /><Relationship Type="http://schemas.openxmlformats.org/officeDocument/2006/relationships/notesMaster" Target="/ppt/notesMasters/notesMaster1.xml" Id="R1650e212e36e4d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6127583fb47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2d0ab4c2874c28" /><Relationship Type="http://schemas.openxmlformats.org/officeDocument/2006/relationships/slideLayout" Target="/ppt/slideLayouts/slideLayout1.xml" Id="R8c769f933b674b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69f933b674b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310bef486432a" /><Relationship Type="http://schemas.openxmlformats.org/officeDocument/2006/relationships/notesSlide" Target="/ppt/notesSlides/notesSlide1.xml" Id="Raa5d51b2000645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27ECBB13-F42C-44AA-9AE4-35E180CD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E95903D5-BBA2-470B-8D9B-D8C48541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F432E234-7530-47CB-851A-1FDC4A7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18993986-8BB1-4E40-83C0-A2806883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Cálculo de potencia en una banda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0C960036-729F-4128-8DFC-55D211A1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53910AA1-20F1-4C70-A81A-FD7E24A9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F2B863C5-ECD8-400D-9272-629F99DD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BAC8F384-CBD0-46B7-AA9C-58D00AC3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7653826F-95DC-42A8-9AA8-8199463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D895E43E-BF62-4E9F-845A-F36C5916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Sₚₚ = 4,0×10⁻⁸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Pa²/Hz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A23A5418-134F-4B0D-9F22-6F900F78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Δf = 100 Hz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665AE1B0-12BA-42A7-8900-E9091B7C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p²_B,rms =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4,0×10⁻⁶ Pa²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49B8BA78-C6C7-4EA2-B746-B77C8AC4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p_B,rms = 2,0 mPa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2DC5A449-B4BC-4CA0-9FC8-6000B11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Lₚ = 40 dB SPL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DAA621F3-D2A7-4D80-8582-A8E943C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Flechas “calcular”, “integrar”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D3EEB52-9758-49CD-983D-D8CF56ED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975989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2026-08-13T02:01:35.4370000Z</dcterms:created>
  <dcterms:modified xsi:type="dcterms:W3CDTF">2026-08-13T02:01:35.4370000Z</dcterms:modified>
</coreProperties>
</file>