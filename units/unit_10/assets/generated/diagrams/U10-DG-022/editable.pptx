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e6cd5be3744183" /><Relationship Type="http://schemas.openxmlformats.org/officeDocument/2006/relationships/extended-properties" Target="/docProps/app.xml" Id="R1b99476765b441a6" /><Relationship Type="http://schemas.openxmlformats.org/officeDocument/2006/relationships/officeDocument" Target="/ppt/presentation.xml" Id="Re59f2a42f2774f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ee716cfd724eb6"/>
  </p:sldMasterIdLst>
  <p:notesMasterIdLst>
    <p:notesMasterId xmlns:r="http://schemas.openxmlformats.org/officeDocument/2006/relationships" r:id="Rece29db5e1344c93"/>
  </p:notesMasterIdLst>
  <p:sldIdLst>
    <p:sldId xmlns:r="http://schemas.openxmlformats.org/officeDocument/2006/relationships" id="256" r:id="R6e8088daafd1403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f2c129bb3c84c0f" /><Relationship Type="http://schemas.openxmlformats.org/officeDocument/2006/relationships/slideMaster" Target="/ppt/slideMasters/slideMaster1.xml" Id="Ra9ee716cfd724eb6" /><Relationship Type="http://schemas.openxmlformats.org/officeDocument/2006/relationships/notesMaster" Target="/ppt/notesMasters/notesMaster1.xml" Id="Rece29db5e1344c93" /><Relationship Type="http://schemas.openxmlformats.org/officeDocument/2006/relationships/presProps" Target="/ppt/presProps.xml" Id="Rf8996f6c76f24f12" /><Relationship Type="http://schemas.openxmlformats.org/officeDocument/2006/relationships/tableStyles" Target="/ppt/tableStyles.xml" Id="R35732fb969b84031" /><Relationship Type="http://schemas.openxmlformats.org/officeDocument/2006/relationships/slide" Target="/ppt/slides/slide1.xml" Id="R6e8088daafd1403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b8223f48bd644d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7ad960ff6fe4ad6" /><Relationship Type="http://schemas.openxmlformats.org/officeDocument/2006/relationships/notesMaster" Target="/ppt/notesMasters/notesMaster1.xml" Id="Rac07179cc46144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0340b312c2435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6c0fe9b0074961" /><Relationship Type="http://schemas.openxmlformats.org/officeDocument/2006/relationships/slideLayout" Target="/ppt/slideLayouts/slideLayout1.xml" Id="Ra51af49ed9ff49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51af49ed9ff49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4798779c1e4ea8" /><Relationship Type="http://schemas.openxmlformats.org/officeDocument/2006/relationships/notesSlide" Target="/ppt/notesSlides/notesSlide1.xml" Id="Raf607d8bdeff43a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op_rule_1">
            <a:extLst xmlns:a="http://schemas.openxmlformats.org/drawingml/2006/main">
              <a:ext uri="{FF2B5EF4-FFF2-40B4-BE49-F238E27FC236}">
                <a16:creationId xmlns:a16="http://schemas.microsoft.com/office/drawing/2014/main" id="{1AB99402-BD65-4291-A013-EE0273881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2">
            <a:extLst xmlns:a="http://schemas.openxmlformats.org/drawingml/2006/main">
              <a:ext uri="{FF2B5EF4-FFF2-40B4-BE49-F238E27FC236}">
                <a16:creationId xmlns:a16="http://schemas.microsoft.com/office/drawing/2014/main" id="{D0B76726-9F68-4EC3-AFFD-6DD4C0B52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3">
            <a:extLst xmlns:a="http://schemas.openxmlformats.org/drawingml/2006/main">
              <a:ext uri="{FF2B5EF4-FFF2-40B4-BE49-F238E27FC236}">
                <a16:creationId xmlns:a16="http://schemas.microsoft.com/office/drawing/2014/main" id="{3CE7EB32-A378-48DB-B0C0-365789D93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A3BDC28B-F7F9-45D6-B132-6CDAEA3E9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Ruido conformado al habla</a:t>
            </a:r>
          </a:p>
        </p:txBody>
      </p:sp>
      <p:sp>
        <p:nvSpPr>
          <p:cNvPr id="5" name="concept_1_box">
            <a:extLst xmlns:a="http://schemas.openxmlformats.org/drawingml/2006/main">
              <a:ext uri="{FF2B5EF4-FFF2-40B4-BE49-F238E27FC236}">
                <a16:creationId xmlns:a16="http://schemas.microsoft.com/office/drawing/2014/main" id="{BD1D5B9B-A0E2-4E19-BB07-C2820413D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33782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concept_2_box">
            <a:extLst xmlns:a="http://schemas.openxmlformats.org/drawingml/2006/main">
              <a:ext uri="{FF2B5EF4-FFF2-40B4-BE49-F238E27FC236}">
                <a16:creationId xmlns:a16="http://schemas.microsoft.com/office/drawing/2014/main" id="{41E788B9-35FE-4082-9FCB-6143FA335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1476375"/>
            <a:ext cx="33782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concept_3_box">
            <a:extLst xmlns:a="http://schemas.openxmlformats.org/drawingml/2006/main">
              <a:ext uri="{FF2B5EF4-FFF2-40B4-BE49-F238E27FC236}">
                <a16:creationId xmlns:a16="http://schemas.microsoft.com/office/drawing/2014/main" id="{D9F3151C-D1CA-44E0-A187-9EAB2281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1476375"/>
            <a:ext cx="33782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concept_4_box">
            <a:extLst xmlns:a="http://schemas.openxmlformats.org/drawingml/2006/main">
              <a:ext uri="{FF2B5EF4-FFF2-40B4-BE49-F238E27FC236}">
                <a16:creationId xmlns:a16="http://schemas.microsoft.com/office/drawing/2014/main" id="{701C07FD-31FD-441E-A774-A97A3D38C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52825"/>
            <a:ext cx="33782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concept_5_box">
            <a:extLst xmlns:a="http://schemas.openxmlformats.org/drawingml/2006/main">
              <a:ext uri="{FF2B5EF4-FFF2-40B4-BE49-F238E27FC236}">
                <a16:creationId xmlns:a16="http://schemas.microsoft.com/office/drawing/2014/main" id="{E121C5B1-90B4-4167-9DB1-05090E68A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3552825"/>
            <a:ext cx="33782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0" name="concept_1_text">
            <a:extLst xmlns:a="http://schemas.openxmlformats.org/drawingml/2006/main">
              <a:ext uri="{FF2B5EF4-FFF2-40B4-BE49-F238E27FC236}">
                <a16:creationId xmlns:a16="http://schemas.microsoft.com/office/drawing/2014/main" id="{5080B9FA-F8C3-4704-A3C2-308206767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47825"/>
            <a:ext cx="2921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Ruido de banda</a:t>
            </a:r>
          </a:p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ancha</a:t>
            </a:r>
          </a:p>
        </p:txBody>
      </p:sp>
      <p:sp>
        <p:nvSpPr>
          <p:cNvPr id="11" name="concept_2_text">
            <a:extLst xmlns:a="http://schemas.openxmlformats.org/drawingml/2006/main">
              <a:ext uri="{FF2B5EF4-FFF2-40B4-BE49-F238E27FC236}">
                <a16:creationId xmlns:a16="http://schemas.microsoft.com/office/drawing/2014/main" id="{0637133C-7EBE-40E1-AD56-052D5C6C7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1647825"/>
            <a:ext cx="2921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Filtro H(f)</a:t>
            </a:r>
          </a:p>
        </p:txBody>
      </p:sp>
      <p:sp>
        <p:nvSpPr>
          <p:cNvPr id="12" name="concept_3_text">
            <a:extLst xmlns:a="http://schemas.openxmlformats.org/drawingml/2006/main">
              <a:ext uri="{FF2B5EF4-FFF2-40B4-BE49-F238E27FC236}">
                <a16:creationId xmlns:a16="http://schemas.microsoft.com/office/drawing/2014/main" id="{DAC85609-571B-48C6-929E-CCD7EE38C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1647825"/>
            <a:ext cx="2921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Contorno objetivo</a:t>
            </a:r>
          </a:p>
        </p:txBody>
      </p:sp>
      <p:sp>
        <p:nvSpPr>
          <p:cNvPr id="13" name="concept_4_text">
            <a:extLst xmlns:a="http://schemas.openxmlformats.org/drawingml/2006/main">
              <a:ext uri="{FF2B5EF4-FFF2-40B4-BE49-F238E27FC236}">
                <a16:creationId xmlns:a16="http://schemas.microsoft.com/office/drawing/2014/main" id="{B6F15239-837D-4D31-979D-7A876404F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24275"/>
            <a:ext cx="2921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Ruido con forma</a:t>
            </a:r>
          </a:p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de habla</a:t>
            </a:r>
          </a:p>
        </p:txBody>
      </p:sp>
      <p:sp>
        <p:nvSpPr>
          <p:cNvPr id="14" name="concept_5_text">
            <a:extLst xmlns:a="http://schemas.openxmlformats.org/drawingml/2006/main">
              <a:ext uri="{FF2B5EF4-FFF2-40B4-BE49-F238E27FC236}">
                <a16:creationId xmlns:a16="http://schemas.microsoft.com/office/drawing/2014/main" id="{3A4271B0-4E82-4368-AD93-F1575B619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3724275"/>
            <a:ext cx="2921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Conserva forma;</a:t>
            </a:r>
          </a:p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no es habla</a:t>
            </a:r>
          </a:p>
        </p:txBody>
      </p:sp>
      <p:sp>
        <p:nvSpPr>
          <p:cNvPr id="15" name="relation_footer">
            <a:extLst xmlns:a="http://schemas.openxmlformats.org/drawingml/2006/main">
              <a:ext uri="{FF2B5EF4-FFF2-40B4-BE49-F238E27FC236}">
                <a16:creationId xmlns:a16="http://schemas.microsoft.com/office/drawing/2014/main" id="{63CC00DE-BAD1-4A83-A708-1A0D35287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91250"/>
            <a:ext cx="1047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Relación de lectura: “filtra según”; “conserva contorno, no habla”</a:t>
            </a:r>
          </a:p>
        </p:txBody>
      </p:sp>
      <p:sp>
        <p:nvSpPr>
          <p:cNvPr id="16" name="source_note">
            <a:extLst xmlns:a="http://schemas.openxmlformats.org/drawingml/2006/main">
              <a:ext uri="{FF2B5EF4-FFF2-40B4-BE49-F238E27FC236}">
                <a16:creationId xmlns:a16="http://schemas.microsoft.com/office/drawing/2014/main" id="{04929799-3421-415E-A6F1-637450AF3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Libro del curso, capítulo 10; brief, storyboard y diagram_plan de la Unidad 10. Síntesis visual propia de la cátedra</a:t>
            </a:r>
          </a:p>
        </p:txBody>
      </p:sp>
    </p:spTree>
    <p:extLst>
      <p:ext uri="{BB962C8B-B14F-4D97-AF65-F5344CB8AC3E}">
        <p14:creationId xmlns:p14="http://schemas.microsoft.com/office/powerpoint/2010/main" val="13350794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2026-08-13T02:01:36.4120000Z</dcterms:created>
  <dcterms:modified xsi:type="dcterms:W3CDTF">2026-08-13T02:01:36.4120000Z</dcterms:modified>
</coreProperties>
</file>