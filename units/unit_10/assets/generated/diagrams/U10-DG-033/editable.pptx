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bce3041a449f9" /><Relationship Type="http://schemas.openxmlformats.org/officeDocument/2006/relationships/extended-properties" Target="/docProps/app.xml" Id="R733fa7171c9b4448" /><Relationship Type="http://schemas.openxmlformats.org/officeDocument/2006/relationships/officeDocument" Target="/ppt/presentation.xml" Id="Rddf8b3dde4dd4a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635ae35cb441a"/>
  </p:sldMasterIdLst>
  <p:notesMasterIdLst>
    <p:notesMasterId xmlns:r="http://schemas.openxmlformats.org/officeDocument/2006/relationships" r:id="Rc4bc8a2e653949af"/>
  </p:notesMasterIdLst>
  <p:sldIdLst>
    <p:sldId xmlns:r="http://schemas.openxmlformats.org/officeDocument/2006/relationships" id="256" r:id="Rf1872a41c6ab4f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50d6bc666422e" /><Relationship Type="http://schemas.openxmlformats.org/officeDocument/2006/relationships/slideMaster" Target="/ppt/slideMasters/slideMaster1.xml" Id="R3b6635ae35cb441a" /><Relationship Type="http://schemas.openxmlformats.org/officeDocument/2006/relationships/notesMaster" Target="/ppt/notesMasters/notesMaster1.xml" Id="Rc4bc8a2e653949af" /><Relationship Type="http://schemas.openxmlformats.org/officeDocument/2006/relationships/presProps" Target="/ppt/presProps.xml" Id="R443f03c747274c81" /><Relationship Type="http://schemas.openxmlformats.org/officeDocument/2006/relationships/tableStyles" Target="/ppt/tableStyles.xml" Id="Rec98d8058c054060" /><Relationship Type="http://schemas.openxmlformats.org/officeDocument/2006/relationships/slide" Target="/ppt/slides/slide1.xml" Id="Rf1872a41c6ab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986cd5b9e74d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e5f65808414648" /><Relationship Type="http://schemas.openxmlformats.org/officeDocument/2006/relationships/notesMaster" Target="/ppt/notesMasters/notesMaster1.xml" Id="R5b445db6a3fc49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f1d8d6c7b40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4bb0200c574468" /><Relationship Type="http://schemas.openxmlformats.org/officeDocument/2006/relationships/slideLayout" Target="/ppt/slideLayouts/slideLayout1.xml" Id="R19d096e9b98f4c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d096e9b98f4c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dc1f8b8434e7f" /><Relationship Type="http://schemas.openxmlformats.org/officeDocument/2006/relationships/notesSlide" Target="/ppt/notesSlides/notesSlide1.xml" Id="R4e3c37429e374f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1">
            <a:extLst xmlns:a="http://schemas.openxmlformats.org/drawingml/2006/main">
              <a:ext uri="{FF2B5EF4-FFF2-40B4-BE49-F238E27FC236}">
                <a16:creationId xmlns:a16="http://schemas.microsoft.com/office/drawing/2014/main" id="{69DE47FE-3F3C-478B-A7B8-602D0BE4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9F551092-3B43-45F9-9C06-4DA53AC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DDC0F12A-81C0-40ED-A178-0A28524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C90CE3F8-A9DA-4430-9FBB-671B80B8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Ecuación de SNR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326EAEE9-F9A7-46F5-BC0F-A1F74831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5429250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75D10D8-1D06-48D1-A71A-3294F53D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A683CA5E-46BA-419B-B5B1-8E555A7C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3335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A73A7766-B508-470F-9825-425DCDB5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FB52B0B9-C274-4ED0-AC1A-7DB8D2B3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72000"/>
            <a:ext cx="2571750" cy="10477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0075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743950" y="1219200"/>
            <a:ext cx="2800350" cy="204311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67075" y="3262313"/>
            <a:ext cx="133350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743950" y="3262313"/>
            <a:ext cx="180975" cy="1833563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3D3D3D"/>
            </a:solidFill>
            <a:prstDash val="soli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4BAFAAED-1940-422E-A10D-05A74A3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743200"/>
            <a:ext cx="49720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SNR = L(señal) −</a:t>
            </a:r>
          </a:p>
          <a:p xmlns:a="http://schemas.openxmlformats.org/drawingml/2006/main">
            <a:pPr algn="ctr">
              <a:defRPr sz="3600" b="0">
                <a:solidFill>
                  <a:srgbClr val="4D1434"/>
                </a:solidFill>
              </a:defRPr>
            </a:pPr>
            <a:r>
              <a:rPr sz="3600" b="0">
                <a:solidFill>
                  <a:srgbClr val="4D1434"/>
                </a:solidFill>
              </a:rPr>
              <a:t>L(ruido)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567DFA3F-6ED3-4E8C-A864-EE7B01ED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L(señal):</a:t>
            </a:r>
          </a:p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comparable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525B95B6-8A61-4B18-99CF-AE0466A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L(ruido):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comparable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3EA380CE-DD9F-4705-97F0-D8649E4E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SNR &gt; 0: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señal mayor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5A4ABEDD-6875-42D2-B13A-2F098F3F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43450"/>
            <a:ext cx="2114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SNR &lt; 0: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ruido mayor</a:t>
            </a:r>
          </a:p>
        </p:txBody>
      </p:sp>
      <p:sp>
        <p:nvSpPr>
          <p:cNvPr id="19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03B5FCC7-3562-4A7E-A05B-88DA95E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Callouts exteriores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50BCCD9-F2F0-4D16-8AA4-EA82F85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774655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2026-08-13T02:01:41.0460000Z</dcterms:created>
  <dcterms:modified xsi:type="dcterms:W3CDTF">2026-08-13T02:01:41.0460000Z</dcterms:modified>
</coreProperties>
</file>