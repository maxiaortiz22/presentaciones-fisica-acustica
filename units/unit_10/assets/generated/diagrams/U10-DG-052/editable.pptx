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8beabd41764a39" /><Relationship Type="http://schemas.openxmlformats.org/officeDocument/2006/relationships/extended-properties" Target="/docProps/app.xml" Id="Reaeb35d817714848" /><Relationship Type="http://schemas.openxmlformats.org/officeDocument/2006/relationships/officeDocument" Target="/ppt/presentation.xml" Id="Ra0e8db554e8249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9114e079f840d7"/>
  </p:sldMasterIdLst>
  <p:notesMasterIdLst>
    <p:notesMasterId xmlns:r="http://schemas.openxmlformats.org/officeDocument/2006/relationships" r:id="R22a380337d7d4e23"/>
  </p:notesMasterIdLst>
  <p:sldIdLst>
    <p:sldId xmlns:r="http://schemas.openxmlformats.org/officeDocument/2006/relationships" id="256" r:id="R4b3d17bd1e5948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ee3aba588246b2" /><Relationship Type="http://schemas.openxmlformats.org/officeDocument/2006/relationships/slideMaster" Target="/ppt/slideMasters/slideMaster1.xml" Id="R6a9114e079f840d7" /><Relationship Type="http://schemas.openxmlformats.org/officeDocument/2006/relationships/notesMaster" Target="/ppt/notesMasters/notesMaster1.xml" Id="R22a380337d7d4e23" /><Relationship Type="http://schemas.openxmlformats.org/officeDocument/2006/relationships/presProps" Target="/ppt/presProps.xml" Id="Rdb9368af066f4051" /><Relationship Type="http://schemas.openxmlformats.org/officeDocument/2006/relationships/tableStyles" Target="/ppt/tableStyles.xml" Id="R31dfbe9c41e84013" /><Relationship Type="http://schemas.openxmlformats.org/officeDocument/2006/relationships/slide" Target="/ppt/slides/slide1.xml" Id="R4b3d17bd1e5948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44c87e6bdc47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d88059249a4982" /><Relationship Type="http://schemas.openxmlformats.org/officeDocument/2006/relationships/notesMaster" Target="/ppt/notesMasters/notesMaster1.xml" Id="Rf366b8d86b4a48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774f059a2f4a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9756e426c54584" /><Relationship Type="http://schemas.openxmlformats.org/officeDocument/2006/relationships/slideLayout" Target="/ppt/slideLayouts/slideLayout1.xml" Id="R0958bfd73b8647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58bfd73b8647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fc48808534b33" /><Relationship Type="http://schemas.openxmlformats.org/officeDocument/2006/relationships/notesSlide" Target="/ppt/notesSlides/notesSlide1.xml" Id="R6c2be6d154cd48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_rule_1">
            <a:extLst xmlns:a="http://schemas.openxmlformats.org/drawingml/2006/main">
              <a:ext uri="{FF2B5EF4-FFF2-40B4-BE49-F238E27FC236}">
                <a16:creationId xmlns:a16="http://schemas.microsoft.com/office/drawing/2014/main" id="{D6C48F2A-11D3-4F59-9C33-EE2E4373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1DEEAC75-D72B-4755-9D70-8F79096B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13BF65B9-747C-46C0-AE73-761B8BC3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24BB2741-D3D0-41AB-AA46-79F69725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Capa espectro/nivel/SNR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58A1DCD5-4E2D-4F81-8319-660F9B4A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0B778022-5E1A-4A2C-9D39-A86A6FAC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60882C00-7FBE-4A40-B5EA-6C810AF8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4_box">
            <a:extLst xmlns:a="http://schemas.openxmlformats.org/drawingml/2006/main">
              <a:ext uri="{FF2B5EF4-FFF2-40B4-BE49-F238E27FC236}">
                <a16:creationId xmlns:a16="http://schemas.microsoft.com/office/drawing/2014/main" id="{15D510C8-4F71-42D8-8E93-9D993731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282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cept_5_box">
            <a:extLst xmlns:a="http://schemas.openxmlformats.org/drawingml/2006/main">
              <a:ext uri="{FF2B5EF4-FFF2-40B4-BE49-F238E27FC236}">
                <a16:creationId xmlns:a16="http://schemas.microsoft.com/office/drawing/2014/main" id="{F57B8CC9-7B8F-4C72-83A2-23A3F1E8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55282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A16BAF5A-6C14-4B26-B9CC-8628EBBA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Tránsito · medir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por bandas</a:t>
            </a:r>
          </a:p>
        </p:txBody>
      </p:sp>
      <p:sp>
        <p:nvSpPr>
          <p:cNvPr id="11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D19A03EA-62A1-4D14-9EC8-144983F7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HVAC · Lₐeq,T</a:t>
            </a:r>
          </a:p>
        </p:txBody>
      </p:sp>
      <p:sp>
        <p:nvSpPr>
          <p:cNvPr id="12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5CEA85DB-D5DE-415D-A3C0-86883A53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Portazo · pico /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máximo</a:t>
            </a:r>
          </a:p>
        </p:txBody>
      </p:sp>
      <p:sp>
        <p:nvSpPr>
          <p:cNvPr id="13" name="concept_4_text">
            <a:extLst xmlns:a="http://schemas.openxmlformats.org/drawingml/2006/main">
              <a:ext uri="{FF2B5EF4-FFF2-40B4-BE49-F238E27FC236}">
                <a16:creationId xmlns:a16="http://schemas.microsoft.com/office/drawing/2014/main" id="{33F8103F-2992-4F91-9B1E-E2F85D2B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2427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Conversación ·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SNR</a:t>
            </a:r>
          </a:p>
        </p:txBody>
      </p:sp>
      <p:sp>
        <p:nvSpPr>
          <p:cNvPr id="14" name="concept_5_text">
            <a:extLst xmlns:a="http://schemas.openxmlformats.org/drawingml/2006/main">
              <a:ext uri="{FF2B5EF4-FFF2-40B4-BE49-F238E27FC236}">
                <a16:creationId xmlns:a16="http://schemas.microsoft.com/office/drawing/2014/main" id="{C08969BA-7FF0-4CA1-B710-C2577499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72427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Sin valores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inventados</a:t>
            </a:r>
          </a:p>
        </p:txBody>
      </p:sp>
      <p:sp>
        <p:nvSpPr>
          <p:cNvPr id="15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975805CC-4B36-4946-A9BD-77970073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Líderes “medir por bandas”, “comparar”</a:t>
            </a:r>
          </a:p>
        </p:txBody>
      </p:sp>
      <p:sp>
        <p:nvSpPr>
          <p:cNvPr id="16" name="source_note">
            <a:extLst xmlns:a="http://schemas.openxmlformats.org/drawingml/2006/main">
              <a:ext uri="{FF2B5EF4-FFF2-40B4-BE49-F238E27FC236}">
                <a16:creationId xmlns:a16="http://schemas.microsoft.com/office/drawing/2014/main" id="{C7D904E2-3289-470C-BD88-80126A5B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1664017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2026-08-13T02:01:49.1550000Z</dcterms:created>
  <dcterms:modified xsi:type="dcterms:W3CDTF">2026-08-13T02:01:49.1550000Z</dcterms:modified>
</coreProperties>
</file>