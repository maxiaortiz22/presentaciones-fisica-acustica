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84ed50dc64c34" /><Relationship Type="http://schemas.openxmlformats.org/officeDocument/2006/relationships/extended-properties" Target="/docProps/app.xml" Id="Rf3cd16b74a32488e" /><Relationship Type="http://schemas.openxmlformats.org/officeDocument/2006/relationships/officeDocument" Target="/ppt/presentation.xml" Id="R89a7d0527372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011b193a24f85"/>
  </p:sldMasterIdLst>
  <p:notesMasterIdLst>
    <p:notesMasterId xmlns:r="http://schemas.openxmlformats.org/officeDocument/2006/relationships" r:id="R3ebe34edcb79450f"/>
  </p:notesMasterIdLst>
  <p:sldIdLst>
    <p:sldId xmlns:r="http://schemas.openxmlformats.org/officeDocument/2006/relationships" id="256" r:id="R5625b2ab5ad9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a4fe353f5149ba" /><Relationship Type="http://schemas.openxmlformats.org/officeDocument/2006/relationships/slideMaster" Target="/ppt/slideMasters/slideMaster1.xml" Id="Rfcb011b193a24f85" /><Relationship Type="http://schemas.openxmlformats.org/officeDocument/2006/relationships/notesMaster" Target="/ppt/notesMasters/notesMaster1.xml" Id="R3ebe34edcb79450f" /><Relationship Type="http://schemas.openxmlformats.org/officeDocument/2006/relationships/presProps" Target="/ppt/presProps.xml" Id="R7cc95c7bc50946c9" /><Relationship Type="http://schemas.openxmlformats.org/officeDocument/2006/relationships/tableStyles" Target="/ppt/tableStyles.xml" Id="R75ee9a2f86cc4f28" /><Relationship Type="http://schemas.openxmlformats.org/officeDocument/2006/relationships/slide" Target="/ppt/slides/slide1.xml" Id="R5625b2ab5ad9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cdaa0b027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e5a2e75ad411b" /><Relationship Type="http://schemas.openxmlformats.org/officeDocument/2006/relationships/notesMaster" Target="/ppt/notesMasters/notesMaster1.xml" Id="R2db48273e0b1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9220e47f2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176d82f664b5d" /><Relationship Type="http://schemas.openxmlformats.org/officeDocument/2006/relationships/slideLayout" Target="/ppt/slideLayouts/slideLayout1.xml" Id="R98102b9d2f42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02b9d2f42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197308a774e4c" /><Relationship Type="http://schemas.openxmlformats.org/officeDocument/2006/relationships/notesSlide" Target="/ppt/notesSlides/notesSlide1.xml" Id="R71bbee15d3c04e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1">
            <a:extLst xmlns:a="http://schemas.openxmlformats.org/drawingml/2006/main">
              <a:ext uri="{FF2B5EF4-FFF2-40B4-BE49-F238E27FC236}">
                <a16:creationId xmlns:a16="http://schemas.microsoft.com/office/drawing/2014/main" id="{8142581E-1D57-4731-8F42-596FCFF7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62A3E5BF-3FC8-4778-A2BF-E7D5ECF1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6100C750-7450-4857-974B-0D4F3468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AF10F6F-1A26-4E9D-8333-9585930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Actividad de clasificación contextual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45E00B20-F976-4DBE-9849-373BCF4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DE46EB12-2A0C-466B-B1C0-6DFC9372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E163C838-9C33-4854-8424-3E99E0E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D98A898A-6E10-4693-827F-C2266F7C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ep_1_text">
            <a:extLst xmlns:a="http://schemas.openxmlformats.org/drawingml/2006/main">
              <a:ext uri="{FF2B5EF4-FFF2-40B4-BE49-F238E27FC236}">
                <a16:creationId xmlns:a16="http://schemas.microsoft.com/office/drawing/2014/main" id="{A2C6D82B-8821-4485-90CB-EA55ECBB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Voz vecina</a:t>
            </a:r>
          </a:p>
        </p:txBody>
      </p:sp>
      <p:sp>
        <p:nvSpPr>
          <p:cNvPr id="13" name="step_2_text">
            <a:extLst xmlns:a="http://schemas.openxmlformats.org/drawingml/2006/main">
              <a:ext uri="{FF2B5EF4-FFF2-40B4-BE49-F238E27FC236}">
                <a16:creationId xmlns:a16="http://schemas.microsoft.com/office/drawing/2014/main" id="{44DB1200-5C70-45BA-8F26-4EBCB09E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Ruido del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equipo</a:t>
            </a:r>
          </a:p>
        </p:txBody>
      </p:sp>
      <p:sp>
        <p:nvSpPr>
          <p:cNvPr id="14" name="step_3_text">
            <a:extLst xmlns:a="http://schemas.openxmlformats.org/drawingml/2006/main">
              <a:ext uri="{FF2B5EF4-FFF2-40B4-BE49-F238E27FC236}">
                <a16:creationId xmlns:a16="http://schemas.microsoft.com/office/drawing/2014/main" id="{22F85485-52F8-407C-8543-FDBC050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Señal de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prueba</a:t>
            </a:r>
          </a:p>
        </p:txBody>
      </p:sp>
      <p:sp>
        <p:nvSpPr>
          <p:cNvPr id="15" name="step_4_text">
            <a:extLst xmlns:a="http://schemas.openxmlformats.org/drawingml/2006/main">
              <a:ext uri="{FF2B5EF4-FFF2-40B4-BE49-F238E27FC236}">
                <a16:creationId xmlns:a16="http://schemas.microsoft.com/office/drawing/2014/main" id="{7A39BA4F-1240-4F45-99DC-A40F6BA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Tránsito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exterior</a:t>
            </a:r>
          </a:p>
        </p:txBody>
      </p:sp>
      <p:sp>
        <p:nvSpPr>
          <p:cNvPr id="16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85536982-C0FC-43EF-9E3F-0874BC0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Conectores revelables, sin cruce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CF3528D-8FF4-40A1-8ED9-B2558D82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8566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2026-08-13T02:01:30.6590000Z</dcterms:created>
  <dcterms:modified xsi:type="dcterms:W3CDTF">2026-08-13T02:01:30.6590000Z</dcterms:modified>
</coreProperties>
</file>