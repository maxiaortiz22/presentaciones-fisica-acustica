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ad90ddc0e845e4" /><Relationship Type="http://schemas.openxmlformats.org/officeDocument/2006/relationships/extended-properties" Target="/docProps/app.xml" Id="Rf95516a2e93a447d" /><Relationship Type="http://schemas.openxmlformats.org/officeDocument/2006/relationships/officeDocument" Target="/ppt/presentation.xml" Id="R5b11e8a678fe43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f49829e7b342bd"/>
  </p:sldMasterIdLst>
  <p:notesMasterIdLst>
    <p:notesMasterId xmlns:r="http://schemas.openxmlformats.org/officeDocument/2006/relationships" r:id="Rb43d75725a92485a"/>
  </p:notesMasterIdLst>
  <p:sldIdLst>
    <p:sldId xmlns:r="http://schemas.openxmlformats.org/officeDocument/2006/relationships" id="256" r:id="R7e66c35b4cd04a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f5e4b656784138" /><Relationship Type="http://schemas.openxmlformats.org/officeDocument/2006/relationships/slideMaster" Target="/ppt/slideMasters/slideMaster1.xml" Id="R77f49829e7b342bd" /><Relationship Type="http://schemas.openxmlformats.org/officeDocument/2006/relationships/notesMaster" Target="/ppt/notesMasters/notesMaster1.xml" Id="Rb43d75725a92485a" /><Relationship Type="http://schemas.openxmlformats.org/officeDocument/2006/relationships/presProps" Target="/ppt/presProps.xml" Id="R22ac0d78dc59488b" /><Relationship Type="http://schemas.openxmlformats.org/officeDocument/2006/relationships/tableStyles" Target="/ppt/tableStyles.xml" Id="R864802ec5a5a424b" /><Relationship Type="http://schemas.openxmlformats.org/officeDocument/2006/relationships/slide" Target="/ppt/slides/slide1.xml" Id="R7e66c35b4cd04a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79858f8acf4f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97a0bcad1c4ef3" /><Relationship Type="http://schemas.openxmlformats.org/officeDocument/2006/relationships/notesMaster" Target="/ppt/notesMasters/notesMaster1.xml" Id="Rd5a4373486e64c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1037c9d02444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ec9c8a2aaf41be" /><Relationship Type="http://schemas.openxmlformats.org/officeDocument/2006/relationships/slideLayout" Target="/ppt/slideLayouts/slideLayout1.xml" Id="Raa7e02cf6cab4f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7e02cf6cab4f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2407944b146d4" /><Relationship Type="http://schemas.openxmlformats.org/officeDocument/2006/relationships/notesSlide" Target="/ppt/notesSlides/notesSlide1.xml" Id="R097b126be41c44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_rule_1">
            <a:extLst xmlns:a="http://schemas.openxmlformats.org/drawingml/2006/main">
              <a:ext uri="{FF2B5EF4-FFF2-40B4-BE49-F238E27FC236}">
                <a16:creationId xmlns:a16="http://schemas.microsoft.com/office/drawing/2014/main" id="{389C849C-D639-4D2E-A886-FCA483C3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2A31160C-8277-4937-B75C-1A086D38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C30E5E38-6E27-46E3-AA83-A7726759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54ED4413-5E29-44CF-AADE-456E3866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Cadena fenómeno–representación</a:t>
            </a:r>
          </a:p>
        </p:txBody>
      </p:sp>
      <p:sp>
        <p:nvSpPr>
          <p:cNvPr id="5" name="branch_source_box">
            <a:extLst xmlns:a="http://schemas.openxmlformats.org/drawingml/2006/main">
              <a:ext uri="{FF2B5EF4-FFF2-40B4-BE49-F238E27FC236}">
                <a16:creationId xmlns:a16="http://schemas.microsoft.com/office/drawing/2014/main" id="{15275DCE-0E51-48F2-A9CA-7F1AA9C1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714625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DBF2BC29-B32F-4735-B982-679D0912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28725"/>
            <a:ext cx="4095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C7B46BB5-CEA1-48F8-99A3-7540C697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095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BE1C2F88-705F-4ABA-ADFB-4D38A687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33725"/>
            <a:ext cx="4095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branch_4_box">
            <a:extLst xmlns:a="http://schemas.openxmlformats.org/drawingml/2006/main">
              <a:ext uri="{FF2B5EF4-FFF2-40B4-BE49-F238E27FC236}">
                <a16:creationId xmlns:a16="http://schemas.microsoft.com/office/drawing/2014/main" id="{8128F5DF-6ED3-422B-AFBA-F1F131FC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86225"/>
            <a:ext cx="4095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branch_5_box">
            <a:extLst xmlns:a="http://schemas.openxmlformats.org/drawingml/2006/main">
              <a:ext uri="{FF2B5EF4-FFF2-40B4-BE49-F238E27FC236}">
                <a16:creationId xmlns:a16="http://schemas.microsoft.com/office/drawing/2014/main" id="{82EA129F-5260-45C0-8931-D83A1F4C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38725"/>
            <a:ext cx="40957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34" name="branch_edge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476625" y="1619250"/>
            <a:ext cx="3095625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branch_edge_2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476625" y="2571750"/>
            <a:ext cx="3095625" cy="785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branch_edge_3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76625" y="3357563"/>
            <a:ext cx="3095625" cy="166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branch_edge_4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76625" y="3357563"/>
            <a:ext cx="3095625" cy="1119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branch_edge_5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476625" y="3357563"/>
            <a:ext cx="3095625" cy="2071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branch_source_text">
            <a:extLst xmlns:a="http://schemas.openxmlformats.org/drawingml/2006/main">
              <a:ext uri="{FF2B5EF4-FFF2-40B4-BE49-F238E27FC236}">
                <a16:creationId xmlns:a16="http://schemas.microsoft.com/office/drawing/2014/main" id="{6C1823A8-5EF9-4A31-8F9B-98BEFABD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22574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Fuente</a:t>
            </a:r>
          </a:p>
        </p:txBody>
      </p:sp>
      <p:sp>
        <p:nvSpPr>
          <p:cNvPr id="17" name="branch_1_text">
            <a:extLst xmlns:a="http://schemas.openxmlformats.org/drawingml/2006/main">
              <a:ext uri="{FF2B5EF4-FFF2-40B4-BE49-F238E27FC236}">
                <a16:creationId xmlns:a16="http://schemas.microsoft.com/office/drawing/2014/main" id="{B05D9FD9-943D-44E8-A03B-189777E1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0175"/>
            <a:ext cx="3638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Presión p(t) · Pa</a:t>
            </a:r>
          </a:p>
        </p:txBody>
      </p:sp>
      <p:sp>
        <p:nvSpPr>
          <p:cNvPr id="18" name="branch_2_text">
            <a:extLst xmlns:a="http://schemas.openxmlformats.org/drawingml/2006/main">
              <a:ext uri="{FF2B5EF4-FFF2-40B4-BE49-F238E27FC236}">
                <a16:creationId xmlns:a16="http://schemas.microsoft.com/office/drawing/2014/main" id="{8013B07E-1C22-4AF8-B834-98868471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52675"/>
            <a:ext cx="3638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Micrófono</a:t>
            </a:r>
          </a:p>
        </p:txBody>
      </p:sp>
      <p:sp>
        <p:nvSpPr>
          <p:cNvPr id="19" name="branch_3_text">
            <a:extLst xmlns:a="http://schemas.openxmlformats.org/drawingml/2006/main">
              <a:ext uri="{FF2B5EF4-FFF2-40B4-BE49-F238E27FC236}">
                <a16:creationId xmlns:a16="http://schemas.microsoft.com/office/drawing/2014/main" id="{B0E8D888-E8FD-40A6-8F09-9D97E118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05175"/>
            <a:ext cx="3638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Señal eléctrica</a:t>
            </a:r>
          </a:p>
        </p:txBody>
      </p:sp>
      <p:sp>
        <p:nvSpPr>
          <p:cNvPr id="20" name="branch_4_text">
            <a:extLst xmlns:a="http://schemas.openxmlformats.org/drawingml/2006/main">
              <a:ext uri="{FF2B5EF4-FFF2-40B4-BE49-F238E27FC236}">
                <a16:creationId xmlns:a16="http://schemas.microsoft.com/office/drawing/2014/main" id="{958ACF95-6F5E-49A6-946A-A4A56A58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57675"/>
            <a:ext cx="3638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Medición</a:t>
            </a:r>
          </a:p>
        </p:txBody>
      </p:sp>
      <p:sp>
        <p:nvSpPr>
          <p:cNvPr id="21" name="branch_5_text">
            <a:extLst xmlns:a="http://schemas.openxmlformats.org/drawingml/2006/main">
              <a:ext uri="{FF2B5EF4-FFF2-40B4-BE49-F238E27FC236}">
                <a16:creationId xmlns:a16="http://schemas.microsoft.com/office/drawing/2014/main" id="{F2CDB6A2-D750-4B53-9EED-E6D261B0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10175"/>
            <a:ext cx="3638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Receptor / efecto</a:t>
            </a:r>
          </a:p>
        </p:txBody>
      </p:sp>
      <p:sp>
        <p:nvSpPr>
          <p:cNvPr id="22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EF930748-7B45-4FB8-955F-87BE1A15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“genera”, “transduce”, “resume”, “interpreta”</a:t>
            </a:r>
          </a:p>
        </p:txBody>
      </p:sp>
      <p:sp>
        <p:nvSpPr>
          <p:cNvPr id="23" name="source_note">
            <a:extLst xmlns:a="http://schemas.openxmlformats.org/drawingml/2006/main">
              <a:ext uri="{FF2B5EF4-FFF2-40B4-BE49-F238E27FC236}">
                <a16:creationId xmlns:a16="http://schemas.microsoft.com/office/drawing/2014/main" id="{C6F3CE30-9BFC-4D59-A456-0A47C569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747726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2026-08-13T02:01:29.2120000Z</dcterms:created>
  <dcterms:modified xsi:type="dcterms:W3CDTF">2026-08-13T02:01:29.2120000Z</dcterms:modified>
</coreProperties>
</file>