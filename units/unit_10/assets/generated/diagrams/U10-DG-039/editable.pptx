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5c20ab3034dc8" /><Relationship Type="http://schemas.openxmlformats.org/officeDocument/2006/relationships/extended-properties" Target="/docProps/app.xml" Id="R1cfd7b6ec22d4449" /><Relationship Type="http://schemas.openxmlformats.org/officeDocument/2006/relationships/officeDocument" Target="/ppt/presentation.xml" Id="R7f4fba91be9c40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c9a5cb837346d3"/>
  </p:sldMasterIdLst>
  <p:notesMasterIdLst>
    <p:notesMasterId xmlns:r="http://schemas.openxmlformats.org/officeDocument/2006/relationships" r:id="R4e996d7af0d7413d"/>
  </p:notesMasterIdLst>
  <p:sldIdLst>
    <p:sldId xmlns:r="http://schemas.openxmlformats.org/officeDocument/2006/relationships" id="256" r:id="R7c5009bf20234e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37ff0e3ef4c20" /><Relationship Type="http://schemas.openxmlformats.org/officeDocument/2006/relationships/slideMaster" Target="/ppt/slideMasters/slideMaster1.xml" Id="R53c9a5cb837346d3" /><Relationship Type="http://schemas.openxmlformats.org/officeDocument/2006/relationships/notesMaster" Target="/ppt/notesMasters/notesMaster1.xml" Id="R4e996d7af0d7413d" /><Relationship Type="http://schemas.openxmlformats.org/officeDocument/2006/relationships/presProps" Target="/ppt/presProps.xml" Id="R4808ac4a2bb24d66" /><Relationship Type="http://schemas.openxmlformats.org/officeDocument/2006/relationships/tableStyles" Target="/ppt/tableStyles.xml" Id="R70532cb1d9724137" /><Relationship Type="http://schemas.openxmlformats.org/officeDocument/2006/relationships/slide" Target="/ppt/slides/slide1.xml" Id="R7c5009bf20234e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4af3c6d83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bdeab48624d74" /><Relationship Type="http://schemas.openxmlformats.org/officeDocument/2006/relationships/notesMaster" Target="/ppt/notesMasters/notesMaster1.xml" Id="Rc2dc1d07eb4c4e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9536cd71c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989f632b484dfe" /><Relationship Type="http://schemas.openxmlformats.org/officeDocument/2006/relationships/slideLayout" Target="/ppt/slideLayouts/slideLayout1.xml" Id="R0d87b3c4984c49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7b3c4984c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2009c4e254f4c" /><Relationship Type="http://schemas.openxmlformats.org/officeDocument/2006/relationships/notesSlide" Target="/ppt/notesSlides/notesSlide1.xml" Id="Ra5c8a2cb1493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51C52A82-D7B9-4C18-9B72-7DF863EF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2D2568F4-CA94-40E2-BAFF-573A72DC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0A4DE0B4-ED83-49D8-8A07-3A2C8A2A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5223825-CD51-4082-AB3B-FDFE2AEC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Enmascaramiento vs protección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6F6CCCEA-AFE6-4F51-9E32-161A084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318E446F-E352-4A53-B644-8E58F59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42DAAA2A-5F68-4A20-AA37-11FD10B4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AAEFB692-EDF9-4103-95C1-4D1AAE30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4416F061-7FC8-4260-B1F5-70AD63B3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2C4A9D6D-C32E-4A21-AC76-2BDE7E42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¿Qué se intenta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cambiar?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84B6D44A-4404-4391-947A-16AED305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Enmascarar: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respuesta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F82757EC-2546-4EF1-86AB-A34D82D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Señal al oído no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evaluado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574D230B-9C60-4B57-9F5E-0FA87EE4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Protección: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exposición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109C5D35-66C1-4617-AF20-1D1EA879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Reduce energía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que llega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FC42D015-EB88-4CE5-82BD-54A39D12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Bifurcación “¿qué se intenta cambiar?”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5095535-BAAD-4FBA-B726-35C717A1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55855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2026-08-13T02:01:43.5010000Z</dcterms:created>
  <dcterms:modified xsi:type="dcterms:W3CDTF">2026-08-13T02:01:43.5010000Z</dcterms:modified>
</coreProperties>
</file>