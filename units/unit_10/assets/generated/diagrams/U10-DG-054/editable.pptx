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43e75214054402" /><Relationship Type="http://schemas.openxmlformats.org/officeDocument/2006/relationships/extended-properties" Target="/docProps/app.xml" Id="R37ec03c866b34239" /><Relationship Type="http://schemas.openxmlformats.org/officeDocument/2006/relationships/officeDocument" Target="/ppt/presentation.xml" Id="R4129e5d754764a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ecd5b66c6f47d4"/>
  </p:sldMasterIdLst>
  <p:notesMasterIdLst>
    <p:notesMasterId xmlns:r="http://schemas.openxmlformats.org/officeDocument/2006/relationships" r:id="R5f51e9ad7e5a4772"/>
  </p:notesMasterIdLst>
  <p:sldIdLst>
    <p:sldId xmlns:r="http://schemas.openxmlformats.org/officeDocument/2006/relationships" id="256" r:id="R8d74fbfbd0d74b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6deff4a9ad43b9" /><Relationship Type="http://schemas.openxmlformats.org/officeDocument/2006/relationships/slideMaster" Target="/ppt/slideMasters/slideMaster1.xml" Id="Raeecd5b66c6f47d4" /><Relationship Type="http://schemas.openxmlformats.org/officeDocument/2006/relationships/notesMaster" Target="/ppt/notesMasters/notesMaster1.xml" Id="R5f51e9ad7e5a4772" /><Relationship Type="http://schemas.openxmlformats.org/officeDocument/2006/relationships/presProps" Target="/ppt/presProps.xml" Id="Rfacc4c3a57154b97" /><Relationship Type="http://schemas.openxmlformats.org/officeDocument/2006/relationships/tableStyles" Target="/ppt/tableStyles.xml" Id="R34becdeb5b484418" /><Relationship Type="http://schemas.openxmlformats.org/officeDocument/2006/relationships/slide" Target="/ppt/slides/slide1.xml" Id="R8d74fbfbd0d74b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109fb2bc7a44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d36ac7a56e48af" /><Relationship Type="http://schemas.openxmlformats.org/officeDocument/2006/relationships/notesMaster" Target="/ppt/notesMasters/notesMaster1.xml" Id="Rd4c8889d555a42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b33cd5bc547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0f9c9351da4f21" /><Relationship Type="http://schemas.openxmlformats.org/officeDocument/2006/relationships/slideLayout" Target="/ppt/slideLayouts/slideLayout1.xml" Id="Ra30d24126ea049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0d24126ea049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10c21ada54019" /><Relationship Type="http://schemas.openxmlformats.org/officeDocument/2006/relationships/notesSlide" Target="/ppt/notesSlides/notesSlide1.xml" Id="Rf45ff78bc64445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_rule_1">
            <a:extLst xmlns:a="http://schemas.openxmlformats.org/drawingml/2006/main">
              <a:ext uri="{FF2B5EF4-FFF2-40B4-BE49-F238E27FC236}">
                <a16:creationId xmlns:a16="http://schemas.microsoft.com/office/drawing/2014/main" id="{C66CA322-CBEF-4215-B419-2F7D21B0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0C9BA2F3-9FE4-478F-BEA8-2F8A0596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0C83425F-30DA-4F88-82AD-87064E75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98D3291C-BEBA-47C3-908A-22900081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Matriz de respuesta integradora</a:t>
            </a:r>
          </a:p>
        </p:txBody>
      </p:sp>
      <p:sp>
        <p:nvSpPr>
          <p:cNvPr id="5" name="compare_1_box">
            <a:extLst xmlns:a="http://schemas.openxmlformats.org/drawingml/2006/main">
              <a:ext uri="{FF2B5EF4-FFF2-40B4-BE49-F238E27FC236}">
                <a16:creationId xmlns:a16="http://schemas.microsoft.com/office/drawing/2014/main" id="{F0E31FEF-626C-4A73-970A-E476A714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4857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mpare_2_box">
            <a:extLst xmlns:a="http://schemas.openxmlformats.org/drawingml/2006/main">
              <a:ext uri="{FF2B5EF4-FFF2-40B4-BE49-F238E27FC236}">
                <a16:creationId xmlns:a16="http://schemas.microsoft.com/office/drawing/2014/main" id="{7D2E21F8-A499-4F25-AFAD-35DF3DD3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857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compare_3_box">
            <a:extLst xmlns:a="http://schemas.openxmlformats.org/drawingml/2006/main">
              <a:ext uri="{FF2B5EF4-FFF2-40B4-BE49-F238E27FC236}">
                <a16:creationId xmlns:a16="http://schemas.microsoft.com/office/drawing/2014/main" id="{FC38A054-DB93-4F5B-8209-E069244C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4857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mpare_4_box">
            <a:extLst xmlns:a="http://schemas.openxmlformats.org/drawingml/2006/main">
              <a:ext uri="{FF2B5EF4-FFF2-40B4-BE49-F238E27FC236}">
                <a16:creationId xmlns:a16="http://schemas.microsoft.com/office/drawing/2014/main" id="{94B5DAB0-BE43-4FC3-A291-04665CFE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86075"/>
            <a:ext cx="4857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9" name="compare_5_box">
            <a:extLst xmlns:a="http://schemas.openxmlformats.org/drawingml/2006/main">
              <a:ext uri="{FF2B5EF4-FFF2-40B4-BE49-F238E27FC236}">
                <a16:creationId xmlns:a16="http://schemas.microsoft.com/office/drawing/2014/main" id="{B9B2DE10-1FEE-450E-A852-8E9EF1CA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4857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mpare_6_box">
            <a:extLst xmlns:a="http://schemas.openxmlformats.org/drawingml/2006/main">
              <a:ext uri="{FF2B5EF4-FFF2-40B4-BE49-F238E27FC236}">
                <a16:creationId xmlns:a16="http://schemas.microsoft.com/office/drawing/2014/main" id="{80887B52-8CDE-4BEC-AF7C-C2B1043A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95775"/>
            <a:ext cx="4857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1" name="compare_1_text">
            <a:extLst xmlns:a="http://schemas.openxmlformats.org/drawingml/2006/main">
              <a:ext uri="{FF2B5EF4-FFF2-40B4-BE49-F238E27FC236}">
                <a16:creationId xmlns:a16="http://schemas.microsoft.com/office/drawing/2014/main" id="{97872B67-BE14-463C-A7B7-50DCFD35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4400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Evidencia + configuración</a:t>
            </a:r>
          </a:p>
        </p:txBody>
      </p:sp>
      <p:sp>
        <p:nvSpPr>
          <p:cNvPr id="12" name="compare_2_text">
            <a:extLst xmlns:a="http://schemas.openxmlformats.org/drawingml/2006/main">
              <a:ext uri="{FF2B5EF4-FFF2-40B4-BE49-F238E27FC236}">
                <a16:creationId xmlns:a16="http://schemas.microsoft.com/office/drawing/2014/main" id="{20CBDCE3-AA97-4958-83F9-E6AA806B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47825"/>
            <a:ext cx="4400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Descriptor + unidad</a:t>
            </a:r>
          </a:p>
        </p:txBody>
      </p:sp>
      <p:sp>
        <p:nvSpPr>
          <p:cNvPr id="13" name="compare_3_text">
            <a:extLst xmlns:a="http://schemas.openxmlformats.org/drawingml/2006/main">
              <a:ext uri="{FF2B5EF4-FFF2-40B4-BE49-F238E27FC236}">
                <a16:creationId xmlns:a16="http://schemas.microsoft.com/office/drawing/2014/main" id="{95E68BEC-1859-488C-A320-2267BF44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57525"/>
            <a:ext cx="4400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Interpretación acotada</a:t>
            </a:r>
          </a:p>
        </p:txBody>
      </p:sp>
      <p:sp>
        <p:nvSpPr>
          <p:cNvPr id="14" name="compare_4_text">
            <a:extLst xmlns:a="http://schemas.openxmlformats.org/drawingml/2006/main">
              <a:ext uri="{FF2B5EF4-FFF2-40B4-BE49-F238E27FC236}">
                <a16:creationId xmlns:a16="http://schemas.microsoft.com/office/drawing/2014/main" id="{0A140DEC-741E-4E81-84C4-5581AE0F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7525"/>
            <a:ext cx="4400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Acción + mecanismo</a:t>
            </a:r>
          </a:p>
        </p:txBody>
      </p:sp>
      <p:sp>
        <p:nvSpPr>
          <p:cNvPr id="15" name="compare_5_text">
            <a:extLst xmlns:a="http://schemas.openxmlformats.org/drawingml/2006/main">
              <a:ext uri="{FF2B5EF4-FFF2-40B4-BE49-F238E27FC236}">
                <a16:creationId xmlns:a16="http://schemas.microsoft.com/office/drawing/2014/main" id="{0E9EDBF8-9EB6-410D-9A2C-F45F238D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67225"/>
            <a:ext cx="4400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Verificación</a:t>
            </a:r>
          </a:p>
        </p:txBody>
      </p:sp>
      <p:sp>
        <p:nvSpPr>
          <p:cNvPr id="16" name="compare_6_text">
            <a:extLst xmlns:a="http://schemas.openxmlformats.org/drawingml/2006/main">
              <a:ext uri="{FF2B5EF4-FFF2-40B4-BE49-F238E27FC236}">
                <a16:creationId xmlns:a16="http://schemas.microsoft.com/office/drawing/2014/main" id="{7242DEBA-E602-4C6F-BA17-98939BF5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67225"/>
            <a:ext cx="4400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Límite / autoridad</a:t>
            </a:r>
          </a:p>
        </p:txBody>
      </p:sp>
      <p:sp>
        <p:nvSpPr>
          <p:cNvPr id="17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BD0C245E-028B-4834-8AD1-5C4B7D20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Sin flechas; alineación por fila</a:t>
            </a:r>
          </a:p>
        </p:txBody>
      </p:sp>
      <p:sp>
        <p:nvSpPr>
          <p:cNvPr id="18" name="source_note">
            <a:extLst xmlns:a="http://schemas.openxmlformats.org/drawingml/2006/main">
              <a:ext uri="{FF2B5EF4-FFF2-40B4-BE49-F238E27FC236}">
                <a16:creationId xmlns:a16="http://schemas.microsoft.com/office/drawing/2014/main" id="{75825B89-D0F0-451A-9A2E-E5A546FC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230824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2026-08-13T02:01:49.9720000Z</dcterms:created>
  <dcterms:modified xsi:type="dcterms:W3CDTF">2026-08-13T02:01:49.9720000Z</dcterms:modified>
</coreProperties>
</file>