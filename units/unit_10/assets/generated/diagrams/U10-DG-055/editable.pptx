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60f15296a894696" /><Relationship Type="http://schemas.openxmlformats.org/officeDocument/2006/relationships/extended-properties" Target="/docProps/app.xml" Id="R8cdfd2d925734cac" /><Relationship Type="http://schemas.openxmlformats.org/officeDocument/2006/relationships/officeDocument" Target="/ppt/presentation.xml" Id="Rb701ec8a7bf745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4acb22ba3eb4b20"/>
  </p:sldMasterIdLst>
  <p:notesMasterIdLst>
    <p:notesMasterId xmlns:r="http://schemas.openxmlformats.org/officeDocument/2006/relationships" r:id="R58b33e0d924b43f8"/>
  </p:notesMasterIdLst>
  <p:sldIdLst>
    <p:sldId xmlns:r="http://schemas.openxmlformats.org/officeDocument/2006/relationships" id="256" r:id="R08bf05181e854f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dc17c8ffa944cc" /><Relationship Type="http://schemas.openxmlformats.org/officeDocument/2006/relationships/slideMaster" Target="/ppt/slideMasters/slideMaster1.xml" Id="R74acb22ba3eb4b20" /><Relationship Type="http://schemas.openxmlformats.org/officeDocument/2006/relationships/notesMaster" Target="/ppt/notesMasters/notesMaster1.xml" Id="R58b33e0d924b43f8" /><Relationship Type="http://schemas.openxmlformats.org/officeDocument/2006/relationships/presProps" Target="/ppt/presProps.xml" Id="R851660d182514b83" /><Relationship Type="http://schemas.openxmlformats.org/officeDocument/2006/relationships/tableStyles" Target="/ppt/tableStyles.xml" Id="Rb8ba01db8f36447c" /><Relationship Type="http://schemas.openxmlformats.org/officeDocument/2006/relationships/slide" Target="/ppt/slides/slide1.xml" Id="R08bf05181e854f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af7d0948d146d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9283771f4d4ee8" /><Relationship Type="http://schemas.openxmlformats.org/officeDocument/2006/relationships/notesMaster" Target="/ppt/notesMasters/notesMaster1.xml" Id="R482f0e17644c47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02782e91f94d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6db1ec8b57e4d0e" /><Relationship Type="http://schemas.openxmlformats.org/officeDocument/2006/relationships/slideLayout" Target="/ppt/slideLayouts/slideLayout1.xml" Id="Rff34b2a4ce754fe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34b2a4ce754fe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8c7e8975844628" /><Relationship Type="http://schemas.openxmlformats.org/officeDocument/2006/relationships/notesSlide" Target="/ppt/notesSlides/notesSlide1.xml" Id="R4ae91666d64a41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op_rule_1">
            <a:extLst xmlns:a="http://schemas.openxmlformats.org/drawingml/2006/main">
              <a:ext uri="{FF2B5EF4-FFF2-40B4-BE49-F238E27FC236}">
                <a16:creationId xmlns:a16="http://schemas.microsoft.com/office/drawing/2014/main" id="{CC0DA061-16DF-4941-9A91-8D3EB0DE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2">
            <a:extLst xmlns:a="http://schemas.openxmlformats.org/drawingml/2006/main">
              <a:ext uri="{FF2B5EF4-FFF2-40B4-BE49-F238E27FC236}">
                <a16:creationId xmlns:a16="http://schemas.microsoft.com/office/drawing/2014/main" id="{89F18D93-086E-418C-8D4B-AB7992C74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3">
            <a:extLst xmlns:a="http://schemas.openxmlformats.org/drawingml/2006/main">
              <a:ext uri="{FF2B5EF4-FFF2-40B4-BE49-F238E27FC236}">
                <a16:creationId xmlns:a16="http://schemas.microsoft.com/office/drawing/2014/main" id="{C85739F8-6BA6-4C4E-BB2C-57D164AB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2418F7A1-15B6-4FDF-9541-1C6C1C27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Mapa final de síntesis</a:t>
            </a:r>
          </a:p>
        </p:txBody>
      </p:sp>
      <p:sp>
        <p:nvSpPr>
          <p:cNvPr id="5" name="concept_1_box">
            <a:extLst xmlns:a="http://schemas.openxmlformats.org/drawingml/2006/main">
              <a:ext uri="{FF2B5EF4-FFF2-40B4-BE49-F238E27FC236}">
                <a16:creationId xmlns:a16="http://schemas.microsoft.com/office/drawing/2014/main" id="{B78222C6-2CDB-4DE8-96BB-2FB091B1E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337820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oncept_2_box">
            <a:extLst xmlns:a="http://schemas.openxmlformats.org/drawingml/2006/main">
              <a:ext uri="{FF2B5EF4-FFF2-40B4-BE49-F238E27FC236}">
                <a16:creationId xmlns:a16="http://schemas.microsoft.com/office/drawing/2014/main" id="{ADFE04D8-9FA4-41FB-9DF7-0A49564D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1476375"/>
            <a:ext cx="337820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concept_3_box">
            <a:extLst xmlns:a="http://schemas.openxmlformats.org/drawingml/2006/main">
              <a:ext uri="{FF2B5EF4-FFF2-40B4-BE49-F238E27FC236}">
                <a16:creationId xmlns:a16="http://schemas.microsoft.com/office/drawing/2014/main" id="{0FF18C20-7EF2-490C-B3DF-8AE39993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1476375"/>
            <a:ext cx="337820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concept_4_box">
            <a:extLst xmlns:a="http://schemas.openxmlformats.org/drawingml/2006/main">
              <a:ext uri="{FF2B5EF4-FFF2-40B4-BE49-F238E27FC236}">
                <a16:creationId xmlns:a16="http://schemas.microsoft.com/office/drawing/2014/main" id="{D9D6EA0B-486C-4E45-BA8B-6D2E34DD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0375"/>
            <a:ext cx="337820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concept_5_box">
            <a:extLst xmlns:a="http://schemas.openxmlformats.org/drawingml/2006/main">
              <a:ext uri="{FF2B5EF4-FFF2-40B4-BE49-F238E27FC236}">
                <a16:creationId xmlns:a16="http://schemas.microsoft.com/office/drawing/2014/main" id="{5D0E99B4-9BDC-4BC1-975B-36D5FEDF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3000375"/>
            <a:ext cx="337820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0" name="concept_6_box">
            <a:extLst xmlns:a="http://schemas.openxmlformats.org/drawingml/2006/main">
              <a:ext uri="{FF2B5EF4-FFF2-40B4-BE49-F238E27FC236}">
                <a16:creationId xmlns:a16="http://schemas.microsoft.com/office/drawing/2014/main" id="{F9212B15-DA38-458F-BA47-007509A8B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3000375"/>
            <a:ext cx="337820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11" name="concept_7_box">
            <a:extLst xmlns:a="http://schemas.openxmlformats.org/drawingml/2006/main">
              <a:ext uri="{FF2B5EF4-FFF2-40B4-BE49-F238E27FC236}">
                <a16:creationId xmlns:a16="http://schemas.microsoft.com/office/drawing/2014/main" id="{EA736BB3-B871-447A-A8A7-F4366D66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337820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12" name="concept_8_box">
            <a:extLst xmlns:a="http://schemas.openxmlformats.org/drawingml/2006/main">
              <a:ext uri="{FF2B5EF4-FFF2-40B4-BE49-F238E27FC236}">
                <a16:creationId xmlns:a16="http://schemas.microsoft.com/office/drawing/2014/main" id="{9A94CAB5-9646-4A5A-915A-C4F022F6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4524375"/>
            <a:ext cx="337820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13" name="concept_9_box">
            <a:extLst xmlns:a="http://schemas.openxmlformats.org/drawingml/2006/main">
              <a:ext uri="{FF2B5EF4-FFF2-40B4-BE49-F238E27FC236}">
                <a16:creationId xmlns:a16="http://schemas.microsoft.com/office/drawing/2014/main" id="{D38A0EC4-61F4-4031-8726-1BC9E8070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4524375"/>
            <a:ext cx="3378200" cy="1257300"/>
          </a:xfrm>
          <a:prstGeom xmlns:a="http://schemas.openxmlformats.org/drawingml/2006/main" prst="roundRect">
            <a:avLst>
              <a:gd name="adj" fmla="val 4545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cxnSp>
        <p:nvCxnSpPr>
          <p:cNvPr id="46" name="synthesis_1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4140200" y="210502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7" name="synthesis_2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7785100" y="210502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8" name="synthesis_3"/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2451100" y="2733675"/>
            <a:ext cx="7289800" cy="266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49" name="synthesis_4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4140200" y="362902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0" name="synthesis_5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7785100" y="362902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1" name="synthesis_6"/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2451100" y="4257675"/>
            <a:ext cx="7289800" cy="266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2" name="synthesis_7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4140200" y="515302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cxnSp>
        <p:nvCxnSpPr>
          <p:cNvPr id="53" name="synthesis_8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7785100" y="515302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3D3D"/>
            </a:solidFill>
            <a:prstDash val="solid"/>
            <a:tailEnd type="arrow" w="med" len="med"/>
          </a:ln>
        </p:spPr>
      </p:cxnSp>
      <p:sp>
        <p:nvSpPr>
          <p:cNvPr id="22" name="concept_1_text">
            <a:extLst xmlns:a="http://schemas.openxmlformats.org/drawingml/2006/main">
              <a:ext uri="{FF2B5EF4-FFF2-40B4-BE49-F238E27FC236}">
                <a16:creationId xmlns:a16="http://schemas.microsoft.com/office/drawing/2014/main" id="{1B5F45B5-A0E2-4DD6-B361-405E2DED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47825"/>
            <a:ext cx="292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Señal y contexto</a:t>
            </a:r>
          </a:p>
        </p:txBody>
      </p:sp>
      <p:sp>
        <p:nvSpPr>
          <p:cNvPr id="23" name="concept_2_text">
            <a:extLst xmlns:a="http://schemas.openxmlformats.org/drawingml/2006/main">
              <a:ext uri="{FF2B5EF4-FFF2-40B4-BE49-F238E27FC236}">
                <a16:creationId xmlns:a16="http://schemas.microsoft.com/office/drawing/2014/main" id="{AA2AAEB0-C951-47CB-BA2F-88E17997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1647825"/>
            <a:ext cx="292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Tiempo</a:t>
            </a:r>
          </a:p>
        </p:txBody>
      </p:sp>
      <p:sp>
        <p:nvSpPr>
          <p:cNvPr id="24" name="concept_3_text">
            <a:extLst xmlns:a="http://schemas.openxmlformats.org/drawingml/2006/main">
              <a:ext uri="{FF2B5EF4-FFF2-40B4-BE49-F238E27FC236}">
                <a16:creationId xmlns:a16="http://schemas.microsoft.com/office/drawing/2014/main" id="{C7A7DB95-5ED1-4CFF-8824-EA7C44B5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1647825"/>
            <a:ext cx="292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Estadística</a:t>
            </a:r>
          </a:p>
        </p:txBody>
      </p:sp>
      <p:sp>
        <p:nvSpPr>
          <p:cNvPr id="25" name="concept_4_text">
            <a:extLst xmlns:a="http://schemas.openxmlformats.org/drawingml/2006/main">
              <a:ext uri="{FF2B5EF4-FFF2-40B4-BE49-F238E27FC236}">
                <a16:creationId xmlns:a16="http://schemas.microsoft.com/office/drawing/2014/main" id="{0A4EBC05-3728-4958-AA99-7C94FF1CC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71825"/>
            <a:ext cx="292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Frecuencia</a:t>
            </a:r>
          </a:p>
        </p:txBody>
      </p:sp>
      <p:sp>
        <p:nvSpPr>
          <p:cNvPr id="26" name="concept_5_text">
            <a:extLst xmlns:a="http://schemas.openxmlformats.org/drawingml/2006/main">
              <a:ext uri="{FF2B5EF4-FFF2-40B4-BE49-F238E27FC236}">
                <a16:creationId xmlns:a16="http://schemas.microsoft.com/office/drawing/2014/main" id="{DD0241B4-2508-494C-B8C8-61F2AFB6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3171825"/>
            <a:ext cx="292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Nivel</a:t>
            </a:r>
          </a:p>
        </p:txBody>
      </p:sp>
      <p:sp>
        <p:nvSpPr>
          <p:cNvPr id="27" name="concept_6_text">
            <a:extLst xmlns:a="http://schemas.openxmlformats.org/drawingml/2006/main">
              <a:ext uri="{FF2B5EF4-FFF2-40B4-BE49-F238E27FC236}">
                <a16:creationId xmlns:a16="http://schemas.microsoft.com/office/drawing/2014/main" id="{1595F790-9166-470F-A80E-B0D11AF1C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3171825"/>
            <a:ext cx="292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Función</a:t>
            </a:r>
          </a:p>
        </p:txBody>
      </p:sp>
      <p:sp>
        <p:nvSpPr>
          <p:cNvPr id="28" name="concept_7_text">
            <a:extLst xmlns:a="http://schemas.openxmlformats.org/drawingml/2006/main">
              <a:ext uri="{FF2B5EF4-FFF2-40B4-BE49-F238E27FC236}">
                <a16:creationId xmlns:a16="http://schemas.microsoft.com/office/drawing/2014/main" id="{85813543-58BA-4060-BCA4-EB42DEDD6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95825"/>
            <a:ext cx="292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Receptor</a:t>
            </a:r>
          </a:p>
        </p:txBody>
      </p:sp>
      <p:sp>
        <p:nvSpPr>
          <p:cNvPr id="29" name="concept_8_text">
            <a:extLst xmlns:a="http://schemas.openxmlformats.org/drawingml/2006/main">
              <a:ext uri="{FF2B5EF4-FFF2-40B4-BE49-F238E27FC236}">
                <a16:creationId xmlns:a16="http://schemas.microsoft.com/office/drawing/2014/main" id="{B102C50F-E023-4244-8FFB-7C2F0342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4695825"/>
            <a:ext cx="292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Control</a:t>
            </a:r>
          </a:p>
        </p:txBody>
      </p:sp>
      <p:sp>
        <p:nvSpPr>
          <p:cNvPr id="30" name="concept_9_text">
            <a:extLst xmlns:a="http://schemas.openxmlformats.org/drawingml/2006/main">
              <a:ext uri="{FF2B5EF4-FFF2-40B4-BE49-F238E27FC236}">
                <a16:creationId xmlns:a16="http://schemas.microsoft.com/office/drawing/2014/main" id="{BB2E4256-99DC-4410-9DD7-80291B5A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4695825"/>
            <a:ext cx="2921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Límite</a:t>
            </a:r>
          </a:p>
        </p:txBody>
      </p:sp>
      <p:sp>
        <p:nvSpPr>
          <p:cNvPr id="31" name="relation_footer">
            <a:extLst xmlns:a="http://schemas.openxmlformats.org/drawingml/2006/main">
              <a:ext uri="{FF2B5EF4-FFF2-40B4-BE49-F238E27FC236}">
                <a16:creationId xmlns:a16="http://schemas.microsoft.com/office/drawing/2014/main" id="{393B15FD-2A73-452D-A130-4475A3022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1047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Relación de lectura: Relaciones selectivas, no red completa</a:t>
            </a:r>
          </a:p>
        </p:txBody>
      </p:sp>
      <p:sp>
        <p:nvSpPr>
          <p:cNvPr id="32" name="source_note">
            <a:extLst xmlns:a="http://schemas.openxmlformats.org/drawingml/2006/main">
              <a:ext uri="{FF2B5EF4-FFF2-40B4-BE49-F238E27FC236}">
                <a16:creationId xmlns:a16="http://schemas.microsoft.com/office/drawing/2014/main" id="{EDC3AA29-ED19-45F3-B167-184521FD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Libro del curso, capítulo 10; brief, storyboard y diagram_plan de la Unidad 10. Síntesis visual propia de la cátedra</a:t>
            </a:r>
          </a:p>
        </p:txBody>
      </p:sp>
    </p:spTree>
    <p:extLst>
      <p:ext uri="{BB962C8B-B14F-4D97-AF65-F5344CB8AC3E}">
        <p14:creationId xmlns:p14="http://schemas.microsoft.com/office/powerpoint/2010/main" val="140770490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2026-08-13T02:01:50.3800000Z</dcterms:created>
  <dcterms:modified xsi:type="dcterms:W3CDTF">2026-08-13T02:01:50.3800000Z</dcterms:modified>
</coreProperties>
</file>