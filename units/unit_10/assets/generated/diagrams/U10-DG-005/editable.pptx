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5b8145e3514684" /><Relationship Type="http://schemas.openxmlformats.org/officeDocument/2006/relationships/extended-properties" Target="/docProps/app.xml" Id="R440b3d398eb74505" /><Relationship Type="http://schemas.openxmlformats.org/officeDocument/2006/relationships/officeDocument" Target="/ppt/presentation.xml" Id="R655bed41b6ed44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4c494620ad4fb5"/>
  </p:sldMasterIdLst>
  <p:notesMasterIdLst>
    <p:notesMasterId xmlns:r="http://schemas.openxmlformats.org/officeDocument/2006/relationships" r:id="R2d280a85b0934df8"/>
  </p:notesMasterIdLst>
  <p:sldIdLst>
    <p:sldId xmlns:r="http://schemas.openxmlformats.org/officeDocument/2006/relationships" id="256" r:id="R78d862e7e05c47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35d215aa34f07" /><Relationship Type="http://schemas.openxmlformats.org/officeDocument/2006/relationships/slideMaster" Target="/ppt/slideMasters/slideMaster1.xml" Id="R904c494620ad4fb5" /><Relationship Type="http://schemas.openxmlformats.org/officeDocument/2006/relationships/notesMaster" Target="/ppt/notesMasters/notesMaster1.xml" Id="R2d280a85b0934df8" /><Relationship Type="http://schemas.openxmlformats.org/officeDocument/2006/relationships/presProps" Target="/ppt/presProps.xml" Id="Rb2e556b8eb514755" /><Relationship Type="http://schemas.openxmlformats.org/officeDocument/2006/relationships/tableStyles" Target="/ppt/tableStyles.xml" Id="R0ee4690155e84073" /><Relationship Type="http://schemas.openxmlformats.org/officeDocument/2006/relationships/slide" Target="/ppt/slides/slide1.xml" Id="R78d862e7e05c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32d6f4a4be46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c089168cb74de0" /><Relationship Type="http://schemas.openxmlformats.org/officeDocument/2006/relationships/notesMaster" Target="/ppt/notesMasters/notesMaster1.xml" Id="R31de498bda4b47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2b4c6218a43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be997430fa43e2" /><Relationship Type="http://schemas.openxmlformats.org/officeDocument/2006/relationships/slideLayout" Target="/ppt/slideLayouts/slideLayout1.xml" Id="R8e8f0d33c3ec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8f0d33c3ec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1c35d41b946f3" /><Relationship Type="http://schemas.openxmlformats.org/officeDocument/2006/relationships/notesSlide" Target="/ppt/notesSlides/notesSlide1.xml" Id="Rb73339104d6844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_rule_1">
            <a:extLst xmlns:a="http://schemas.openxmlformats.org/drawingml/2006/main">
              <a:ext uri="{FF2B5EF4-FFF2-40B4-BE49-F238E27FC236}">
                <a16:creationId xmlns:a16="http://schemas.microsoft.com/office/drawing/2014/main" id="{65368DBE-0FC0-4905-A0F2-931BB39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CEEC788E-6F78-451F-AD9D-7814FF37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89550A60-DCC5-491B-81C4-D3F543A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9046C6C-E911-45A2-B29A-222CEC35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Mapa completo de clase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642725E7-4AB6-4DB5-9D0D-33ACA230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80D03520-CACE-48B2-B14B-65A6529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D61FCC0B-F886-4866-B4D7-A743A914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07E7C45B-80B5-4C94-80BF-59EE58E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45ABEF28-11A2-4897-8D7A-0EE0AF87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000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70C4C107-B3FA-4159-BD00-C464D093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000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7_box">
            <a:extLst xmlns:a="http://schemas.openxmlformats.org/drawingml/2006/main">
              <a:ext uri="{FF2B5EF4-FFF2-40B4-BE49-F238E27FC236}">
                <a16:creationId xmlns:a16="http://schemas.microsoft.com/office/drawing/2014/main" id="{8CEDC7D6-ED1A-410F-B3FB-58B9F09D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concept_8_box">
            <a:extLst xmlns:a="http://schemas.openxmlformats.org/drawingml/2006/main">
              <a:ext uri="{FF2B5EF4-FFF2-40B4-BE49-F238E27FC236}">
                <a16:creationId xmlns:a16="http://schemas.microsoft.com/office/drawing/2014/main" id="{2AEE61D4-C531-4C39-9A25-3D7E1D43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4524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concept_9_box">
            <a:extLst xmlns:a="http://schemas.openxmlformats.org/drawingml/2006/main">
              <a:ext uri="{FF2B5EF4-FFF2-40B4-BE49-F238E27FC236}">
                <a16:creationId xmlns:a16="http://schemas.microsoft.com/office/drawing/2014/main" id="{63B878BB-C1C6-42CF-B635-3C7C73BE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524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4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805114A1-4F67-4CE5-9C6F-9EA20B6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 y contexto</a:t>
            </a:r>
          </a:p>
        </p:txBody>
      </p:sp>
      <p:sp>
        <p:nvSpPr>
          <p:cNvPr id="15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A884E3ED-206E-4ECC-B2B0-58117F26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Tiempo</a:t>
            </a:r>
          </a:p>
        </p:txBody>
      </p:sp>
      <p:sp>
        <p:nvSpPr>
          <p:cNvPr id="16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4B85315A-7D7E-4C29-89C9-771ACBFF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Estadística</a:t>
            </a:r>
          </a:p>
        </p:txBody>
      </p:sp>
      <p:sp>
        <p:nvSpPr>
          <p:cNvPr id="17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C5AC5E31-1F32-4BBB-A72C-A80ECE51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Frecuencia y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colores</a:t>
            </a:r>
          </a:p>
        </p:txBody>
      </p:sp>
      <p:sp>
        <p:nvSpPr>
          <p:cNvPr id="18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6447364C-7030-40BD-96F9-1BC67F7F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171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Señales de prueba</a:t>
            </a:r>
          </a:p>
        </p:txBody>
      </p:sp>
      <p:sp>
        <p:nvSpPr>
          <p:cNvPr id="19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9DC34D93-0CDF-4F47-ABFB-0A5D6517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171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Descriptores y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SNR</a:t>
            </a:r>
          </a:p>
        </p:txBody>
      </p:sp>
      <p:sp>
        <p:nvSpPr>
          <p:cNvPr id="20" name="concept_7_text">
            <a:extLst xmlns:a="http://schemas.openxmlformats.org/drawingml/2006/main">
              <a:ext uri="{FF2B5EF4-FFF2-40B4-BE49-F238E27FC236}">
                <a16:creationId xmlns:a16="http://schemas.microsoft.com/office/drawing/2014/main" id="{AAC0FC31-3E8C-4C1B-99D9-74B7D8A6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5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Enmascaramiento</a:t>
            </a:r>
          </a:p>
        </p:txBody>
      </p:sp>
      <p:sp>
        <p:nvSpPr>
          <p:cNvPr id="21" name="concept_8_text">
            <a:extLst xmlns:a="http://schemas.openxmlformats.org/drawingml/2006/main">
              <a:ext uri="{FF2B5EF4-FFF2-40B4-BE49-F238E27FC236}">
                <a16:creationId xmlns:a16="http://schemas.microsoft.com/office/drawing/2014/main" id="{7434069C-32C3-4CBA-AB4B-3F2C0B5A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695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Exposición y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control</a:t>
            </a:r>
          </a:p>
        </p:txBody>
      </p:sp>
      <p:sp>
        <p:nvSpPr>
          <p:cNvPr id="22" name="concept_9_text">
            <a:extLst xmlns:a="http://schemas.openxmlformats.org/drawingml/2006/main">
              <a:ext uri="{FF2B5EF4-FFF2-40B4-BE49-F238E27FC236}">
                <a16:creationId xmlns:a16="http://schemas.microsoft.com/office/drawing/2014/main" id="{34D8C700-ABF3-4290-9D72-AB76E60F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695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Integración</a:t>
            </a:r>
          </a:p>
        </p:txBody>
      </p:sp>
      <p:sp>
        <p:nvSpPr>
          <p:cNvPr id="23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58652A7A-E678-4771-9F80-050AAA85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Trayecto principal; ramal punteado a respaldo</a:t>
            </a:r>
          </a:p>
        </p:txBody>
      </p:sp>
      <p:sp>
        <p:nvSpPr>
          <p:cNvPr id="2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84EDFED-5541-4736-9C15-494E7A9C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486364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2026-08-13T02:01:28.5770000Z</dcterms:created>
  <dcterms:modified xsi:type="dcterms:W3CDTF">2026-08-13T02:01:28.5770000Z</dcterms:modified>
</coreProperties>
</file>