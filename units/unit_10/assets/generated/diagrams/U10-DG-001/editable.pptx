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fac07aeea940ae" /><Relationship Type="http://schemas.openxmlformats.org/officeDocument/2006/relationships/extended-properties" Target="/docProps/app.xml" Id="Re216d38e69f1453d" /><Relationship Type="http://schemas.openxmlformats.org/officeDocument/2006/relationships/officeDocument" Target="/ppt/presentation.xml" Id="Rc2d184f5b3e346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e3dfd44b0e49d4"/>
  </p:sldMasterIdLst>
  <p:notesMasterIdLst>
    <p:notesMasterId xmlns:r="http://schemas.openxmlformats.org/officeDocument/2006/relationships" r:id="Rb86ba2fba9894e05"/>
  </p:notesMasterIdLst>
  <p:sldIdLst>
    <p:sldId xmlns:r="http://schemas.openxmlformats.org/officeDocument/2006/relationships" id="256" r:id="R1df926aa4a4f4e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330c5d23964a1f" /><Relationship Type="http://schemas.openxmlformats.org/officeDocument/2006/relationships/slideMaster" Target="/ppt/slideMasters/slideMaster1.xml" Id="R4ee3dfd44b0e49d4" /><Relationship Type="http://schemas.openxmlformats.org/officeDocument/2006/relationships/notesMaster" Target="/ppt/notesMasters/notesMaster1.xml" Id="Rb86ba2fba9894e05" /><Relationship Type="http://schemas.openxmlformats.org/officeDocument/2006/relationships/presProps" Target="/ppt/presProps.xml" Id="R2bc974d8687d4860" /><Relationship Type="http://schemas.openxmlformats.org/officeDocument/2006/relationships/tableStyles" Target="/ppt/tableStyles.xml" Id="R1a0b4e3881af44b1" /><Relationship Type="http://schemas.openxmlformats.org/officeDocument/2006/relationships/slide" Target="/ppt/slides/slide1.xml" Id="R1df926aa4a4f4e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4020747f224e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54657b9e484b15" /><Relationship Type="http://schemas.openxmlformats.org/officeDocument/2006/relationships/notesMaster" Target="/ppt/notesMasters/notesMaster1.xml" Id="R659eb98301b2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ac8e4f877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101dad93a5451b" /><Relationship Type="http://schemas.openxmlformats.org/officeDocument/2006/relationships/slideLayout" Target="/ppt/slideLayouts/slideLayout1.xml" Id="R21c3101aed1e48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c3101aed1e48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346b2d0604baf" /><Relationship Type="http://schemas.openxmlformats.org/officeDocument/2006/relationships/notesSlide" Target="/ppt/notesSlides/notesSlide1.xml" Id="R852bb6a8a833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1">
            <a:extLst xmlns:a="http://schemas.openxmlformats.org/drawingml/2006/main">
              <a:ext uri="{FF2B5EF4-FFF2-40B4-BE49-F238E27FC236}">
                <a16:creationId xmlns:a16="http://schemas.microsoft.com/office/drawing/2014/main" id="{4A37B4B0-EC2F-45E5-B3D3-79F87DFE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9C395C56-2152-4032-AE7F-EF1A6D7D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9E7BE1F7-606F-4926-BE25-AAB4812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2F70BE8-F8A4-4EB8-8F6B-52C1EEA0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Portada conceptual: anticipar cuatro ejes de caracterización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CD3E3A8C-449C-4758-9E59-5BA2093A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516E75B4-8E7C-4398-8F82-048A638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2ED245A9-DF53-43AB-80C2-A5AEFA9B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CA283ACA-B972-45E3-BEB7-E59C76B4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90370217-736A-4403-BC3A-5810516D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Tiempo</a:t>
            </a:r>
          </a:p>
        </p:txBody>
      </p:sp>
      <p:sp>
        <p:nvSpPr>
          <p:cNvPr id="10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02295DB5-38B9-4AB1-A7E5-C6872CD5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4782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Frecuencia</a:t>
            </a:r>
          </a:p>
        </p:txBody>
      </p:sp>
      <p:sp>
        <p:nvSpPr>
          <p:cNvPr id="11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F62E5901-A87B-4BFD-9829-B7F6E80B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Nivel</a:t>
            </a:r>
          </a:p>
        </p:txBody>
      </p:sp>
      <p:sp>
        <p:nvSpPr>
          <p:cNvPr id="12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187C2C4F-364E-408D-AD60-021C6E2D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2427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Efecto / tarea</a:t>
            </a:r>
          </a:p>
        </p:txBody>
      </p:sp>
      <p:sp>
        <p:nvSpPr>
          <p:cNvPr id="13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0C8AAE7E-9539-437F-BB72-AD70B80D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Cuatro ramales sin rótulo largo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D4FE859-BB69-421E-B6E9-D8068CA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522947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2026-08-13T02:01:26.1980000Z</dcterms:created>
  <dcterms:modified xsi:type="dcterms:W3CDTF">2026-08-13T02:01:26.1980000Z</dcterms:modified>
</coreProperties>
</file>