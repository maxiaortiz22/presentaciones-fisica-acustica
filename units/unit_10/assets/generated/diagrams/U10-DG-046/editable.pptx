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c4223b44704bd3" /><Relationship Type="http://schemas.openxmlformats.org/officeDocument/2006/relationships/extended-properties" Target="/docProps/app.xml" Id="R6a645a21b50845de" /><Relationship Type="http://schemas.openxmlformats.org/officeDocument/2006/relationships/officeDocument" Target="/ppt/presentation.xml" Id="R801a1394e9e3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bcb4fdd3c4d5f"/>
  </p:sldMasterIdLst>
  <p:notesMasterIdLst>
    <p:notesMasterId xmlns:r="http://schemas.openxmlformats.org/officeDocument/2006/relationships" r:id="Ra432b6469c1a491a"/>
  </p:notesMasterIdLst>
  <p:sldIdLst>
    <p:sldId xmlns:r="http://schemas.openxmlformats.org/officeDocument/2006/relationships" id="256" r:id="Rfcd8978e57a244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1f170744c42b2" /><Relationship Type="http://schemas.openxmlformats.org/officeDocument/2006/relationships/slideMaster" Target="/ppt/slideMasters/slideMaster1.xml" Id="R946bcb4fdd3c4d5f" /><Relationship Type="http://schemas.openxmlformats.org/officeDocument/2006/relationships/notesMaster" Target="/ppt/notesMasters/notesMaster1.xml" Id="Ra432b6469c1a491a" /><Relationship Type="http://schemas.openxmlformats.org/officeDocument/2006/relationships/presProps" Target="/ppt/presProps.xml" Id="R40368676cf58424e" /><Relationship Type="http://schemas.openxmlformats.org/officeDocument/2006/relationships/tableStyles" Target="/ppt/tableStyles.xml" Id="R81842ca663af439e" /><Relationship Type="http://schemas.openxmlformats.org/officeDocument/2006/relationships/slide" Target="/ppt/slides/slide1.xml" Id="Rfcd8978e57a2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4e6d8b121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f397c637f46c2" /><Relationship Type="http://schemas.openxmlformats.org/officeDocument/2006/relationships/notesMaster" Target="/ppt/notesMasters/notesMaster1.xml" Id="R11da4043dca64e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5f20f73ad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8cdd1a252d44dd" /><Relationship Type="http://schemas.openxmlformats.org/officeDocument/2006/relationships/slideLayout" Target="/ppt/slideLayouts/slideLayout1.xml" Id="R054dd803a0b2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dd803a0b2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435f7c66c4644" /><Relationship Type="http://schemas.openxmlformats.org/officeDocument/2006/relationships/notesSlide" Target="/ppt/notesSlides/notesSlide1.xml" Id="R9a0f09c5d2f541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79F3B4CE-6895-4320-902F-82D599F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2ECB222F-22DF-455E-A652-D093ACC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45866302-C782-4976-8EC2-82E15E7C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BCC1CF7-0D49-442B-B375-E0CAF34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Diferenciar reducción, absorción, aislamiento, cancelación y protección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6B4CFF8B-8DA3-4BC7-89F1-C1B2437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EDDC7345-FFA4-4061-B29B-7C28B715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52525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E9ED76C1-BA2C-4F0A-B2F6-93A030D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556D99B4-8998-474B-8112-BC96985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0A958D73-B34C-44CD-A26D-357911D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1652588"/>
            <a:ext cx="3095625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2900363"/>
            <a:ext cx="3095625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3357563"/>
            <a:ext cx="3095625" cy="2038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08526EAD-FC99-4796-B510-0FB0DC5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Resultado: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reducción</a:t>
            </a:r>
          </a:p>
        </p:txBody>
      </p:sp>
      <p:sp>
        <p:nvSpPr>
          <p:cNvPr id="15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391D22CD-4A18-42FA-9E87-0C625D35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23975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Absorción · superficie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· α / A_eq</a:t>
            </a:r>
          </a:p>
        </p:txBody>
      </p:sp>
      <p:sp>
        <p:nvSpPr>
          <p:cNvPr id="16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41D6D3FE-8496-4AB2-8B0D-27C146A1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Aislamiento ·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transmisión · R/DnT</a:t>
            </a:r>
          </a:p>
        </p:txBody>
      </p:sp>
      <p:sp>
        <p:nvSpPr>
          <p:cNvPr id="17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99B100C3-F455-4A4D-AF23-EC9685EB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9525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Cancelación ·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interferencia · banda</a:t>
            </a:r>
          </a:p>
        </p:txBody>
      </p:sp>
      <p:sp>
        <p:nvSpPr>
          <p:cNvPr id="18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FBA6C093-CE47-41E7-BE23-3B56A390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Protección · receptor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· atenuación real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E8C3BC01-AA8C-4B66-A0FF-61D8CF6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Sin flechas o una relación por fila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30FBE11-0F33-46E3-A5E9-2DD72FB0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901007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2026-08-13T02:01:46.5750000Z</dcterms:created>
  <dcterms:modified xsi:type="dcterms:W3CDTF">2026-08-13T02:01:46.5750000Z</dcterms:modified>
</coreProperties>
</file>