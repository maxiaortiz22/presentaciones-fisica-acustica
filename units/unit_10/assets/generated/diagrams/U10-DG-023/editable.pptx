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e64f9009414555" /><Relationship Type="http://schemas.openxmlformats.org/officeDocument/2006/relationships/extended-properties" Target="/docProps/app.xml" Id="R9dde5099bc5c4d7a" /><Relationship Type="http://schemas.openxmlformats.org/officeDocument/2006/relationships/officeDocument" Target="/ppt/presentation.xml" Id="Rb0ef5ca04a9f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f99fcc09f6436b"/>
  </p:sldMasterIdLst>
  <p:notesMasterIdLst>
    <p:notesMasterId xmlns:r="http://schemas.openxmlformats.org/officeDocument/2006/relationships" r:id="R32fae1571e97419e"/>
  </p:notesMasterIdLst>
  <p:sldIdLst>
    <p:sldId xmlns:r="http://schemas.openxmlformats.org/officeDocument/2006/relationships" id="256" r:id="R32130aca813c47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7b797941254cce" /><Relationship Type="http://schemas.openxmlformats.org/officeDocument/2006/relationships/slideMaster" Target="/ppt/slideMasters/slideMaster1.xml" Id="R08f99fcc09f6436b" /><Relationship Type="http://schemas.openxmlformats.org/officeDocument/2006/relationships/notesMaster" Target="/ppt/notesMasters/notesMaster1.xml" Id="R32fae1571e97419e" /><Relationship Type="http://schemas.openxmlformats.org/officeDocument/2006/relationships/presProps" Target="/ppt/presProps.xml" Id="Rdb1b458d4a384f3f" /><Relationship Type="http://schemas.openxmlformats.org/officeDocument/2006/relationships/tableStyles" Target="/ppt/tableStyles.xml" Id="R6a16fbf2fced472a" /><Relationship Type="http://schemas.openxmlformats.org/officeDocument/2006/relationships/slide" Target="/ppt/slides/slide1.xml" Id="R32130aca813c47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01963970f4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cdce05cc9e4a96" /><Relationship Type="http://schemas.openxmlformats.org/officeDocument/2006/relationships/notesMaster" Target="/ppt/notesMasters/notesMaster1.xml" Id="R0b15118afb0242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4f08f2b1946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3a67bd857b46e9" /><Relationship Type="http://schemas.openxmlformats.org/officeDocument/2006/relationships/slideLayout" Target="/ppt/slideLayouts/slideLayout1.xml" Id="Rc4b1fe76ca8d47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b1fe76ca8d47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c33581db74c24" /><Relationship Type="http://schemas.openxmlformats.org/officeDocument/2006/relationships/notesSlide" Target="/ppt/notesSlides/notesSlide1.xml" Id="R78c968fdb1724b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08F32D15-D3C3-4DA3-8342-E8B3DB71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D76A6E8B-B7A8-4373-A465-2C93F438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01F27180-CF62-4C4F-96A5-46E0526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95E4DA1-0F28-4902-AFBA-1CC917D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Banco de filtros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4D2D7DDA-0CDD-4DF3-98E0-044FD615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14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E08CD273-A0EA-40C4-80C0-E9610E45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52525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AA580081-E576-4A73-BA14-EB42E468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9FBAF6D9-64BB-442C-AD74-1EE2838F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C33B6C9E-C89E-4D9E-B322-144ECC0D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95850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476625" y="1652588"/>
            <a:ext cx="3095625" cy="1704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76625" y="2900363"/>
            <a:ext cx="3095625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357563"/>
            <a:ext cx="3095625" cy="790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76625" y="3357563"/>
            <a:ext cx="3095625" cy="2038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01868F84-77B5-4A13-9577-C7098AC4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2574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Entrada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banda ancha</a:t>
            </a:r>
          </a:p>
        </p:txBody>
      </p:sp>
      <p:sp>
        <p:nvSpPr>
          <p:cNvPr id="15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FD814914-91BE-430E-B72E-20A5FEEC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23975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Pasa-bajos</a:t>
            </a:r>
          </a:p>
        </p:txBody>
      </p:sp>
      <p:sp>
        <p:nvSpPr>
          <p:cNvPr id="16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51A297E5-4B61-42BE-A8EE-D4E6AD33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Pasa-altos</a:t>
            </a:r>
          </a:p>
        </p:txBody>
      </p:sp>
      <p:sp>
        <p:nvSpPr>
          <p:cNvPr id="17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7551547D-BC51-40F5-A25D-69530CED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9525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Pasabanda</a:t>
            </a:r>
          </a:p>
        </p:txBody>
      </p:sp>
      <p:sp>
        <p:nvSpPr>
          <p:cNvPr id="18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89C7D427-4C7F-462D-835B-CCD1062F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67300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Tres salidas filtradas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8FC168F0-6E4F-42D8-BD53-4C2004FC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Flechas ancladas; etiquetas de banda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4919CB7-BABF-4DB2-842D-B40B9086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950303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2026-08-13T02:01:36.8120000Z</dcterms:created>
  <dcterms:modified xsi:type="dcterms:W3CDTF">2026-08-13T02:01:36.8120000Z</dcterms:modified>
</coreProperties>
</file>