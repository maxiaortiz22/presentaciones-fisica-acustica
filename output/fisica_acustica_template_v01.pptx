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 modMainMaster">
      <pc:chgData name="Maximiliano Ortiz" userId="90727fd8e92db46b" providerId="LiveId" clId="{9BC7EBD1-E6C7-40E2-9BE0-E69EBE0B6810}" dt="2026-07-28T21:49:36.609" v="2325"/>
      <pc:docMkLst>
        <pc:docMk/>
      </pc:docMkLst>
      <pc:sldChg chg="addSp delSp modSp mod">
        <pc:chgData name="Maximiliano Ortiz" userId="90727fd8e92db46b" providerId="LiveId" clId="{9BC7EBD1-E6C7-40E2-9BE0-E69EBE0B6810}" dt="2026-07-28T21:45:19.464" v="2213"/>
        <pc:sldMkLst>
          <pc:docMk/>
          <pc:sldMk cId="1194663102" sldId="256"/>
        </pc:sldMkLst>
        <pc:spChg chg="del">
          <ac:chgData name="Maximiliano Ortiz" userId="90727fd8e92db46b" providerId="LiveId" clId="{9BC7EBD1-E6C7-40E2-9BE0-E69EBE0B6810}" dt="2026-07-28T21:45:19.464" v="2213"/>
          <ac:spMkLst>
            <pc:docMk/>
            <pc:sldMk cId="1194663102" sldId="256"/>
            <ac:spMk id="7" creationId="{48AC0C0D-DF84-4E0B-9901-E398732178A2}"/>
          </ac:spMkLst>
        </pc:spChg>
        <pc:spChg chg="add del mod">
          <ac:chgData name="Maximiliano Ortiz" userId="90727fd8e92db46b" providerId="LiveId" clId="{9BC7EBD1-E6C7-40E2-9BE0-E69EBE0B6810}" dt="2026-07-28T21:45:19.438" v="2210"/>
          <ac:spMkLst>
            <pc:docMk/>
            <pc:sldMk cId="1194663102" sldId="256"/>
            <ac:spMk id="8" creationId="{77A2A060-A89B-33DF-8DF3-18EAE3577BD8}"/>
          </ac:spMkLst>
        </pc:spChg>
        <pc:spChg chg="add del mod">
          <ac:chgData name="Maximiliano Ortiz" userId="90727fd8e92db46b" providerId="LiveId" clId="{9BC7EBD1-E6C7-40E2-9BE0-E69EBE0B6810}" dt="2026-07-28T21:45:19.438" v="2210"/>
          <ac:spMkLst>
            <pc:docMk/>
            <pc:sldMk cId="1194663102" sldId="256"/>
            <ac:spMk id="9" creationId="{0875479A-B1E3-3F62-0757-4FDB1ED66C28}"/>
          </ac:spMkLst>
        </pc:spChg>
        <pc:spChg chg="add mod">
          <ac:chgData name="Maximiliano Ortiz" userId="90727fd8e92db46b" providerId="LiveId" clId="{9BC7EBD1-E6C7-40E2-9BE0-E69EBE0B6810}" dt="2026-07-28T21:45:19.438" v="2210"/>
          <ac:spMkLst>
            <pc:docMk/>
            <pc:sldMk cId="1194663102" sldId="256"/>
            <ac:spMk id="10" creationId="{6209043E-FF99-0424-F0A1-6DD300A34E4B}"/>
          </ac:spMkLst>
        </pc:spChg>
        <pc:spChg chg="add mod">
          <ac:chgData name="Maximiliano Ortiz" userId="90727fd8e92db46b" providerId="LiveId" clId="{9BC7EBD1-E6C7-40E2-9BE0-E69EBE0B6810}" dt="2026-07-28T21:45:19.438" v="2210"/>
          <ac:spMkLst>
            <pc:docMk/>
            <pc:sldMk cId="1194663102" sldId="256"/>
            <ac:spMk id="11" creationId="{D87FD449-A608-9EC9-BE8C-850EE9907EE1}"/>
          </ac:spMkLst>
        </pc:spChg>
        <pc:spChg chg="add mod">
          <ac:chgData name="Maximiliano Ortiz" userId="90727fd8e92db46b" providerId="LiveId" clId="{9BC7EBD1-E6C7-40E2-9BE0-E69EBE0B6810}" dt="2026-07-28T21:45:19.447" v="2211"/>
          <ac:spMkLst>
            <pc:docMk/>
            <pc:sldMk cId="1194663102" sldId="256"/>
            <ac:spMk id="12" creationId="{0B44733C-D931-3240-C8D6-A74952D40B1E}"/>
          </ac:spMkLst>
        </pc:spChg>
      </pc:sldChg>
      <pc:sldChg chg="addSp delSp modSp mod">
        <pc:chgData name="Maximiliano Ortiz" userId="90727fd8e92db46b" providerId="LiveId" clId="{9BC7EBD1-E6C7-40E2-9BE0-E69EBE0B6810}" dt="2026-07-28T21:45:19.497" v="2221"/>
        <pc:sldMkLst>
          <pc:docMk/>
          <pc:sldMk cId="1561918420" sldId="257"/>
        </pc:sldMkLst>
        <pc:spChg chg="del">
          <ac:chgData name="Maximiliano Ortiz" userId="90727fd8e92db46b" providerId="LiveId" clId="{9BC7EBD1-E6C7-40E2-9BE0-E69EBE0B6810}" dt="2026-07-28T21:45:19.497" v="2221"/>
          <ac:spMkLst>
            <pc:docMk/>
            <pc:sldMk cId="1561918420" sldId="257"/>
            <ac:spMk id="14" creationId="{9D000106-8F75-40F6-9CDA-39C5BC0497F2}"/>
          </ac:spMkLst>
        </pc:spChg>
        <pc:spChg chg="add mod">
          <ac:chgData name="Maximiliano Ortiz" userId="90727fd8e92db46b" providerId="LiveId" clId="{9BC7EBD1-E6C7-40E2-9BE0-E69EBE0B6810}" dt="2026-07-28T21:45:19.485" v="2218"/>
          <ac:spMkLst>
            <pc:docMk/>
            <pc:sldMk cId="1561918420" sldId="257"/>
            <ac:spMk id="15" creationId="{FE1B20C0-2CF5-2A6D-C1F9-26F0F97A3547}"/>
          </ac:spMkLst>
        </pc:spChg>
        <pc:spChg chg="add mod">
          <ac:chgData name="Maximiliano Ortiz" userId="90727fd8e92db46b" providerId="LiveId" clId="{9BC7EBD1-E6C7-40E2-9BE0-E69EBE0B6810}" dt="2026-07-28T21:45:19.485" v="2218"/>
          <ac:spMkLst>
            <pc:docMk/>
            <pc:sldMk cId="1561918420" sldId="257"/>
            <ac:spMk id="16" creationId="{55285023-CD06-F386-4C22-2C5D61FF6655}"/>
          </ac:spMkLst>
        </pc:spChg>
        <pc:spChg chg="add mod">
          <ac:chgData name="Maximiliano Ortiz" userId="90727fd8e92db46b" providerId="LiveId" clId="{9BC7EBD1-E6C7-40E2-9BE0-E69EBE0B6810}" dt="2026-07-28T21:45:19.485" v="2218"/>
          <ac:spMkLst>
            <pc:docMk/>
            <pc:sldMk cId="1561918420" sldId="257"/>
            <ac:spMk id="17" creationId="{92A78427-EEF4-96EB-81EE-2B99FC193CEB}"/>
          </ac:spMkLst>
        </pc:spChg>
        <pc:spChg chg="add mod">
          <ac:chgData name="Maximiliano Ortiz" userId="90727fd8e92db46b" providerId="LiveId" clId="{9BC7EBD1-E6C7-40E2-9BE0-E69EBE0B6810}" dt="2026-07-28T21:45:19.489" v="2219"/>
          <ac:spMkLst>
            <pc:docMk/>
            <pc:sldMk cId="1561918420" sldId="257"/>
            <ac:spMk id="18" creationId="{2DADB7A0-DAED-ABD0-4D66-533872518345}"/>
          </ac:spMkLst>
        </pc:spChg>
      </pc:sldChg>
      <pc:sldChg chg="addSp delSp modSp mod">
        <pc:chgData name="Maximiliano Ortiz" userId="90727fd8e92db46b" providerId="LiveId" clId="{9BC7EBD1-E6C7-40E2-9BE0-E69EBE0B6810}" dt="2026-07-28T21:45:19.533" v="2225"/>
        <pc:sldMkLst>
          <pc:docMk/>
          <pc:sldMk cId="1833595117" sldId="258"/>
        </pc:sldMkLst>
        <pc:spChg chg="del">
          <ac:chgData name="Maximiliano Ortiz" userId="90727fd8e92db46b" providerId="LiveId" clId="{9BC7EBD1-E6C7-40E2-9BE0-E69EBE0B6810}" dt="2026-07-28T21:45:19.533" v="2225"/>
          <ac:spMkLst>
            <pc:docMk/>
            <pc:sldMk cId="1833595117" sldId="258"/>
            <ac:spMk id="13" creationId="{1904247F-EA8E-4BB8-9B1B-70ECEE8AF770}"/>
          </ac:spMkLst>
        </pc:spChg>
        <pc:spChg chg="add mod">
          <ac:chgData name="Maximiliano Ortiz" userId="90727fd8e92db46b" providerId="LiveId" clId="{9BC7EBD1-E6C7-40E2-9BE0-E69EBE0B6810}" dt="2026-07-28T21:45:19.497" v="2222"/>
          <ac:spMkLst>
            <pc:docMk/>
            <pc:sldMk cId="1833595117" sldId="258"/>
            <ac:spMk id="14" creationId="{6DF98B29-4297-833F-4CD1-3B25C070F837}"/>
          </ac:spMkLst>
        </pc:spChg>
        <pc:spChg chg="add mod">
          <ac:chgData name="Maximiliano Ortiz" userId="90727fd8e92db46b" providerId="LiveId" clId="{9BC7EBD1-E6C7-40E2-9BE0-E69EBE0B6810}" dt="2026-07-28T21:45:19.497" v="2222"/>
          <ac:spMkLst>
            <pc:docMk/>
            <pc:sldMk cId="1833595117" sldId="258"/>
            <ac:spMk id="15" creationId="{E56975FB-BAB4-AC08-7128-82AC4B98BBBF}"/>
          </ac:spMkLst>
        </pc:spChg>
        <pc:spChg chg="add mod">
          <ac:chgData name="Maximiliano Ortiz" userId="90727fd8e92db46b" providerId="LiveId" clId="{9BC7EBD1-E6C7-40E2-9BE0-E69EBE0B6810}" dt="2026-07-28T21:45:19.497" v="2222"/>
          <ac:spMkLst>
            <pc:docMk/>
            <pc:sldMk cId="1833595117" sldId="258"/>
            <ac:spMk id="16" creationId="{671AF7A2-9205-7101-4D3E-9A7D44060D66}"/>
          </ac:spMkLst>
        </pc:spChg>
        <pc:spChg chg="add mod">
          <ac:chgData name="Maximiliano Ortiz" userId="90727fd8e92db46b" providerId="LiveId" clId="{9BC7EBD1-E6C7-40E2-9BE0-E69EBE0B6810}" dt="2026-07-28T21:45:19.514" v="2223"/>
          <ac:spMkLst>
            <pc:docMk/>
            <pc:sldMk cId="1833595117" sldId="258"/>
            <ac:spMk id="17" creationId="{D0D35EE8-11B1-606B-8714-EAD8DAF8D38F}"/>
          </ac:spMkLst>
        </pc:spChg>
      </pc:sldChg>
      <pc:sldChg chg="addSp delSp modSp mod">
        <pc:chgData name="Maximiliano Ortiz" userId="90727fd8e92db46b" providerId="LiveId" clId="{9BC7EBD1-E6C7-40E2-9BE0-E69EBE0B6810}" dt="2026-07-28T21:45:19.564" v="2229"/>
        <pc:sldMkLst>
          <pc:docMk/>
          <pc:sldMk cId="1271479030" sldId="259"/>
        </pc:sldMkLst>
        <pc:spChg chg="del">
          <ac:chgData name="Maximiliano Ortiz" userId="90727fd8e92db46b" providerId="LiveId" clId="{9BC7EBD1-E6C7-40E2-9BE0-E69EBE0B6810}" dt="2026-07-28T21:45:19.564" v="2229"/>
          <ac:spMkLst>
            <pc:docMk/>
            <pc:sldMk cId="1271479030" sldId="259"/>
            <ac:spMk id="23" creationId="{383AD91C-5ED4-48BB-947D-3371D23CDC26}"/>
          </ac:spMkLst>
        </pc:spChg>
        <pc:spChg chg="add mod">
          <ac:chgData name="Maximiliano Ortiz" userId="90727fd8e92db46b" providerId="LiveId" clId="{9BC7EBD1-E6C7-40E2-9BE0-E69EBE0B6810}" dt="2026-07-28T21:45:19.536" v="2226"/>
          <ac:spMkLst>
            <pc:docMk/>
            <pc:sldMk cId="1271479030" sldId="259"/>
            <ac:spMk id="24" creationId="{5328DB21-AD69-BA7D-188D-F8CF0A67A58A}"/>
          </ac:spMkLst>
        </pc:spChg>
        <pc:spChg chg="add mod">
          <ac:chgData name="Maximiliano Ortiz" userId="90727fd8e92db46b" providerId="LiveId" clId="{9BC7EBD1-E6C7-40E2-9BE0-E69EBE0B6810}" dt="2026-07-28T21:45:19.536" v="2226"/>
          <ac:spMkLst>
            <pc:docMk/>
            <pc:sldMk cId="1271479030" sldId="259"/>
            <ac:spMk id="25" creationId="{CF6283AD-26FA-2A3D-21A5-98CF1E8F0913}"/>
          </ac:spMkLst>
        </pc:spChg>
        <pc:spChg chg="add mod">
          <ac:chgData name="Maximiliano Ortiz" userId="90727fd8e92db46b" providerId="LiveId" clId="{9BC7EBD1-E6C7-40E2-9BE0-E69EBE0B6810}" dt="2026-07-28T21:45:19.536" v="2227"/>
          <ac:spMkLst>
            <pc:docMk/>
            <pc:sldMk cId="1271479030" sldId="259"/>
            <ac:spMk id="26" creationId="{AB9938E4-BE03-A7BA-4A48-E6E4907240D9}"/>
          </ac:spMkLst>
        </pc:spChg>
      </pc:sldChg>
      <pc:sldChg chg="addSp delSp modSp mod">
        <pc:chgData name="Maximiliano Ortiz" userId="90727fd8e92db46b" providerId="LiveId" clId="{9BC7EBD1-E6C7-40E2-9BE0-E69EBE0B6810}" dt="2026-07-28T21:45:19.483" v="2217"/>
        <pc:sldMkLst>
          <pc:docMk/>
          <pc:sldMk cId="1164902343" sldId="260"/>
        </pc:sldMkLst>
        <pc:spChg chg="del">
          <ac:chgData name="Maximiliano Ortiz" userId="90727fd8e92db46b" providerId="LiveId" clId="{9BC7EBD1-E6C7-40E2-9BE0-E69EBE0B6810}" dt="2026-07-28T21:45:19.483" v="2217"/>
          <ac:spMkLst>
            <pc:docMk/>
            <pc:sldMk cId="1164902343" sldId="260"/>
            <ac:spMk id="6" creationId="{2F6D0506-5F72-4F8C-9907-C702D8174A6D}"/>
          </ac:spMkLst>
        </pc:spChg>
        <pc:spChg chg="add mod">
          <ac:chgData name="Maximiliano Ortiz" userId="90727fd8e92db46b" providerId="LiveId" clId="{9BC7EBD1-E6C7-40E2-9BE0-E69EBE0B6810}" dt="2026-07-28T21:45:19.464" v="2214"/>
          <ac:spMkLst>
            <pc:docMk/>
            <pc:sldMk cId="1164902343" sldId="260"/>
            <ac:spMk id="7" creationId="{3BB930E3-E4A7-44EF-B08A-F7893EAB5591}"/>
          </ac:spMkLst>
        </pc:spChg>
        <pc:spChg chg="add mod">
          <ac:chgData name="Maximiliano Ortiz" userId="90727fd8e92db46b" providerId="LiveId" clId="{9BC7EBD1-E6C7-40E2-9BE0-E69EBE0B6810}" dt="2026-07-28T21:45:19.464" v="2214"/>
          <ac:spMkLst>
            <pc:docMk/>
            <pc:sldMk cId="1164902343" sldId="260"/>
            <ac:spMk id="8" creationId="{8E526FA8-359B-79C7-0914-E7D02BA2B41C}"/>
          </ac:spMkLst>
        </pc:spChg>
        <pc:spChg chg="add mod">
          <ac:chgData name="Maximiliano Ortiz" userId="90727fd8e92db46b" providerId="LiveId" clId="{9BC7EBD1-E6C7-40E2-9BE0-E69EBE0B6810}" dt="2026-07-28T21:45:19.464" v="2215"/>
          <ac:spMkLst>
            <pc:docMk/>
            <pc:sldMk cId="1164902343" sldId="260"/>
            <ac:spMk id="9" creationId="{208C11FF-1310-C67B-A471-A3573013EAD4}"/>
          </ac:spMkLst>
        </pc:spChg>
      </pc:sldChg>
      <pc:sldChg chg="addSp delSp modSp mod">
        <pc:chgData name="Maximiliano Ortiz" userId="90727fd8e92db46b" providerId="LiveId" clId="{9BC7EBD1-E6C7-40E2-9BE0-E69EBE0B6810}" dt="2026-07-28T21:45:19.581" v="2233"/>
        <pc:sldMkLst>
          <pc:docMk/>
          <pc:sldMk cId="950873707" sldId="261"/>
        </pc:sldMkLst>
        <pc:spChg chg="del">
          <ac:chgData name="Maximiliano Ortiz" userId="90727fd8e92db46b" providerId="LiveId" clId="{9BC7EBD1-E6C7-40E2-9BE0-E69EBE0B6810}" dt="2026-07-28T21:45:19.581" v="2233"/>
          <ac:spMkLst>
            <pc:docMk/>
            <pc:sldMk cId="950873707" sldId="261"/>
            <ac:spMk id="11" creationId="{CDEC9ED9-2483-4A03-ACF3-C47DFC702631}"/>
          </ac:spMkLst>
        </pc:spChg>
        <pc:spChg chg="add mod">
          <ac:chgData name="Maximiliano Ortiz" userId="90727fd8e92db46b" providerId="LiveId" clId="{9BC7EBD1-E6C7-40E2-9BE0-E69EBE0B6810}" dt="2026-07-28T21:45:19.564" v="2230"/>
          <ac:spMkLst>
            <pc:docMk/>
            <pc:sldMk cId="950873707" sldId="261"/>
            <ac:spMk id="12" creationId="{37E44580-3439-F23A-F3A9-F99D17162947}"/>
          </ac:spMkLst>
        </pc:spChg>
        <pc:spChg chg="add mod">
          <ac:chgData name="Maximiliano Ortiz" userId="90727fd8e92db46b" providerId="LiveId" clId="{9BC7EBD1-E6C7-40E2-9BE0-E69EBE0B6810}" dt="2026-07-28T21:45:19.564" v="2230"/>
          <ac:spMkLst>
            <pc:docMk/>
            <pc:sldMk cId="950873707" sldId="261"/>
            <ac:spMk id="13" creationId="{30815F7C-80F5-07A0-8F68-F583960140F1}"/>
          </ac:spMkLst>
        </pc:spChg>
        <pc:spChg chg="add mod">
          <ac:chgData name="Maximiliano Ortiz" userId="90727fd8e92db46b" providerId="LiveId" clId="{9BC7EBD1-E6C7-40E2-9BE0-E69EBE0B6810}" dt="2026-07-28T21:45:19.564" v="2231"/>
          <ac:spMkLst>
            <pc:docMk/>
            <pc:sldMk cId="950873707" sldId="261"/>
            <ac:spMk id="14" creationId="{C55D9E09-4588-53C4-B8A7-854141361053}"/>
          </ac:spMkLst>
        </pc:spChg>
      </pc:sldChg>
      <pc:sldChg chg="addSp delSp modSp mod">
        <pc:chgData name="Maximiliano Ortiz" userId="90727fd8e92db46b" providerId="LiveId" clId="{9BC7EBD1-E6C7-40E2-9BE0-E69EBE0B6810}" dt="2026-07-28T21:49:36.594" v="2323"/>
        <pc:sldMkLst>
          <pc:docMk/>
          <pc:sldMk cId="1926975773" sldId="262"/>
        </pc:sldMkLst>
        <pc:spChg chg="add mod">
          <ac:chgData name="Maximiliano Ortiz" userId="90727fd8e92db46b" providerId="LiveId" clId="{9BC7EBD1-E6C7-40E2-9BE0-E69EBE0B6810}" dt="2026-07-28T21:45:19.581" v="2234"/>
          <ac:spMkLst>
            <pc:docMk/>
            <pc:sldMk cId="1926975773" sldId="262"/>
            <ac:spMk id="12" creationId="{53A7E32D-E9D3-CD27-D20F-F7494F6CCA2B}"/>
          </ac:spMkLst>
        </pc:spChg>
        <pc:spChg chg="del">
          <ac:chgData name="Maximiliano Ortiz" userId="90727fd8e92db46b" providerId="LiveId" clId="{9BC7EBD1-E6C7-40E2-9BE0-E69EBE0B6810}" dt="2026-07-28T21:45:19.612" v="2237"/>
          <ac:spMkLst>
            <pc:docMk/>
            <pc:sldMk cId="1926975773" sldId="262"/>
            <ac:spMk id="15" creationId="{8C0056F9-5983-4ABB-954F-593D4B642216}"/>
          </ac:spMkLst>
        </pc:spChg>
        <pc:spChg chg="add mod">
          <ac:chgData name="Maximiliano Ortiz" userId="90727fd8e92db46b" providerId="LiveId" clId="{9BC7EBD1-E6C7-40E2-9BE0-E69EBE0B6810}" dt="2026-07-28T21:45:19.581" v="2234"/>
          <ac:spMkLst>
            <pc:docMk/>
            <pc:sldMk cId="1926975773" sldId="262"/>
            <ac:spMk id="16" creationId="{0085061F-AC7D-949A-882F-CC682CA1CDD5}"/>
          </ac:spMkLst>
        </pc:spChg>
        <pc:spChg chg="add mod">
          <ac:chgData name="Maximiliano Ortiz" userId="90727fd8e92db46b" providerId="LiveId" clId="{9BC7EBD1-E6C7-40E2-9BE0-E69EBE0B6810}" dt="2026-07-28T21:45:19.581" v="2234"/>
          <ac:spMkLst>
            <pc:docMk/>
            <pc:sldMk cId="1926975773" sldId="262"/>
            <ac:spMk id="17" creationId="{5EC7835F-8835-A7E9-A4FB-1B316C818790}"/>
          </ac:spMkLst>
        </pc:spChg>
        <pc:spChg chg="add mod">
          <ac:chgData name="Maximiliano Ortiz" userId="90727fd8e92db46b" providerId="LiveId" clId="{9BC7EBD1-E6C7-40E2-9BE0-E69EBE0B6810}" dt="2026-07-28T21:45:19.581" v="2235"/>
          <ac:spMkLst>
            <pc:docMk/>
            <pc:sldMk cId="1926975773" sldId="262"/>
            <ac:spMk id="18" creationId="{2630458C-F90C-62F1-3891-6CBC98AF2192}"/>
          </ac:spMkLst>
        </pc:spChg>
        <pc:picChg chg="mod">
          <ac:chgData name="Maximiliano Ortiz" userId="90727fd8e92db46b" providerId="LiveId" clId="{9BC7EBD1-E6C7-40E2-9BE0-E69EBE0B6810}" dt="2026-07-28T21:49:36.594" v="2323"/>
          <ac:picMkLst>
            <pc:docMk/>
            <pc:sldMk cId="1926975773" sldId="262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28T21:45:19.628" v="2241"/>
        <pc:sldMkLst>
          <pc:docMk/>
          <pc:sldMk cId="1687263069" sldId="263"/>
        </pc:sldMkLst>
        <pc:spChg chg="del">
          <ac:chgData name="Maximiliano Ortiz" userId="90727fd8e92db46b" providerId="LiveId" clId="{9BC7EBD1-E6C7-40E2-9BE0-E69EBE0B6810}" dt="2026-07-28T21:45:19.628" v="2241"/>
          <ac:spMkLst>
            <pc:docMk/>
            <pc:sldMk cId="1687263069" sldId="263"/>
            <ac:spMk id="17" creationId="{A4F06A9D-B023-4729-BD92-0E4E859B3521}"/>
          </ac:spMkLst>
        </pc:spChg>
        <pc:spChg chg="add mod">
          <ac:chgData name="Maximiliano Ortiz" userId="90727fd8e92db46b" providerId="LiveId" clId="{9BC7EBD1-E6C7-40E2-9BE0-E69EBE0B6810}" dt="2026-07-28T21:45:19.612" v="2238"/>
          <ac:spMkLst>
            <pc:docMk/>
            <pc:sldMk cId="1687263069" sldId="263"/>
            <ac:spMk id="18" creationId="{AEA52868-81D7-67C5-184E-F64FC5EE5E5C}"/>
          </ac:spMkLst>
        </pc:spChg>
        <pc:spChg chg="add mod">
          <ac:chgData name="Maximiliano Ortiz" userId="90727fd8e92db46b" providerId="LiveId" clId="{9BC7EBD1-E6C7-40E2-9BE0-E69EBE0B6810}" dt="2026-07-28T21:45:19.612" v="2238"/>
          <ac:spMkLst>
            <pc:docMk/>
            <pc:sldMk cId="1687263069" sldId="263"/>
            <ac:spMk id="19" creationId="{8450FB6A-E2D2-9A1A-9B4B-70DC38F484C0}"/>
          </ac:spMkLst>
        </pc:spChg>
        <pc:spChg chg="add mod">
          <ac:chgData name="Maximiliano Ortiz" userId="90727fd8e92db46b" providerId="LiveId" clId="{9BC7EBD1-E6C7-40E2-9BE0-E69EBE0B6810}" dt="2026-07-28T21:45:19.612" v="2238"/>
          <ac:spMkLst>
            <pc:docMk/>
            <pc:sldMk cId="1687263069" sldId="263"/>
            <ac:spMk id="20" creationId="{834DD1CD-B3F9-DA27-07FD-2E45F682D4B9}"/>
          </ac:spMkLst>
        </pc:spChg>
        <pc:spChg chg="add mod">
          <ac:chgData name="Maximiliano Ortiz" userId="90727fd8e92db46b" providerId="LiveId" clId="{9BC7EBD1-E6C7-40E2-9BE0-E69EBE0B6810}" dt="2026-07-28T21:45:19.612" v="2239"/>
          <ac:spMkLst>
            <pc:docMk/>
            <pc:sldMk cId="1687263069" sldId="263"/>
            <ac:spMk id="21" creationId="{9CA9596E-D94D-48D7-199C-CC38FBB01EFD}"/>
          </ac:spMkLst>
        </pc:spChg>
      </pc:sldChg>
      <pc:sldChg chg="addSp delSp modSp mod">
        <pc:chgData name="Maximiliano Ortiz" userId="90727fd8e92db46b" providerId="LiveId" clId="{9BC7EBD1-E6C7-40E2-9BE0-E69EBE0B6810}" dt="2026-07-28T21:45:19.681" v="2249"/>
        <pc:sldMkLst>
          <pc:docMk/>
          <pc:sldMk cId="48649001" sldId="264"/>
        </pc:sldMkLst>
        <pc:spChg chg="add mod">
          <ac:chgData name="Maximiliano Ortiz" userId="90727fd8e92db46b" providerId="LiveId" clId="{9BC7EBD1-E6C7-40E2-9BE0-E69EBE0B6810}" dt="2026-07-28T21:45:19.664" v="2246"/>
          <ac:spMkLst>
            <pc:docMk/>
            <pc:sldMk cId="48649001" sldId="264"/>
            <ac:spMk id="4" creationId="{2EF821FB-EFFC-EF41-BABC-394083512C25}"/>
          </ac:spMkLst>
        </pc:spChg>
        <pc:spChg chg="del">
          <ac:chgData name="Maximiliano Ortiz" userId="90727fd8e92db46b" providerId="LiveId" clId="{9BC7EBD1-E6C7-40E2-9BE0-E69EBE0B6810}" dt="2026-07-28T21:45:19.681" v="2249"/>
          <ac:spMkLst>
            <pc:docMk/>
            <pc:sldMk cId="48649001" sldId="264"/>
            <ac:spMk id="14" creationId="{8D1FBFD7-B1A0-468D-B1E8-62F778626804}"/>
          </ac:spMkLst>
        </pc:spChg>
        <pc:spChg chg="add mod">
          <ac:chgData name="Maximiliano Ortiz" userId="90727fd8e92db46b" providerId="LiveId" clId="{9BC7EBD1-E6C7-40E2-9BE0-E69EBE0B6810}" dt="2026-07-28T21:45:19.664" v="2246"/>
          <ac:spMkLst>
            <pc:docMk/>
            <pc:sldMk cId="48649001" sldId="264"/>
            <ac:spMk id="15" creationId="{037E51DA-6697-7984-784B-648406DB4719}"/>
          </ac:spMkLst>
        </pc:spChg>
        <pc:spChg chg="add mod">
          <ac:chgData name="Maximiliano Ortiz" userId="90727fd8e92db46b" providerId="LiveId" clId="{9BC7EBD1-E6C7-40E2-9BE0-E69EBE0B6810}" dt="2026-07-28T21:45:19.664" v="2246"/>
          <ac:spMkLst>
            <pc:docMk/>
            <pc:sldMk cId="48649001" sldId="264"/>
            <ac:spMk id="16" creationId="{31944AD0-DF54-E6F8-4A89-FB470438F4EB}"/>
          </ac:spMkLst>
        </pc:spChg>
        <pc:spChg chg="add mod">
          <ac:chgData name="Maximiliano Ortiz" userId="90727fd8e92db46b" providerId="LiveId" clId="{9BC7EBD1-E6C7-40E2-9BE0-E69EBE0B6810}" dt="2026-07-28T21:45:19.664" v="2247"/>
          <ac:spMkLst>
            <pc:docMk/>
            <pc:sldMk cId="48649001" sldId="264"/>
            <ac:spMk id="18" creationId="{7BC74996-1398-61FE-9DC2-28F79E0C2E8F}"/>
          </ac:spMkLst>
        </pc:spChg>
      </pc:sldChg>
      <pc:sldChg chg="addSp delSp modSp mod">
        <pc:chgData name="Maximiliano Ortiz" userId="90727fd8e92db46b" providerId="LiveId" clId="{9BC7EBD1-E6C7-40E2-9BE0-E69EBE0B6810}" dt="2026-07-28T21:45:19.662" v="2245"/>
        <pc:sldMkLst>
          <pc:docMk/>
          <pc:sldMk cId="651197825" sldId="265"/>
        </pc:sldMkLst>
        <pc:spChg chg="del">
          <ac:chgData name="Maximiliano Ortiz" userId="90727fd8e92db46b" providerId="LiveId" clId="{9BC7EBD1-E6C7-40E2-9BE0-E69EBE0B6810}" dt="2026-07-28T21:45:19.662" v="2245"/>
          <ac:spMkLst>
            <pc:docMk/>
            <pc:sldMk cId="651197825" sldId="265"/>
            <ac:spMk id="13" creationId="{E0532B35-FAB0-45AB-814B-415CA7B92BF7}"/>
          </ac:spMkLst>
        </pc:spChg>
        <pc:spChg chg="add mod">
          <ac:chgData name="Maximiliano Ortiz" userId="90727fd8e92db46b" providerId="LiveId" clId="{9BC7EBD1-E6C7-40E2-9BE0-E69EBE0B6810}" dt="2026-07-28T21:45:19.628" v="2242"/>
          <ac:spMkLst>
            <pc:docMk/>
            <pc:sldMk cId="651197825" sldId="265"/>
            <ac:spMk id="14" creationId="{6785EA90-6BDE-36BA-3227-574E33B9BB73}"/>
          </ac:spMkLst>
        </pc:spChg>
        <pc:spChg chg="add mod">
          <ac:chgData name="Maximiliano Ortiz" userId="90727fd8e92db46b" providerId="LiveId" clId="{9BC7EBD1-E6C7-40E2-9BE0-E69EBE0B6810}" dt="2026-07-28T21:45:19.628" v="2242"/>
          <ac:spMkLst>
            <pc:docMk/>
            <pc:sldMk cId="651197825" sldId="265"/>
            <ac:spMk id="15" creationId="{AE0CBC14-698B-D30C-405B-0905C06A4A20}"/>
          </ac:spMkLst>
        </pc:spChg>
        <pc:spChg chg="add mod">
          <ac:chgData name="Maximiliano Ortiz" userId="90727fd8e92db46b" providerId="LiveId" clId="{9BC7EBD1-E6C7-40E2-9BE0-E69EBE0B6810}" dt="2026-07-28T21:45:19.628" v="2242"/>
          <ac:spMkLst>
            <pc:docMk/>
            <pc:sldMk cId="651197825" sldId="265"/>
            <ac:spMk id="16" creationId="{812DB09B-4126-BEDD-75A6-549B4991107C}"/>
          </ac:spMkLst>
        </pc:spChg>
        <pc:spChg chg="add mod">
          <ac:chgData name="Maximiliano Ortiz" userId="90727fd8e92db46b" providerId="LiveId" clId="{9BC7EBD1-E6C7-40E2-9BE0-E69EBE0B6810}" dt="2026-07-28T21:45:19.644" v="2243"/>
          <ac:spMkLst>
            <pc:docMk/>
            <pc:sldMk cId="651197825" sldId="265"/>
            <ac:spMk id="17" creationId="{B759C1D2-CD91-24D9-818D-3BEDD1F54837}"/>
          </ac:spMkLst>
        </pc:spChg>
      </pc:sldChg>
      <pc:sldChg chg="addSp delSp modSp mod">
        <pc:chgData name="Maximiliano Ortiz" userId="90727fd8e92db46b" providerId="LiveId" clId="{9BC7EBD1-E6C7-40E2-9BE0-E69EBE0B6810}" dt="2026-07-28T21:45:19.697" v="2253"/>
        <pc:sldMkLst>
          <pc:docMk/>
          <pc:sldMk cId="986630461" sldId="266"/>
        </pc:sldMkLst>
        <pc:spChg chg="del">
          <ac:chgData name="Maximiliano Ortiz" userId="90727fd8e92db46b" providerId="LiveId" clId="{9BC7EBD1-E6C7-40E2-9BE0-E69EBE0B6810}" dt="2026-07-28T21:45:19.697" v="2253"/>
          <ac:spMkLst>
            <pc:docMk/>
            <pc:sldMk cId="986630461" sldId="266"/>
            <ac:spMk id="9" creationId="{FAE55093-1257-413F-95E3-4820332BF0AB}"/>
          </ac:spMkLst>
        </pc:spChg>
        <pc:spChg chg="add mod">
          <ac:chgData name="Maximiliano Ortiz" userId="90727fd8e92db46b" providerId="LiveId" clId="{9BC7EBD1-E6C7-40E2-9BE0-E69EBE0B6810}" dt="2026-07-28T21:45:19.681" v="2250"/>
          <ac:spMkLst>
            <pc:docMk/>
            <pc:sldMk cId="986630461" sldId="266"/>
            <ac:spMk id="10" creationId="{F05217D6-0CEE-3D64-7AC1-D204B82D9C46}"/>
          </ac:spMkLst>
        </pc:spChg>
        <pc:spChg chg="add mod">
          <ac:chgData name="Maximiliano Ortiz" userId="90727fd8e92db46b" providerId="LiveId" clId="{9BC7EBD1-E6C7-40E2-9BE0-E69EBE0B6810}" dt="2026-07-28T21:45:19.681" v="2250"/>
          <ac:spMkLst>
            <pc:docMk/>
            <pc:sldMk cId="986630461" sldId="266"/>
            <ac:spMk id="11" creationId="{F2010E50-074D-E1AB-592C-526472EEDD1B}"/>
          </ac:spMkLst>
        </pc:spChg>
        <pc:spChg chg="add mod">
          <ac:chgData name="Maximiliano Ortiz" userId="90727fd8e92db46b" providerId="LiveId" clId="{9BC7EBD1-E6C7-40E2-9BE0-E69EBE0B6810}" dt="2026-07-28T21:45:19.681" v="2250"/>
          <ac:spMkLst>
            <pc:docMk/>
            <pc:sldMk cId="986630461" sldId="266"/>
            <ac:spMk id="12" creationId="{8521844B-5D07-F6A3-3105-CD6C627D9718}"/>
          </ac:spMkLst>
        </pc:spChg>
        <pc:spChg chg="add mod">
          <ac:chgData name="Maximiliano Ortiz" userId="90727fd8e92db46b" providerId="LiveId" clId="{9BC7EBD1-E6C7-40E2-9BE0-E69EBE0B6810}" dt="2026-07-28T21:45:19.681" v="2251"/>
          <ac:spMkLst>
            <pc:docMk/>
            <pc:sldMk cId="986630461" sldId="266"/>
            <ac:spMk id="13" creationId="{12BF3667-16D3-B7A0-EF76-B375EF898D79}"/>
          </ac:spMkLst>
        </pc:spChg>
      </pc:sldChg>
      <pc:sldChg chg="addSp delSp modSp mod">
        <pc:chgData name="Maximiliano Ortiz" userId="90727fd8e92db46b" providerId="LiveId" clId="{9BC7EBD1-E6C7-40E2-9BE0-E69EBE0B6810}" dt="2026-07-28T21:45:19.714" v="2257"/>
        <pc:sldMkLst>
          <pc:docMk/>
          <pc:sldMk cId="1602286470" sldId="267"/>
        </pc:sldMkLst>
        <pc:spChg chg="del">
          <ac:chgData name="Maximiliano Ortiz" userId="90727fd8e92db46b" providerId="LiveId" clId="{9BC7EBD1-E6C7-40E2-9BE0-E69EBE0B6810}" dt="2026-07-28T21:45:19.714" v="2257"/>
          <ac:spMkLst>
            <pc:docMk/>
            <pc:sldMk cId="1602286470" sldId="267"/>
            <ac:spMk id="14" creationId="{1EAE7479-9616-43CB-9FE3-A4B4267E59AE}"/>
          </ac:spMkLst>
        </pc:spChg>
        <pc:spChg chg="add mod">
          <ac:chgData name="Maximiliano Ortiz" userId="90727fd8e92db46b" providerId="LiveId" clId="{9BC7EBD1-E6C7-40E2-9BE0-E69EBE0B6810}" dt="2026-07-28T21:45:19.697" v="2254"/>
          <ac:spMkLst>
            <pc:docMk/>
            <pc:sldMk cId="1602286470" sldId="267"/>
            <ac:spMk id="15" creationId="{FAF2A3BF-104E-8B53-38D4-5730F463E9CC}"/>
          </ac:spMkLst>
        </pc:spChg>
        <pc:spChg chg="add mod">
          <ac:chgData name="Maximiliano Ortiz" userId="90727fd8e92db46b" providerId="LiveId" clId="{9BC7EBD1-E6C7-40E2-9BE0-E69EBE0B6810}" dt="2026-07-28T21:45:19.697" v="2254"/>
          <ac:spMkLst>
            <pc:docMk/>
            <pc:sldMk cId="1602286470" sldId="267"/>
            <ac:spMk id="16" creationId="{9A5618CF-586B-8F30-0B3A-764D8EE73EE7}"/>
          </ac:spMkLst>
        </pc:spChg>
        <pc:spChg chg="add mod">
          <ac:chgData name="Maximiliano Ortiz" userId="90727fd8e92db46b" providerId="LiveId" clId="{9BC7EBD1-E6C7-40E2-9BE0-E69EBE0B6810}" dt="2026-07-28T21:45:19.697" v="2254"/>
          <ac:spMkLst>
            <pc:docMk/>
            <pc:sldMk cId="1602286470" sldId="267"/>
            <ac:spMk id="17" creationId="{6DFA4AEA-C2E6-B3DD-894D-EFB31AD8811F}"/>
          </ac:spMkLst>
        </pc:spChg>
        <pc:spChg chg="add mod">
          <ac:chgData name="Maximiliano Ortiz" userId="90727fd8e92db46b" providerId="LiveId" clId="{9BC7EBD1-E6C7-40E2-9BE0-E69EBE0B6810}" dt="2026-07-28T21:45:19.697" v="2255"/>
          <ac:spMkLst>
            <pc:docMk/>
            <pc:sldMk cId="1602286470" sldId="267"/>
            <ac:spMk id="18" creationId="{FA71A55B-B389-7001-A9E1-319E4426EE2D}"/>
          </ac:spMkLst>
        </pc:spChg>
      </pc:sldChg>
      <pc:sldChg chg="addSp delSp modSp mod">
        <pc:chgData name="Maximiliano Ortiz" userId="90727fd8e92db46b" providerId="LiveId" clId="{9BC7EBD1-E6C7-40E2-9BE0-E69EBE0B6810}" dt="2026-07-28T21:45:19.747" v="2261"/>
        <pc:sldMkLst>
          <pc:docMk/>
          <pc:sldMk cId="1133635661" sldId="268"/>
        </pc:sldMkLst>
        <pc:spChg chg="del">
          <ac:chgData name="Maximiliano Ortiz" userId="90727fd8e92db46b" providerId="LiveId" clId="{9BC7EBD1-E6C7-40E2-9BE0-E69EBE0B6810}" dt="2026-07-28T21:45:19.747" v="2261"/>
          <ac:spMkLst>
            <pc:docMk/>
            <pc:sldMk cId="1133635661" sldId="268"/>
            <ac:spMk id="20" creationId="{2AF9AD53-13AC-408D-BAA8-1E9F1D0E710A}"/>
          </ac:spMkLst>
        </pc:spChg>
        <pc:spChg chg="add mod">
          <ac:chgData name="Maximiliano Ortiz" userId="90727fd8e92db46b" providerId="LiveId" clId="{9BC7EBD1-E6C7-40E2-9BE0-E69EBE0B6810}" dt="2026-07-28T21:45:19.731" v="2258"/>
          <ac:spMkLst>
            <pc:docMk/>
            <pc:sldMk cId="1133635661" sldId="268"/>
            <ac:spMk id="21" creationId="{BFAACB0A-B001-9EF5-E20D-72DCFAB8AD76}"/>
          </ac:spMkLst>
        </pc:spChg>
        <pc:spChg chg="add mod">
          <ac:chgData name="Maximiliano Ortiz" userId="90727fd8e92db46b" providerId="LiveId" clId="{9BC7EBD1-E6C7-40E2-9BE0-E69EBE0B6810}" dt="2026-07-28T21:45:19.731" v="2258"/>
          <ac:spMkLst>
            <pc:docMk/>
            <pc:sldMk cId="1133635661" sldId="268"/>
            <ac:spMk id="22" creationId="{06F82152-2122-6ED7-12A5-128BBB8F4D54}"/>
          </ac:spMkLst>
        </pc:spChg>
        <pc:spChg chg="add mod">
          <ac:chgData name="Maximiliano Ortiz" userId="90727fd8e92db46b" providerId="LiveId" clId="{9BC7EBD1-E6C7-40E2-9BE0-E69EBE0B6810}" dt="2026-07-28T21:45:19.731" v="2258"/>
          <ac:spMkLst>
            <pc:docMk/>
            <pc:sldMk cId="1133635661" sldId="268"/>
            <ac:spMk id="23" creationId="{01361ED7-7DE1-C9F5-4850-6DE3AD68BBBC}"/>
          </ac:spMkLst>
        </pc:spChg>
        <pc:spChg chg="add mod">
          <ac:chgData name="Maximiliano Ortiz" userId="90727fd8e92db46b" providerId="LiveId" clId="{9BC7EBD1-E6C7-40E2-9BE0-E69EBE0B6810}" dt="2026-07-28T21:45:19.731" v="2259"/>
          <ac:spMkLst>
            <pc:docMk/>
            <pc:sldMk cId="1133635661" sldId="268"/>
            <ac:spMk id="24" creationId="{D4631810-29E2-3802-8D4E-7DEAB08103EF}"/>
          </ac:spMkLst>
        </pc:spChg>
      </pc:sldChg>
      <pc:sldChg chg="addSp delSp modSp mod">
        <pc:chgData name="Maximiliano Ortiz" userId="90727fd8e92db46b" providerId="LiveId" clId="{9BC7EBD1-E6C7-40E2-9BE0-E69EBE0B6810}" dt="2026-07-28T21:45:19.781" v="2265"/>
        <pc:sldMkLst>
          <pc:docMk/>
          <pc:sldMk cId="318321949" sldId="269"/>
        </pc:sldMkLst>
        <pc:spChg chg="del">
          <ac:chgData name="Maximiliano Ortiz" userId="90727fd8e92db46b" providerId="LiveId" clId="{9BC7EBD1-E6C7-40E2-9BE0-E69EBE0B6810}" dt="2026-07-28T21:45:19.781" v="2265"/>
          <ac:spMkLst>
            <pc:docMk/>
            <pc:sldMk cId="318321949" sldId="269"/>
            <ac:spMk id="15" creationId="{3476BF57-D726-4554-89C1-2F215D8EF79D}"/>
          </ac:spMkLst>
        </pc:spChg>
        <pc:spChg chg="add mod">
          <ac:chgData name="Maximiliano Ortiz" userId="90727fd8e92db46b" providerId="LiveId" clId="{9BC7EBD1-E6C7-40E2-9BE0-E69EBE0B6810}" dt="2026-07-28T21:45:19.747" v="2262"/>
          <ac:spMkLst>
            <pc:docMk/>
            <pc:sldMk cId="318321949" sldId="269"/>
            <ac:spMk id="16" creationId="{3F400882-E536-6293-8F25-E1201F15D0EE}"/>
          </ac:spMkLst>
        </pc:spChg>
        <pc:spChg chg="add mod">
          <ac:chgData name="Maximiliano Ortiz" userId="90727fd8e92db46b" providerId="LiveId" clId="{9BC7EBD1-E6C7-40E2-9BE0-E69EBE0B6810}" dt="2026-07-28T21:45:19.747" v="2262"/>
          <ac:spMkLst>
            <pc:docMk/>
            <pc:sldMk cId="318321949" sldId="269"/>
            <ac:spMk id="17" creationId="{E3FCF120-F729-FCB4-BDB0-D698581FE453}"/>
          </ac:spMkLst>
        </pc:spChg>
        <pc:spChg chg="add mod">
          <ac:chgData name="Maximiliano Ortiz" userId="90727fd8e92db46b" providerId="LiveId" clId="{9BC7EBD1-E6C7-40E2-9BE0-E69EBE0B6810}" dt="2026-07-28T21:45:19.747" v="2262"/>
          <ac:spMkLst>
            <pc:docMk/>
            <pc:sldMk cId="318321949" sldId="269"/>
            <ac:spMk id="18" creationId="{58E99E8A-B81B-7D7D-41FF-39B456224D77}"/>
          </ac:spMkLst>
        </pc:spChg>
        <pc:spChg chg="add mod">
          <ac:chgData name="Maximiliano Ortiz" userId="90727fd8e92db46b" providerId="LiveId" clId="{9BC7EBD1-E6C7-40E2-9BE0-E69EBE0B6810}" dt="2026-07-28T21:45:19.747" v="2263"/>
          <ac:spMkLst>
            <pc:docMk/>
            <pc:sldMk cId="318321949" sldId="269"/>
            <ac:spMk id="19" creationId="{3701E013-5363-F7F5-9233-7CB612036904}"/>
          </ac:spMkLst>
        </pc:spChg>
      </pc:sldChg>
      <pc:sldChg chg="addSp delSp modSp mod">
        <pc:chgData name="Maximiliano Ortiz" userId="90727fd8e92db46b" providerId="LiveId" clId="{9BC7EBD1-E6C7-40E2-9BE0-E69EBE0B6810}" dt="2026-07-28T21:45:19.814" v="2269"/>
        <pc:sldMkLst>
          <pc:docMk/>
          <pc:sldMk cId="567438305" sldId="270"/>
        </pc:sldMkLst>
        <pc:spChg chg="del">
          <ac:chgData name="Maximiliano Ortiz" userId="90727fd8e92db46b" providerId="LiveId" clId="{9BC7EBD1-E6C7-40E2-9BE0-E69EBE0B6810}" dt="2026-07-28T21:45:19.814" v="2269"/>
          <ac:spMkLst>
            <pc:docMk/>
            <pc:sldMk cId="567438305" sldId="270"/>
            <ac:spMk id="24" creationId="{67BE37EA-C8CB-4DD9-8C6A-2772E2D105A7}"/>
          </ac:spMkLst>
        </pc:spChg>
        <pc:spChg chg="add mod">
          <ac:chgData name="Maximiliano Ortiz" userId="90727fd8e92db46b" providerId="LiveId" clId="{9BC7EBD1-E6C7-40E2-9BE0-E69EBE0B6810}" dt="2026-07-28T21:45:19.781" v="2266"/>
          <ac:spMkLst>
            <pc:docMk/>
            <pc:sldMk cId="567438305" sldId="270"/>
            <ac:spMk id="25" creationId="{525270E9-184E-ECA2-9137-57B8EE525650}"/>
          </ac:spMkLst>
        </pc:spChg>
        <pc:spChg chg="add mod">
          <ac:chgData name="Maximiliano Ortiz" userId="90727fd8e92db46b" providerId="LiveId" clId="{9BC7EBD1-E6C7-40E2-9BE0-E69EBE0B6810}" dt="2026-07-28T21:45:19.781" v="2266"/>
          <ac:spMkLst>
            <pc:docMk/>
            <pc:sldMk cId="567438305" sldId="270"/>
            <ac:spMk id="26" creationId="{6127EE90-FB13-61BA-9B22-9A6F41CF5692}"/>
          </ac:spMkLst>
        </pc:spChg>
        <pc:spChg chg="add mod">
          <ac:chgData name="Maximiliano Ortiz" userId="90727fd8e92db46b" providerId="LiveId" clId="{9BC7EBD1-E6C7-40E2-9BE0-E69EBE0B6810}" dt="2026-07-28T21:45:19.781" v="2266"/>
          <ac:spMkLst>
            <pc:docMk/>
            <pc:sldMk cId="567438305" sldId="270"/>
            <ac:spMk id="27" creationId="{4B950AAB-16B5-A0EC-07A6-DD101176DA46}"/>
          </ac:spMkLst>
        </pc:spChg>
        <pc:spChg chg="add mod">
          <ac:chgData name="Maximiliano Ortiz" userId="90727fd8e92db46b" providerId="LiveId" clId="{9BC7EBD1-E6C7-40E2-9BE0-E69EBE0B6810}" dt="2026-07-28T21:45:19.788" v="2267"/>
          <ac:spMkLst>
            <pc:docMk/>
            <pc:sldMk cId="567438305" sldId="270"/>
            <ac:spMk id="28" creationId="{7D464FDA-53EB-4C28-9BB9-7238405ABEB4}"/>
          </ac:spMkLst>
        </pc:spChg>
      </pc:sldChg>
      <pc:sldChg chg="addSp delSp modSp mod">
        <pc:chgData name="Maximiliano Ortiz" userId="90727fd8e92db46b" providerId="LiveId" clId="{9BC7EBD1-E6C7-40E2-9BE0-E69EBE0B6810}" dt="2026-07-28T21:45:19.830" v="2273"/>
        <pc:sldMkLst>
          <pc:docMk/>
          <pc:sldMk cId="817057724" sldId="271"/>
        </pc:sldMkLst>
        <pc:spChg chg="del">
          <ac:chgData name="Maximiliano Ortiz" userId="90727fd8e92db46b" providerId="LiveId" clId="{9BC7EBD1-E6C7-40E2-9BE0-E69EBE0B6810}" dt="2026-07-28T21:45:19.830" v="2273"/>
          <ac:spMkLst>
            <pc:docMk/>
            <pc:sldMk cId="817057724" sldId="271"/>
            <ac:spMk id="11" creationId="{8EC226F9-F7DD-412F-BFF0-758AA8750F5D}"/>
          </ac:spMkLst>
        </pc:spChg>
        <pc:spChg chg="add mod">
          <ac:chgData name="Maximiliano Ortiz" userId="90727fd8e92db46b" providerId="LiveId" clId="{9BC7EBD1-E6C7-40E2-9BE0-E69EBE0B6810}" dt="2026-07-28T21:45:19.814" v="2270"/>
          <ac:spMkLst>
            <pc:docMk/>
            <pc:sldMk cId="817057724" sldId="271"/>
            <ac:spMk id="12" creationId="{52D556C6-6749-974D-FE00-053FCFC91002}"/>
          </ac:spMkLst>
        </pc:spChg>
        <pc:spChg chg="add mod">
          <ac:chgData name="Maximiliano Ortiz" userId="90727fd8e92db46b" providerId="LiveId" clId="{9BC7EBD1-E6C7-40E2-9BE0-E69EBE0B6810}" dt="2026-07-28T21:45:19.814" v="2270"/>
          <ac:spMkLst>
            <pc:docMk/>
            <pc:sldMk cId="817057724" sldId="271"/>
            <ac:spMk id="13" creationId="{1A3D5C02-CF5F-109D-0229-4AE66B4EBC14}"/>
          </ac:spMkLst>
        </pc:spChg>
        <pc:spChg chg="add mod">
          <ac:chgData name="Maximiliano Ortiz" userId="90727fd8e92db46b" providerId="LiveId" clId="{9BC7EBD1-E6C7-40E2-9BE0-E69EBE0B6810}" dt="2026-07-28T21:45:19.814" v="2270"/>
          <ac:spMkLst>
            <pc:docMk/>
            <pc:sldMk cId="817057724" sldId="271"/>
            <ac:spMk id="14" creationId="{6E8F6E6F-88A0-B6F3-1A55-4ECB44E52848}"/>
          </ac:spMkLst>
        </pc:spChg>
        <pc:spChg chg="add mod">
          <ac:chgData name="Maximiliano Ortiz" userId="90727fd8e92db46b" providerId="LiveId" clId="{9BC7EBD1-E6C7-40E2-9BE0-E69EBE0B6810}" dt="2026-07-28T21:45:19.814" v="2271"/>
          <ac:spMkLst>
            <pc:docMk/>
            <pc:sldMk cId="817057724" sldId="271"/>
            <ac:spMk id="15" creationId="{8DADC982-ECBE-DC77-CD69-BF0C0D93F5BB}"/>
          </ac:spMkLst>
        </pc:spChg>
      </pc:sldChg>
      <pc:sldChg chg="addSp delSp modSp mod">
        <pc:chgData name="Maximiliano Ortiz" userId="90727fd8e92db46b" providerId="LiveId" clId="{9BC7EBD1-E6C7-40E2-9BE0-E69EBE0B6810}" dt="2026-07-28T21:45:19.860" v="2277"/>
        <pc:sldMkLst>
          <pc:docMk/>
          <pc:sldMk cId="1673297158" sldId="272"/>
        </pc:sldMkLst>
        <pc:spChg chg="del">
          <ac:chgData name="Maximiliano Ortiz" userId="90727fd8e92db46b" providerId="LiveId" clId="{9BC7EBD1-E6C7-40E2-9BE0-E69EBE0B6810}" dt="2026-07-28T21:45:19.860" v="2277"/>
          <ac:spMkLst>
            <pc:docMk/>
            <pc:sldMk cId="1673297158" sldId="272"/>
            <ac:spMk id="10" creationId="{C7E8860B-0E0A-4095-B2BD-8B24E62664C0}"/>
          </ac:spMkLst>
        </pc:spChg>
        <pc:spChg chg="add mod">
          <ac:chgData name="Maximiliano Ortiz" userId="90727fd8e92db46b" providerId="LiveId" clId="{9BC7EBD1-E6C7-40E2-9BE0-E69EBE0B6810}" dt="2026-07-28T21:45:19.830" v="2274"/>
          <ac:spMkLst>
            <pc:docMk/>
            <pc:sldMk cId="1673297158" sldId="272"/>
            <ac:spMk id="11" creationId="{8518341A-3BB2-613E-8B5C-0FCDB876E026}"/>
          </ac:spMkLst>
        </pc:spChg>
        <pc:spChg chg="add mod">
          <ac:chgData name="Maximiliano Ortiz" userId="90727fd8e92db46b" providerId="LiveId" clId="{9BC7EBD1-E6C7-40E2-9BE0-E69EBE0B6810}" dt="2026-07-28T21:45:19.830" v="2274"/>
          <ac:spMkLst>
            <pc:docMk/>
            <pc:sldMk cId="1673297158" sldId="272"/>
            <ac:spMk id="12" creationId="{F6F9A28D-F37A-E720-673A-0CEFF70C991E}"/>
          </ac:spMkLst>
        </pc:spChg>
        <pc:spChg chg="add mod">
          <ac:chgData name="Maximiliano Ortiz" userId="90727fd8e92db46b" providerId="LiveId" clId="{9BC7EBD1-E6C7-40E2-9BE0-E69EBE0B6810}" dt="2026-07-28T21:45:19.830" v="2274"/>
          <ac:spMkLst>
            <pc:docMk/>
            <pc:sldMk cId="1673297158" sldId="272"/>
            <ac:spMk id="13" creationId="{74D006D8-E83F-D9C3-8B8D-B6D599E1FEB1}"/>
          </ac:spMkLst>
        </pc:spChg>
        <pc:spChg chg="add mod">
          <ac:chgData name="Maximiliano Ortiz" userId="90727fd8e92db46b" providerId="LiveId" clId="{9BC7EBD1-E6C7-40E2-9BE0-E69EBE0B6810}" dt="2026-07-28T21:45:19.830" v="2275"/>
          <ac:spMkLst>
            <pc:docMk/>
            <pc:sldMk cId="1673297158" sldId="272"/>
            <ac:spMk id="14" creationId="{6F0E431F-4E1E-5064-2E0C-9F4C713D3097}"/>
          </ac:spMkLst>
        </pc:spChg>
      </pc:sldChg>
      <pc:sldChg chg="addSp delSp modSp mod">
        <pc:chgData name="Maximiliano Ortiz" userId="90727fd8e92db46b" providerId="LiveId" clId="{9BC7EBD1-E6C7-40E2-9BE0-E69EBE0B6810}" dt="2026-07-28T21:45:19.894" v="2281"/>
        <pc:sldMkLst>
          <pc:docMk/>
          <pc:sldMk cId="281546375" sldId="273"/>
        </pc:sldMkLst>
        <pc:spChg chg="del">
          <ac:chgData name="Maximiliano Ortiz" userId="90727fd8e92db46b" providerId="LiveId" clId="{9BC7EBD1-E6C7-40E2-9BE0-E69EBE0B6810}" dt="2026-07-28T21:45:19.894" v="2281"/>
          <ac:spMkLst>
            <pc:docMk/>
            <pc:sldMk cId="281546375" sldId="273"/>
            <ac:spMk id="16" creationId="{FCF850F2-EEFD-40FD-AE4B-DEDBAE9011D7}"/>
          </ac:spMkLst>
        </pc:spChg>
        <pc:spChg chg="add mod">
          <ac:chgData name="Maximiliano Ortiz" userId="90727fd8e92db46b" providerId="LiveId" clId="{9BC7EBD1-E6C7-40E2-9BE0-E69EBE0B6810}" dt="2026-07-28T21:45:19.863" v="2278"/>
          <ac:spMkLst>
            <pc:docMk/>
            <pc:sldMk cId="281546375" sldId="273"/>
            <ac:spMk id="17" creationId="{94D641CE-A947-4811-218C-A98DA148A988}"/>
          </ac:spMkLst>
        </pc:spChg>
        <pc:spChg chg="add mod">
          <ac:chgData name="Maximiliano Ortiz" userId="90727fd8e92db46b" providerId="LiveId" clId="{9BC7EBD1-E6C7-40E2-9BE0-E69EBE0B6810}" dt="2026-07-28T21:45:19.863" v="2278"/>
          <ac:spMkLst>
            <pc:docMk/>
            <pc:sldMk cId="281546375" sldId="273"/>
            <ac:spMk id="18" creationId="{0E26C62D-9337-AF8B-40C2-2A4702217E07}"/>
          </ac:spMkLst>
        </pc:spChg>
        <pc:spChg chg="add mod">
          <ac:chgData name="Maximiliano Ortiz" userId="90727fd8e92db46b" providerId="LiveId" clId="{9BC7EBD1-E6C7-40E2-9BE0-E69EBE0B6810}" dt="2026-07-28T21:45:19.863" v="2278"/>
          <ac:spMkLst>
            <pc:docMk/>
            <pc:sldMk cId="281546375" sldId="273"/>
            <ac:spMk id="19" creationId="{FA59FE3F-4350-D2A7-82BC-96F5B231B232}"/>
          </ac:spMkLst>
        </pc:spChg>
        <pc:spChg chg="add mod">
          <ac:chgData name="Maximiliano Ortiz" userId="90727fd8e92db46b" providerId="LiveId" clId="{9BC7EBD1-E6C7-40E2-9BE0-E69EBE0B6810}" dt="2026-07-28T21:45:19.869" v="2279"/>
          <ac:spMkLst>
            <pc:docMk/>
            <pc:sldMk cId="281546375" sldId="273"/>
            <ac:spMk id="20" creationId="{B71E6959-ACF4-0436-802C-200F793D53F6}"/>
          </ac:spMkLst>
        </pc:spChg>
      </pc:sldChg>
      <pc:sldChg chg="addSp delSp modSp mod">
        <pc:chgData name="Maximiliano Ortiz" userId="90727fd8e92db46b" providerId="LiveId" clId="{9BC7EBD1-E6C7-40E2-9BE0-E69EBE0B6810}" dt="2026-07-28T21:45:19.918" v="2285"/>
        <pc:sldMkLst>
          <pc:docMk/>
          <pc:sldMk cId="1741329192" sldId="274"/>
        </pc:sldMkLst>
        <pc:spChg chg="del">
          <ac:chgData name="Maximiliano Ortiz" userId="90727fd8e92db46b" providerId="LiveId" clId="{9BC7EBD1-E6C7-40E2-9BE0-E69EBE0B6810}" dt="2026-07-28T21:45:19.918" v="2285"/>
          <ac:spMkLst>
            <pc:docMk/>
            <pc:sldMk cId="1741329192" sldId="274"/>
            <ac:spMk id="12" creationId="{AB3BEFA7-D88C-49C1-805F-315B3A9ED537}"/>
          </ac:spMkLst>
        </pc:spChg>
        <pc:spChg chg="add mod">
          <ac:chgData name="Maximiliano Ortiz" userId="90727fd8e92db46b" providerId="LiveId" clId="{9BC7EBD1-E6C7-40E2-9BE0-E69EBE0B6810}" dt="2026-07-28T21:45:19.897" v="2282"/>
          <ac:spMkLst>
            <pc:docMk/>
            <pc:sldMk cId="1741329192" sldId="274"/>
            <ac:spMk id="13" creationId="{44CFAA6A-E4FB-BA96-3ED4-B652EF96F62F}"/>
          </ac:spMkLst>
        </pc:spChg>
        <pc:spChg chg="add mod">
          <ac:chgData name="Maximiliano Ortiz" userId="90727fd8e92db46b" providerId="LiveId" clId="{9BC7EBD1-E6C7-40E2-9BE0-E69EBE0B6810}" dt="2026-07-28T21:45:19.897" v="2282"/>
          <ac:spMkLst>
            <pc:docMk/>
            <pc:sldMk cId="1741329192" sldId="274"/>
            <ac:spMk id="14" creationId="{336DB3A1-9D14-58B9-FC36-85FE733C20CD}"/>
          </ac:spMkLst>
        </pc:spChg>
        <pc:spChg chg="add mod">
          <ac:chgData name="Maximiliano Ortiz" userId="90727fd8e92db46b" providerId="LiveId" clId="{9BC7EBD1-E6C7-40E2-9BE0-E69EBE0B6810}" dt="2026-07-28T21:45:19.897" v="2282"/>
          <ac:spMkLst>
            <pc:docMk/>
            <pc:sldMk cId="1741329192" sldId="274"/>
            <ac:spMk id="15" creationId="{6CCF4192-21E4-27D0-9527-E24A4FE7AB54}"/>
          </ac:spMkLst>
        </pc:spChg>
        <pc:spChg chg="add mod">
          <ac:chgData name="Maximiliano Ortiz" userId="90727fd8e92db46b" providerId="LiveId" clId="{9BC7EBD1-E6C7-40E2-9BE0-E69EBE0B6810}" dt="2026-07-28T21:45:19.900" v="2283"/>
          <ac:spMkLst>
            <pc:docMk/>
            <pc:sldMk cId="1741329192" sldId="274"/>
            <ac:spMk id="16" creationId="{A3B291B6-2F9F-F87F-EE7A-EE2204EF18D2}"/>
          </ac:spMkLst>
        </pc:spChg>
      </pc:sldChg>
      <pc:sldChg chg="addSp delSp modSp mod">
        <pc:chgData name="Maximiliano Ortiz" userId="90727fd8e92db46b" providerId="LiveId" clId="{9BC7EBD1-E6C7-40E2-9BE0-E69EBE0B6810}" dt="2026-07-28T21:45:19.948" v="2289"/>
        <pc:sldMkLst>
          <pc:docMk/>
          <pc:sldMk cId="1320203634" sldId="275"/>
        </pc:sldMkLst>
        <pc:spChg chg="del">
          <ac:chgData name="Maximiliano Ortiz" userId="90727fd8e92db46b" providerId="LiveId" clId="{9BC7EBD1-E6C7-40E2-9BE0-E69EBE0B6810}" dt="2026-07-28T21:45:19.948" v="2289"/>
          <ac:spMkLst>
            <pc:docMk/>
            <pc:sldMk cId="1320203634" sldId="275"/>
            <ac:spMk id="16" creationId="{BC0CA15E-B12E-450A-BF8D-FB88899CF6CE}"/>
          </ac:spMkLst>
        </pc:spChg>
        <pc:spChg chg="add mod">
          <ac:chgData name="Maximiliano Ortiz" userId="90727fd8e92db46b" providerId="LiveId" clId="{9BC7EBD1-E6C7-40E2-9BE0-E69EBE0B6810}" dt="2026-07-28T21:45:19.918" v="2286"/>
          <ac:spMkLst>
            <pc:docMk/>
            <pc:sldMk cId="1320203634" sldId="275"/>
            <ac:spMk id="17" creationId="{C12ACA3A-68E6-5C6E-E9AB-8D78B9E1C4FD}"/>
          </ac:spMkLst>
        </pc:spChg>
        <pc:spChg chg="add mod">
          <ac:chgData name="Maximiliano Ortiz" userId="90727fd8e92db46b" providerId="LiveId" clId="{9BC7EBD1-E6C7-40E2-9BE0-E69EBE0B6810}" dt="2026-07-28T21:45:19.918" v="2286"/>
          <ac:spMkLst>
            <pc:docMk/>
            <pc:sldMk cId="1320203634" sldId="275"/>
            <ac:spMk id="18" creationId="{BAC51B1F-33D2-6ACE-5EFB-BA49785A5215}"/>
          </ac:spMkLst>
        </pc:spChg>
        <pc:spChg chg="add mod">
          <ac:chgData name="Maximiliano Ortiz" userId="90727fd8e92db46b" providerId="LiveId" clId="{9BC7EBD1-E6C7-40E2-9BE0-E69EBE0B6810}" dt="2026-07-28T21:45:19.918" v="2286"/>
          <ac:spMkLst>
            <pc:docMk/>
            <pc:sldMk cId="1320203634" sldId="275"/>
            <ac:spMk id="19" creationId="{B154B8B5-2BCC-014B-420F-1BEB377999A7}"/>
          </ac:spMkLst>
        </pc:spChg>
        <pc:spChg chg="add mod">
          <ac:chgData name="Maximiliano Ortiz" userId="90727fd8e92db46b" providerId="LiveId" clId="{9BC7EBD1-E6C7-40E2-9BE0-E69EBE0B6810}" dt="2026-07-28T21:45:19.918" v="2287"/>
          <ac:spMkLst>
            <pc:docMk/>
            <pc:sldMk cId="1320203634" sldId="275"/>
            <ac:spMk id="20" creationId="{18081493-A553-AC13-4BA5-17CFA71BB2B5}"/>
          </ac:spMkLst>
        </pc:spChg>
      </pc:sldChg>
      <pc:sldChg chg="addSp delSp modSp mod">
        <pc:chgData name="Maximiliano Ortiz" userId="90727fd8e92db46b" providerId="LiveId" clId="{9BC7EBD1-E6C7-40E2-9BE0-E69EBE0B6810}" dt="2026-07-28T21:45:19.979" v="2293"/>
        <pc:sldMkLst>
          <pc:docMk/>
          <pc:sldMk cId="951530275" sldId="276"/>
        </pc:sldMkLst>
        <pc:spChg chg="add mod">
          <ac:chgData name="Maximiliano Ortiz" userId="90727fd8e92db46b" providerId="LiveId" clId="{9BC7EBD1-E6C7-40E2-9BE0-E69EBE0B6810}" dt="2026-07-28T21:45:19.948" v="2290"/>
          <ac:spMkLst>
            <pc:docMk/>
            <pc:sldMk cId="951530275" sldId="276"/>
            <ac:spMk id="14" creationId="{9CD2C2F8-E628-CA76-D686-BB4806CA8400}"/>
          </ac:spMkLst>
        </pc:spChg>
        <pc:spChg chg="add mod">
          <ac:chgData name="Maximiliano Ortiz" userId="90727fd8e92db46b" providerId="LiveId" clId="{9BC7EBD1-E6C7-40E2-9BE0-E69EBE0B6810}" dt="2026-07-28T21:45:19.948" v="2290"/>
          <ac:spMkLst>
            <pc:docMk/>
            <pc:sldMk cId="951530275" sldId="276"/>
            <ac:spMk id="15" creationId="{0E6FC8F9-C0C4-6476-20CA-F8BB562DA711}"/>
          </ac:spMkLst>
        </pc:spChg>
        <pc:spChg chg="add mod">
          <ac:chgData name="Maximiliano Ortiz" userId="90727fd8e92db46b" providerId="LiveId" clId="{9BC7EBD1-E6C7-40E2-9BE0-E69EBE0B6810}" dt="2026-07-28T21:45:19.948" v="2291"/>
          <ac:spMkLst>
            <pc:docMk/>
            <pc:sldMk cId="951530275" sldId="276"/>
            <ac:spMk id="16" creationId="{48DCF458-710D-5FD6-E1A6-D16CA392E91A}"/>
          </ac:spMkLst>
        </pc:spChg>
        <pc:spChg chg="del">
          <ac:chgData name="Maximiliano Ortiz" userId="90727fd8e92db46b" providerId="LiveId" clId="{9BC7EBD1-E6C7-40E2-9BE0-E69EBE0B6810}" dt="2026-07-28T21:45:19.979" v="2293"/>
          <ac:spMkLst>
            <pc:docMk/>
            <pc:sldMk cId="951530275" sldId="276"/>
            <ac:spMk id="20" creationId="{699F5B15-B31A-433E-B3D0-7571552B8AFF}"/>
          </ac:spMkLst>
        </pc:spChg>
      </pc:sldChg>
      <pc:sldChg chg="addSp delSp modSp mod">
        <pc:chgData name="Maximiliano Ortiz" userId="90727fd8e92db46b" providerId="LiveId" clId="{9BC7EBD1-E6C7-40E2-9BE0-E69EBE0B6810}" dt="2026-07-28T21:45:19.995" v="2297"/>
        <pc:sldMkLst>
          <pc:docMk/>
          <pc:sldMk cId="34619112" sldId="277"/>
        </pc:sldMkLst>
        <pc:spChg chg="add mod">
          <ac:chgData name="Maximiliano Ortiz" userId="90727fd8e92db46b" providerId="LiveId" clId="{9BC7EBD1-E6C7-40E2-9BE0-E69EBE0B6810}" dt="2026-07-28T21:45:19.979" v="2294"/>
          <ac:spMkLst>
            <pc:docMk/>
            <pc:sldMk cId="34619112" sldId="277"/>
            <ac:spMk id="4" creationId="{156E61ED-0FD4-2C09-6E12-1D1CB3366533}"/>
          </ac:spMkLst>
        </pc:spChg>
        <pc:spChg chg="del">
          <ac:chgData name="Maximiliano Ortiz" userId="90727fd8e92db46b" providerId="LiveId" clId="{9BC7EBD1-E6C7-40E2-9BE0-E69EBE0B6810}" dt="2026-07-28T21:45:19.995" v="2297"/>
          <ac:spMkLst>
            <pc:docMk/>
            <pc:sldMk cId="34619112" sldId="277"/>
            <ac:spMk id="6" creationId="{3DAD543F-C083-4BFE-BFAC-FD78DB86C3C8}"/>
          </ac:spMkLst>
        </pc:spChg>
        <pc:spChg chg="add mod">
          <ac:chgData name="Maximiliano Ortiz" userId="90727fd8e92db46b" providerId="LiveId" clId="{9BC7EBD1-E6C7-40E2-9BE0-E69EBE0B6810}" dt="2026-07-28T21:45:19.979" v="2294"/>
          <ac:spMkLst>
            <pc:docMk/>
            <pc:sldMk cId="34619112" sldId="277"/>
            <ac:spMk id="7" creationId="{3E0641FC-7532-A427-1590-9BE2BA261B03}"/>
          </ac:spMkLst>
        </pc:spChg>
        <pc:spChg chg="add mod">
          <ac:chgData name="Maximiliano Ortiz" userId="90727fd8e92db46b" providerId="LiveId" clId="{9BC7EBD1-E6C7-40E2-9BE0-E69EBE0B6810}" dt="2026-07-28T21:45:19.979" v="2294"/>
          <ac:spMkLst>
            <pc:docMk/>
            <pc:sldMk cId="34619112" sldId="277"/>
            <ac:spMk id="8" creationId="{975C1E51-4091-924B-8217-FE4C5CE23AFF}"/>
          </ac:spMkLst>
        </pc:spChg>
        <pc:spChg chg="add mod">
          <ac:chgData name="Maximiliano Ortiz" userId="90727fd8e92db46b" providerId="LiveId" clId="{9BC7EBD1-E6C7-40E2-9BE0-E69EBE0B6810}" dt="2026-07-28T21:45:19.979" v="2295"/>
          <ac:spMkLst>
            <pc:docMk/>
            <pc:sldMk cId="34619112" sldId="277"/>
            <ac:spMk id="10" creationId="{35371791-CC55-AC21-40A2-17827BAE70F8}"/>
          </ac:spMkLst>
        </pc:spChg>
      </pc:sldChg>
      <pc:sldChg chg="addSp delSp modSp mod">
        <pc:chgData name="Maximiliano Ortiz" userId="90727fd8e92db46b" providerId="LiveId" clId="{9BC7EBD1-E6C7-40E2-9BE0-E69EBE0B6810}" dt="2026-07-28T21:49:36.609" v="2325"/>
        <pc:sldMkLst>
          <pc:docMk/>
          <pc:sldMk cId="1046213385" sldId="278"/>
        </pc:sldMkLst>
        <pc:spChg chg="add mod">
          <ac:chgData name="Maximiliano Ortiz" userId="90727fd8e92db46b" providerId="LiveId" clId="{9BC7EBD1-E6C7-40E2-9BE0-E69EBE0B6810}" dt="2026-07-28T21:45:20.004" v="2298"/>
          <ac:spMkLst>
            <pc:docMk/>
            <pc:sldMk cId="1046213385" sldId="278"/>
            <ac:spMk id="5" creationId="{FDEFA639-BD38-F6AB-B29B-B977F08744DD}"/>
          </ac:spMkLst>
        </pc:spChg>
        <pc:spChg chg="del">
          <ac:chgData name="Maximiliano Ortiz" userId="90727fd8e92db46b" providerId="LiveId" clId="{9BC7EBD1-E6C7-40E2-9BE0-E69EBE0B6810}" dt="2026-07-28T21:45:20.014" v="2301"/>
          <ac:spMkLst>
            <pc:docMk/>
            <pc:sldMk cId="1046213385" sldId="278"/>
            <ac:spMk id="12" creationId="{322C6F9E-33D7-4E19-979E-20064165207B}"/>
          </ac:spMkLst>
        </pc:spChg>
        <pc:spChg chg="add mod">
          <ac:chgData name="Maximiliano Ortiz" userId="90727fd8e92db46b" providerId="LiveId" clId="{9BC7EBD1-E6C7-40E2-9BE0-E69EBE0B6810}" dt="2026-07-28T21:45:20.004" v="2298"/>
          <ac:spMkLst>
            <pc:docMk/>
            <pc:sldMk cId="1046213385" sldId="278"/>
            <ac:spMk id="13" creationId="{E7F4D2DE-E8DF-2AB9-1516-7EBA4ED5B23A}"/>
          </ac:spMkLst>
        </pc:spChg>
        <pc:spChg chg="add mod">
          <ac:chgData name="Maximiliano Ortiz" userId="90727fd8e92db46b" providerId="LiveId" clId="{9BC7EBD1-E6C7-40E2-9BE0-E69EBE0B6810}" dt="2026-07-28T21:45:20.004" v="2298"/>
          <ac:spMkLst>
            <pc:docMk/>
            <pc:sldMk cId="1046213385" sldId="278"/>
            <ac:spMk id="14" creationId="{F5E51ADE-AD57-0371-D573-88B566E2BBB1}"/>
          </ac:spMkLst>
        </pc:spChg>
        <pc:spChg chg="add mod">
          <ac:chgData name="Maximiliano Ortiz" userId="90727fd8e92db46b" providerId="LiveId" clId="{9BC7EBD1-E6C7-40E2-9BE0-E69EBE0B6810}" dt="2026-07-28T21:45:20.006" v="2299"/>
          <ac:spMkLst>
            <pc:docMk/>
            <pc:sldMk cId="1046213385" sldId="278"/>
            <ac:spMk id="15" creationId="{817719D9-501B-28AD-B78E-917C652F4997}"/>
          </ac:spMkLst>
        </pc:spChg>
        <pc:picChg chg="mod">
          <ac:chgData name="Maximiliano Ortiz" userId="90727fd8e92db46b" providerId="LiveId" clId="{9BC7EBD1-E6C7-40E2-9BE0-E69EBE0B6810}" dt="2026-07-28T21:49:36.609" v="2325"/>
          <ac:picMkLst>
            <pc:docMk/>
            <pc:sldMk cId="1046213385" sldId="278"/>
            <ac:picMk id="1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28T21:45:20.046" v="2305"/>
        <pc:sldMkLst>
          <pc:docMk/>
          <pc:sldMk cId="235601764" sldId="279"/>
        </pc:sldMkLst>
        <pc:spChg chg="del">
          <ac:chgData name="Maximiliano Ortiz" userId="90727fd8e92db46b" providerId="LiveId" clId="{9BC7EBD1-E6C7-40E2-9BE0-E69EBE0B6810}" dt="2026-07-28T21:45:20.046" v="2305"/>
          <ac:spMkLst>
            <pc:docMk/>
            <pc:sldMk cId="235601764" sldId="279"/>
            <ac:spMk id="14" creationId="{8BBE0EE9-CC9B-4657-B845-C4AAD488DDFA}"/>
          </ac:spMkLst>
        </pc:spChg>
        <pc:spChg chg="add mod">
          <ac:chgData name="Maximiliano Ortiz" userId="90727fd8e92db46b" providerId="LiveId" clId="{9BC7EBD1-E6C7-40E2-9BE0-E69EBE0B6810}" dt="2026-07-28T21:45:20.014" v="2302"/>
          <ac:spMkLst>
            <pc:docMk/>
            <pc:sldMk cId="235601764" sldId="279"/>
            <ac:spMk id="15" creationId="{D93D457B-A092-5BC9-06E0-5FA99CC63C9F}"/>
          </ac:spMkLst>
        </pc:spChg>
        <pc:spChg chg="add mod">
          <ac:chgData name="Maximiliano Ortiz" userId="90727fd8e92db46b" providerId="LiveId" clId="{9BC7EBD1-E6C7-40E2-9BE0-E69EBE0B6810}" dt="2026-07-28T21:45:20.014" v="2302"/>
          <ac:spMkLst>
            <pc:docMk/>
            <pc:sldMk cId="235601764" sldId="279"/>
            <ac:spMk id="16" creationId="{FF2A9378-84B1-5FC4-D476-4C5E0A9A2558}"/>
          </ac:spMkLst>
        </pc:spChg>
        <pc:spChg chg="add mod">
          <ac:chgData name="Maximiliano Ortiz" userId="90727fd8e92db46b" providerId="LiveId" clId="{9BC7EBD1-E6C7-40E2-9BE0-E69EBE0B6810}" dt="2026-07-28T21:45:20.030" v="2303"/>
          <ac:spMkLst>
            <pc:docMk/>
            <pc:sldMk cId="235601764" sldId="279"/>
            <ac:spMk id="17" creationId="{E2D13425-3C5C-B26C-019E-A4D5E1FF74D6}"/>
          </ac:spMkLst>
        </pc:spChg>
      </pc:sldChg>
      <pc:sldChg chg="addSp delSp modSp mod">
        <pc:chgData name="Maximiliano Ortiz" userId="90727fd8e92db46b" providerId="LiveId" clId="{9BC7EBD1-E6C7-40E2-9BE0-E69EBE0B6810}" dt="2026-07-28T21:45:20.069" v="2309"/>
        <pc:sldMkLst>
          <pc:docMk/>
          <pc:sldMk cId="880112903" sldId="280"/>
        </pc:sldMkLst>
        <pc:spChg chg="del">
          <ac:chgData name="Maximiliano Ortiz" userId="90727fd8e92db46b" providerId="LiveId" clId="{9BC7EBD1-E6C7-40E2-9BE0-E69EBE0B6810}" dt="2026-07-28T21:45:20.069" v="2309"/>
          <ac:spMkLst>
            <pc:docMk/>
            <pc:sldMk cId="880112903" sldId="280"/>
            <ac:spMk id="6" creationId="{15731D65-64CE-469B-9071-5158E50A08F7}"/>
          </ac:spMkLst>
        </pc:spChg>
        <pc:spChg chg="add mod">
          <ac:chgData name="Maximiliano Ortiz" userId="90727fd8e92db46b" providerId="LiveId" clId="{9BC7EBD1-E6C7-40E2-9BE0-E69EBE0B6810}" dt="2026-07-28T21:45:20.046" v="2306"/>
          <ac:spMkLst>
            <pc:docMk/>
            <pc:sldMk cId="880112903" sldId="280"/>
            <ac:spMk id="7" creationId="{C75C1836-AD8F-B1B2-2E21-85E743D6B8C8}"/>
          </ac:spMkLst>
        </pc:spChg>
        <pc:spChg chg="add mod">
          <ac:chgData name="Maximiliano Ortiz" userId="90727fd8e92db46b" providerId="LiveId" clId="{9BC7EBD1-E6C7-40E2-9BE0-E69EBE0B6810}" dt="2026-07-28T21:45:20.046" v="2306"/>
          <ac:spMkLst>
            <pc:docMk/>
            <pc:sldMk cId="880112903" sldId="280"/>
            <ac:spMk id="8" creationId="{A4E332E6-ECA1-6D49-09AD-EDA7C7F20FED}"/>
          </ac:spMkLst>
        </pc:spChg>
        <pc:spChg chg="add mod">
          <ac:chgData name="Maximiliano Ortiz" userId="90727fd8e92db46b" providerId="LiveId" clId="{9BC7EBD1-E6C7-40E2-9BE0-E69EBE0B6810}" dt="2026-07-28T21:45:20.046" v="2307"/>
          <ac:spMkLst>
            <pc:docMk/>
            <pc:sldMk cId="880112903" sldId="280"/>
            <ac:spMk id="9" creationId="{1E2046D0-504B-93BA-A56B-3D44A8F38999}"/>
          </ac:spMkLst>
        </pc:spChg>
      </pc:sldChg>
      <pc:sldChg chg="addSp delSp modSp mod">
        <pc:chgData name="Maximiliano Ortiz" userId="90727fd8e92db46b" providerId="LiveId" clId="{9BC7EBD1-E6C7-40E2-9BE0-E69EBE0B6810}" dt="2026-07-28T21:45:20.102" v="2313"/>
        <pc:sldMkLst>
          <pc:docMk/>
          <pc:sldMk cId="1995449240" sldId="281"/>
        </pc:sldMkLst>
        <pc:spChg chg="del">
          <ac:chgData name="Maximiliano Ortiz" userId="90727fd8e92db46b" providerId="LiveId" clId="{9BC7EBD1-E6C7-40E2-9BE0-E69EBE0B6810}" dt="2026-07-28T21:45:20.102" v="2313"/>
          <ac:spMkLst>
            <pc:docMk/>
            <pc:sldMk cId="1995449240" sldId="281"/>
            <ac:spMk id="23" creationId="{A8866197-1609-4BB6-B357-040EA28BB06A}"/>
          </ac:spMkLst>
        </pc:spChg>
        <pc:spChg chg="add mod">
          <ac:chgData name="Maximiliano Ortiz" userId="90727fd8e92db46b" providerId="LiveId" clId="{9BC7EBD1-E6C7-40E2-9BE0-E69EBE0B6810}" dt="2026-07-28T21:45:20.069" v="2310"/>
          <ac:spMkLst>
            <pc:docMk/>
            <pc:sldMk cId="1995449240" sldId="281"/>
            <ac:spMk id="24" creationId="{6430AFA8-9094-1DB6-842A-986076FB7B38}"/>
          </ac:spMkLst>
        </pc:spChg>
        <pc:spChg chg="add mod">
          <ac:chgData name="Maximiliano Ortiz" userId="90727fd8e92db46b" providerId="LiveId" clId="{9BC7EBD1-E6C7-40E2-9BE0-E69EBE0B6810}" dt="2026-07-28T21:45:20.069" v="2310"/>
          <ac:spMkLst>
            <pc:docMk/>
            <pc:sldMk cId="1995449240" sldId="281"/>
            <ac:spMk id="25" creationId="{F5E928F7-129F-F9F5-4876-10F9C558E232}"/>
          </ac:spMkLst>
        </pc:spChg>
        <pc:spChg chg="add mod">
          <ac:chgData name="Maximiliano Ortiz" userId="90727fd8e92db46b" providerId="LiveId" clId="{9BC7EBD1-E6C7-40E2-9BE0-E69EBE0B6810}" dt="2026-07-28T21:45:20.069" v="2311"/>
          <ac:spMkLst>
            <pc:docMk/>
            <pc:sldMk cId="1995449240" sldId="281"/>
            <ac:spMk id="26" creationId="{E82CC427-17D1-D7E7-6008-F7922268FB60}"/>
          </ac:spMkLst>
        </pc:spChg>
      </pc:sldChg>
      <pc:sldChg chg="addSp delSp modSp mod">
        <pc:chgData name="Maximiliano Ortiz" userId="90727fd8e92db46b" providerId="LiveId" clId="{9BC7EBD1-E6C7-40E2-9BE0-E69EBE0B6810}" dt="2026-07-28T21:45:20.231" v="2317"/>
        <pc:sldMkLst>
          <pc:docMk/>
          <pc:sldMk cId="313021856" sldId="282"/>
        </pc:sldMkLst>
        <pc:spChg chg="del">
          <ac:chgData name="Maximiliano Ortiz" userId="90727fd8e92db46b" providerId="LiveId" clId="{9BC7EBD1-E6C7-40E2-9BE0-E69EBE0B6810}" dt="2026-07-28T21:45:20.231" v="2317"/>
          <ac:spMkLst>
            <pc:docMk/>
            <pc:sldMk cId="313021856" sldId="282"/>
            <ac:spMk id="17" creationId="{99283BAF-2DFF-4901-9E24-81B7C91C2FE0}"/>
          </ac:spMkLst>
        </pc:spChg>
        <pc:spChg chg="add mod">
          <ac:chgData name="Maximiliano Ortiz" userId="90727fd8e92db46b" providerId="LiveId" clId="{9BC7EBD1-E6C7-40E2-9BE0-E69EBE0B6810}" dt="2026-07-28T21:45:20.107" v="2314"/>
          <ac:spMkLst>
            <pc:docMk/>
            <pc:sldMk cId="313021856" sldId="282"/>
            <ac:spMk id="18" creationId="{F613D4BA-B0F3-11A8-2052-FB40C2DBA091}"/>
          </ac:spMkLst>
        </pc:spChg>
        <pc:spChg chg="add mod">
          <ac:chgData name="Maximiliano Ortiz" userId="90727fd8e92db46b" providerId="LiveId" clId="{9BC7EBD1-E6C7-40E2-9BE0-E69EBE0B6810}" dt="2026-07-28T21:45:20.107" v="2314"/>
          <ac:spMkLst>
            <pc:docMk/>
            <pc:sldMk cId="313021856" sldId="282"/>
            <ac:spMk id="19" creationId="{80BD6D4E-5B2F-9C42-41A3-436310161FFD}"/>
          </ac:spMkLst>
        </pc:spChg>
        <pc:spChg chg="add mod">
          <ac:chgData name="Maximiliano Ortiz" userId="90727fd8e92db46b" providerId="LiveId" clId="{9BC7EBD1-E6C7-40E2-9BE0-E69EBE0B6810}" dt="2026-07-28T21:45:20.111" v="2315"/>
          <ac:spMkLst>
            <pc:docMk/>
            <pc:sldMk cId="313021856" sldId="282"/>
            <ac:spMk id="20" creationId="{2BD418A6-9462-5656-3C46-A62864F5F638}"/>
          </ac:spMkLst>
        </pc:spChg>
      </pc:sldChg>
      <pc:sldMasterChg chg="addSp modSp mod setBg modSldLayout">
        <pc:chgData name="Maximiliano Ortiz" userId="90727fd8e92db46b" providerId="LiveId" clId="{9BC7EBD1-E6C7-40E2-9BE0-E69EBE0B6810}" dt="2026-07-28T21:49:36.526" v="2319"/>
        <pc:sldMasterMkLst>
          <pc:docMk/>
          <pc:sldMasterMk cId="0" sldId="2147483648"/>
        </pc:sldMasterMkLst>
        <pc:spChg chg="add mod">
          <ac:chgData name="Maximiliano Ortiz" userId="90727fd8e92db46b" providerId="LiveId" clId="{9BC7EBD1-E6C7-40E2-9BE0-E69EBE0B6810}" dt="2026-07-28T21:45:14.649" v="7"/>
          <ac:spMkLst>
            <pc:docMk/>
            <pc:sldMasterMk cId="0" sldId="2147483648"/>
            <ac:spMk id="2" creationId="{7ED400B0-4650-BD81-8872-00CCE5394A4B}"/>
          </ac:spMkLst>
        </pc:spChg>
        <pc:spChg chg="add mod">
          <ac:chgData name="Maximiliano Ortiz" userId="90727fd8e92db46b" providerId="LiveId" clId="{9BC7EBD1-E6C7-40E2-9BE0-E69EBE0B6810}" dt="2026-07-28T21:45:14.649" v="12"/>
          <ac:spMkLst>
            <pc:docMk/>
            <pc:sldMasterMk cId="0" sldId="2147483648"/>
            <ac:spMk id="3" creationId="{19067D9B-1D69-BEBD-53A6-E2EBCE31B809}"/>
          </ac:spMkLst>
        </pc:spChg>
        <pc:spChg chg="add mod">
          <ac:chgData name="Maximiliano Ortiz" userId="90727fd8e92db46b" providerId="LiveId" clId="{9BC7EBD1-E6C7-40E2-9BE0-E69EBE0B6810}" dt="2026-07-28T21:45:14.664" v="17"/>
          <ac:spMkLst>
            <pc:docMk/>
            <pc:sldMasterMk cId="0" sldId="2147483648"/>
            <ac:spMk id="4" creationId="{D5EE4B42-9A6B-A99D-63F0-0D1F0CDA593B}"/>
          </ac:spMkLst>
        </pc:spChg>
        <pc:spChg chg="add mod">
          <ac:chgData name="Maximiliano Ortiz" userId="90727fd8e92db46b" providerId="LiveId" clId="{9BC7EBD1-E6C7-40E2-9BE0-E69EBE0B6810}" dt="2026-07-28T21:45:14.664" v="22"/>
          <ac:spMkLst>
            <pc:docMk/>
            <pc:sldMasterMk cId="0" sldId="2147483648"/>
            <ac:spMk id="5" creationId="{967B707C-1A6F-0D89-F330-66B1FD9D5071}"/>
          </ac:spMkLst>
        </pc:spChg>
        <pc:spChg chg="add mod">
          <ac:chgData name="Maximiliano Ortiz" userId="90727fd8e92db46b" providerId="LiveId" clId="{9BC7EBD1-E6C7-40E2-9BE0-E69EBE0B6810}" dt="2026-07-28T21:45:14.907" v="40" actId="299"/>
          <ac:spMkLst>
            <pc:docMk/>
            <pc:sldMasterMk cId="0" sldId="2147483648"/>
            <ac:spMk id="8" creationId="{63C3527D-F71A-255A-556A-E956A5B245FC}"/>
          </ac:spMkLst>
        </pc:spChg>
        <pc:picChg chg="add mod">
          <ac:chgData name="Maximiliano Ortiz" userId="90727fd8e92db46b" providerId="LiveId" clId="{9BC7EBD1-E6C7-40E2-9BE0-E69EBE0B6810}" dt="2026-07-28T21:49:36.526" v="2319"/>
          <ac:picMkLst>
            <pc:docMk/>
            <pc:sldMasterMk cId="0" sldId="2147483648"/>
            <ac:picMk id="7" creationId="{5BBDDA18-D8BC-21FE-3A21-3E15416A530F}"/>
          </ac:picMkLst>
        </pc:picChg>
        <pc:sldLayoutChg chg="addSp modSp mod">
          <pc:chgData name="Maximiliano Ortiz" userId="90727fd8e92db46b" providerId="LiveId" clId="{9BC7EBD1-E6C7-40E2-9BE0-E69EBE0B6810}" dt="2026-07-28T21:45:15.474" v="172" actId="299"/>
          <pc:sldLayoutMkLst>
            <pc:docMk/>
            <pc:sldMasterMk cId="0" sldId="2147483648"/>
            <pc:sldLayoutMk cId="0" sldId="2147483649"/>
          </pc:sldLayoutMkLst>
          <pc:spChg chg="add mod">
            <ac:chgData name="Maximiliano Ortiz" userId="90727fd8e92db46b" providerId="LiveId" clId="{9BC7EBD1-E6C7-40E2-9BE0-E69EBE0B6810}" dt="2026-07-28T21:45:15.320" v="114" actId="299"/>
            <ac:spMkLst>
              <pc:docMk/>
              <pc:sldMasterMk cId="0" sldId="2147483648"/>
              <pc:sldLayoutMk cId="0" sldId="2147483649"/>
              <ac:spMk id="2" creationId="{4E7B686E-D1DB-4795-5290-247ED77443BC}"/>
            </ac:spMkLst>
          </pc:spChg>
          <pc:spChg chg="add mod">
            <ac:chgData name="Maximiliano Ortiz" userId="90727fd8e92db46b" providerId="LiveId" clId="{9BC7EBD1-E6C7-40E2-9BE0-E69EBE0B6810}" dt="2026-07-28T21:45:15.358" v="133" actId="299"/>
            <ac:spMkLst>
              <pc:docMk/>
              <pc:sldMasterMk cId="0" sldId="2147483648"/>
              <pc:sldLayoutMk cId="0" sldId="2147483649"/>
              <ac:spMk id="3" creationId="{F07F7DEC-A90F-3966-89A5-75E897AE30F9}"/>
            </ac:spMkLst>
          </pc:spChg>
          <pc:spChg chg="add mod">
            <ac:chgData name="Maximiliano Ortiz" userId="90727fd8e92db46b" providerId="LiveId" clId="{9BC7EBD1-E6C7-40E2-9BE0-E69EBE0B6810}" dt="2026-07-28T21:45:15.384" v="152" actId="299"/>
            <ac:spMkLst>
              <pc:docMk/>
              <pc:sldMasterMk cId="0" sldId="2147483648"/>
              <pc:sldLayoutMk cId="0" sldId="2147483649"/>
              <ac:spMk id="4" creationId="{D4921F09-2F28-54BE-F644-07838B22BCE2}"/>
            </ac:spMkLst>
          </pc:spChg>
          <pc:spChg chg="add mod">
            <ac:chgData name="Maximiliano Ortiz" userId="90727fd8e92db46b" providerId="LiveId" clId="{9BC7EBD1-E6C7-40E2-9BE0-E69EBE0B6810}" dt="2026-07-28T21:45:15.474" v="172" actId="299"/>
            <ac:spMkLst>
              <pc:docMk/>
              <pc:sldMasterMk cId="0" sldId="2147483648"/>
              <pc:sldLayoutMk cId="0" sldId="2147483649"/>
              <ac:spMk id="5" creationId="{1912B5C8-473B-C77D-A05F-B105E16C686E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5.630" v="257" actId="299"/>
          <pc:sldLayoutMkLst>
            <pc:docMk/>
            <pc:sldMasterMk cId="0" sldId="2147483648"/>
            <pc:sldLayoutMk cId="307564498" sldId="2147483663"/>
          </pc:sldLayoutMkLst>
          <pc:spChg chg="del">
            <ac:chgData name="Maximiliano Ortiz" userId="90727fd8e92db46b" providerId="LiveId" clId="{9BC7EBD1-E6C7-40E2-9BE0-E69EBE0B6810}" dt="2026-07-28T21:45:15.497" v="180"/>
            <ac:spMkLst>
              <pc:docMk/>
              <pc:sldMasterMk cId="0" sldId="2147483648"/>
              <pc:sldLayoutMk cId="307564498" sldId="2147483663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5.497" v="178"/>
            <ac:spMkLst>
              <pc:docMk/>
              <pc:sldMasterMk cId="0" sldId="2147483648"/>
              <pc:sldLayoutMk cId="307564498" sldId="2147483663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5.497" v="176"/>
            <ac:spMkLst>
              <pc:docMk/>
              <pc:sldMasterMk cId="0" sldId="2147483648"/>
              <pc:sldLayoutMk cId="307564498" sldId="2147483663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5.497" v="174"/>
            <ac:spMkLst>
              <pc:docMk/>
              <pc:sldMasterMk cId="0" sldId="2147483648"/>
              <pc:sldLayoutMk cId="307564498" sldId="2147483663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5.517" v="199" actId="299"/>
            <ac:spMkLst>
              <pc:docMk/>
              <pc:sldMasterMk cId="0" sldId="2147483648"/>
              <pc:sldLayoutMk cId="307564498" sldId="2147483663"/>
              <ac:spMk id="6" creationId="{E86E20EB-ACF6-E98B-A7F7-FAA63FE7A1AB}"/>
            </ac:spMkLst>
          </pc:spChg>
          <pc:spChg chg="add mod">
            <ac:chgData name="Maximiliano Ortiz" userId="90727fd8e92db46b" providerId="LiveId" clId="{9BC7EBD1-E6C7-40E2-9BE0-E69EBE0B6810}" dt="2026-07-28T21:45:15.554" v="218" actId="299"/>
            <ac:spMkLst>
              <pc:docMk/>
              <pc:sldMasterMk cId="0" sldId="2147483648"/>
              <pc:sldLayoutMk cId="307564498" sldId="2147483663"/>
              <ac:spMk id="7" creationId="{DA74F11D-A621-76AD-1939-D17C951722BA}"/>
            </ac:spMkLst>
          </pc:spChg>
          <pc:spChg chg="add mod">
            <ac:chgData name="Maximiliano Ortiz" userId="90727fd8e92db46b" providerId="LiveId" clId="{9BC7EBD1-E6C7-40E2-9BE0-E69EBE0B6810}" dt="2026-07-28T21:45:15.591" v="237" actId="299"/>
            <ac:spMkLst>
              <pc:docMk/>
              <pc:sldMasterMk cId="0" sldId="2147483648"/>
              <pc:sldLayoutMk cId="307564498" sldId="2147483663"/>
              <ac:spMk id="8" creationId="{3F301BAB-D31B-43BA-8C3E-29D441A86035}"/>
            </ac:spMkLst>
          </pc:spChg>
          <pc:spChg chg="add mod">
            <ac:chgData name="Maximiliano Ortiz" userId="90727fd8e92db46b" providerId="LiveId" clId="{9BC7EBD1-E6C7-40E2-9BE0-E69EBE0B6810}" dt="2026-07-28T21:45:15.630" v="257" actId="299"/>
            <ac:spMkLst>
              <pc:docMk/>
              <pc:sldMasterMk cId="0" sldId="2147483648"/>
              <pc:sldLayoutMk cId="307564498" sldId="2147483663"/>
              <ac:spMk id="9" creationId="{485A1487-76D9-6CD2-5B5D-641F847EEABE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5.747" v="323" actId="299"/>
          <pc:sldLayoutMkLst>
            <pc:docMk/>
            <pc:sldMasterMk cId="0" sldId="2147483648"/>
            <pc:sldLayoutMk cId="913525049" sldId="2147483664"/>
          </pc:sldLayoutMkLst>
          <pc:spChg chg="del">
            <ac:chgData name="Maximiliano Ortiz" userId="90727fd8e92db46b" providerId="LiveId" clId="{9BC7EBD1-E6C7-40E2-9BE0-E69EBE0B6810}" dt="2026-07-28T21:45:15.646" v="265"/>
            <ac:spMkLst>
              <pc:docMk/>
              <pc:sldMasterMk cId="0" sldId="2147483648"/>
              <pc:sldLayoutMk cId="913525049" sldId="2147483664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5.646" v="263"/>
            <ac:spMkLst>
              <pc:docMk/>
              <pc:sldMasterMk cId="0" sldId="2147483648"/>
              <pc:sldLayoutMk cId="913525049" sldId="2147483664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5.646" v="261"/>
            <ac:spMkLst>
              <pc:docMk/>
              <pc:sldMasterMk cId="0" sldId="2147483648"/>
              <pc:sldLayoutMk cId="913525049" sldId="2147483664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5.630" v="259"/>
            <ac:spMkLst>
              <pc:docMk/>
              <pc:sldMasterMk cId="0" sldId="2147483648"/>
              <pc:sldLayoutMk cId="913525049" sldId="2147483664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5.677" v="284" actId="299"/>
            <ac:spMkLst>
              <pc:docMk/>
              <pc:sldMasterMk cId="0" sldId="2147483648"/>
              <pc:sldLayoutMk cId="913525049" sldId="2147483664"/>
              <ac:spMk id="6" creationId="{774C0439-FC2E-F5D5-0F77-C83354962018}"/>
            </ac:spMkLst>
          </pc:spChg>
          <pc:spChg chg="add mod">
            <ac:chgData name="Maximiliano Ortiz" userId="90727fd8e92db46b" providerId="LiveId" clId="{9BC7EBD1-E6C7-40E2-9BE0-E69EBE0B6810}" dt="2026-07-28T21:45:15.696" v="303" actId="299"/>
            <ac:spMkLst>
              <pc:docMk/>
              <pc:sldMasterMk cId="0" sldId="2147483648"/>
              <pc:sldLayoutMk cId="913525049" sldId="2147483664"/>
              <ac:spMk id="7" creationId="{5D91A08B-7367-A177-D3A1-D4D0D4FD2923}"/>
            </ac:spMkLst>
          </pc:spChg>
          <pc:spChg chg="add mod">
            <ac:chgData name="Maximiliano Ortiz" userId="90727fd8e92db46b" providerId="LiveId" clId="{9BC7EBD1-E6C7-40E2-9BE0-E69EBE0B6810}" dt="2026-07-28T21:45:15.747" v="323" actId="299"/>
            <ac:spMkLst>
              <pc:docMk/>
              <pc:sldMasterMk cId="0" sldId="2147483648"/>
              <pc:sldLayoutMk cId="913525049" sldId="2147483664"/>
              <ac:spMk id="8" creationId="{CB1AB991-FF40-041B-F321-8D5FD603622B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5.897" v="389" actId="299"/>
          <pc:sldLayoutMkLst>
            <pc:docMk/>
            <pc:sldMasterMk cId="0" sldId="2147483648"/>
            <pc:sldLayoutMk cId="1409252447" sldId="2147483665"/>
          </pc:sldLayoutMkLst>
          <pc:spChg chg="del">
            <ac:chgData name="Maximiliano Ortiz" userId="90727fd8e92db46b" providerId="LiveId" clId="{9BC7EBD1-E6C7-40E2-9BE0-E69EBE0B6810}" dt="2026-07-28T21:45:15.761" v="331"/>
            <ac:spMkLst>
              <pc:docMk/>
              <pc:sldMasterMk cId="0" sldId="2147483648"/>
              <pc:sldLayoutMk cId="1409252447" sldId="2147483665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5.759" v="329"/>
            <ac:spMkLst>
              <pc:docMk/>
              <pc:sldMasterMk cId="0" sldId="2147483648"/>
              <pc:sldLayoutMk cId="1409252447" sldId="2147483665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5.757" v="327"/>
            <ac:spMkLst>
              <pc:docMk/>
              <pc:sldMasterMk cId="0" sldId="2147483648"/>
              <pc:sldLayoutMk cId="1409252447" sldId="2147483665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5.755" v="325"/>
            <ac:spMkLst>
              <pc:docMk/>
              <pc:sldMasterMk cId="0" sldId="2147483648"/>
              <pc:sldLayoutMk cId="1409252447" sldId="2147483665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5.811" v="350" actId="299"/>
            <ac:spMkLst>
              <pc:docMk/>
              <pc:sldMasterMk cId="0" sldId="2147483648"/>
              <pc:sldLayoutMk cId="1409252447" sldId="2147483665"/>
              <ac:spMk id="6" creationId="{EA73D0B5-44ED-C607-E4A8-F4FDBA1B460F}"/>
            </ac:spMkLst>
          </pc:spChg>
          <pc:spChg chg="add mod">
            <ac:chgData name="Maximiliano Ortiz" userId="90727fd8e92db46b" providerId="LiveId" clId="{9BC7EBD1-E6C7-40E2-9BE0-E69EBE0B6810}" dt="2026-07-28T21:45:15.852" v="369" actId="299"/>
            <ac:spMkLst>
              <pc:docMk/>
              <pc:sldMasterMk cId="0" sldId="2147483648"/>
              <pc:sldLayoutMk cId="1409252447" sldId="2147483665"/>
              <ac:spMk id="7" creationId="{4067827F-3DFD-43A8-ED1D-4A061C6AADC3}"/>
            </ac:spMkLst>
          </pc:spChg>
          <pc:spChg chg="add mod">
            <ac:chgData name="Maximiliano Ortiz" userId="90727fd8e92db46b" providerId="LiveId" clId="{9BC7EBD1-E6C7-40E2-9BE0-E69EBE0B6810}" dt="2026-07-28T21:45:15.897" v="389" actId="299"/>
            <ac:spMkLst>
              <pc:docMk/>
              <pc:sldMasterMk cId="0" sldId="2147483648"/>
              <pc:sldLayoutMk cId="1409252447" sldId="2147483665"/>
              <ac:spMk id="8" creationId="{AB672653-EF56-0789-95CE-0ACA39724214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030" v="474" actId="299"/>
          <pc:sldLayoutMkLst>
            <pc:docMk/>
            <pc:sldMasterMk cId="0" sldId="2147483648"/>
            <pc:sldLayoutMk cId="3428312379" sldId="2147483666"/>
          </pc:sldLayoutMkLst>
          <pc:spChg chg="del">
            <ac:chgData name="Maximiliano Ortiz" userId="90727fd8e92db46b" providerId="LiveId" clId="{9BC7EBD1-E6C7-40E2-9BE0-E69EBE0B6810}" dt="2026-07-28T21:45:15.914" v="397"/>
            <ac:spMkLst>
              <pc:docMk/>
              <pc:sldMasterMk cId="0" sldId="2147483648"/>
              <pc:sldLayoutMk cId="3428312379" sldId="2147483666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5.914" v="395"/>
            <ac:spMkLst>
              <pc:docMk/>
              <pc:sldMasterMk cId="0" sldId="2147483648"/>
              <pc:sldLayoutMk cId="3428312379" sldId="2147483666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5.914" v="393"/>
            <ac:spMkLst>
              <pc:docMk/>
              <pc:sldMasterMk cId="0" sldId="2147483648"/>
              <pc:sldLayoutMk cId="3428312379" sldId="2147483666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5.897" v="391"/>
            <ac:spMkLst>
              <pc:docMk/>
              <pc:sldMasterMk cId="0" sldId="2147483648"/>
              <pc:sldLayoutMk cId="3428312379" sldId="2147483666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5.946" v="416" actId="299"/>
            <ac:spMkLst>
              <pc:docMk/>
              <pc:sldMasterMk cId="0" sldId="2147483648"/>
              <pc:sldLayoutMk cId="3428312379" sldId="2147483666"/>
              <ac:spMk id="6" creationId="{3EF649E4-ADFE-13DB-6148-5183BBE49514}"/>
            </ac:spMkLst>
          </pc:spChg>
          <pc:spChg chg="add mod">
            <ac:chgData name="Maximiliano Ortiz" userId="90727fd8e92db46b" providerId="LiveId" clId="{9BC7EBD1-E6C7-40E2-9BE0-E69EBE0B6810}" dt="2026-07-28T21:45:15.961" v="435" actId="299"/>
            <ac:spMkLst>
              <pc:docMk/>
              <pc:sldMasterMk cId="0" sldId="2147483648"/>
              <pc:sldLayoutMk cId="3428312379" sldId="2147483666"/>
              <ac:spMk id="7" creationId="{8F472493-280E-0CA3-7AC8-E68E8FBDBFCC}"/>
            </ac:spMkLst>
          </pc:spChg>
          <pc:spChg chg="add mod">
            <ac:chgData name="Maximiliano Ortiz" userId="90727fd8e92db46b" providerId="LiveId" clId="{9BC7EBD1-E6C7-40E2-9BE0-E69EBE0B6810}" dt="2026-07-28T21:45:15.993" v="454" actId="299"/>
            <ac:spMkLst>
              <pc:docMk/>
              <pc:sldMasterMk cId="0" sldId="2147483648"/>
              <pc:sldLayoutMk cId="3428312379" sldId="2147483666"/>
              <ac:spMk id="8" creationId="{79FC630C-AD55-24EA-E53D-308D86D07925}"/>
            </ac:spMkLst>
          </pc:spChg>
          <pc:spChg chg="add mod">
            <ac:chgData name="Maximiliano Ortiz" userId="90727fd8e92db46b" providerId="LiveId" clId="{9BC7EBD1-E6C7-40E2-9BE0-E69EBE0B6810}" dt="2026-07-28T21:45:16.030" v="474" actId="299"/>
            <ac:spMkLst>
              <pc:docMk/>
              <pc:sldMasterMk cId="0" sldId="2147483648"/>
              <pc:sldLayoutMk cId="3428312379" sldId="2147483666"/>
              <ac:spMk id="9" creationId="{3545EB75-FA22-76BE-9CE1-5BBC0905B29C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148" v="559" actId="299"/>
          <pc:sldLayoutMkLst>
            <pc:docMk/>
            <pc:sldMasterMk cId="0" sldId="2147483648"/>
            <pc:sldLayoutMk cId="3617151359" sldId="2147483667"/>
          </pc:sldLayoutMkLst>
          <pc:spChg chg="del">
            <ac:chgData name="Maximiliano Ortiz" userId="90727fd8e92db46b" providerId="LiveId" clId="{9BC7EBD1-E6C7-40E2-9BE0-E69EBE0B6810}" dt="2026-07-28T21:45:16.030" v="482"/>
            <ac:spMkLst>
              <pc:docMk/>
              <pc:sldMasterMk cId="0" sldId="2147483648"/>
              <pc:sldLayoutMk cId="3617151359" sldId="2147483667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030" v="480"/>
            <ac:spMkLst>
              <pc:docMk/>
              <pc:sldMasterMk cId="0" sldId="2147483648"/>
              <pc:sldLayoutMk cId="3617151359" sldId="2147483667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030" v="478"/>
            <ac:spMkLst>
              <pc:docMk/>
              <pc:sldMasterMk cId="0" sldId="2147483648"/>
              <pc:sldLayoutMk cId="3617151359" sldId="2147483667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030" v="476"/>
            <ac:spMkLst>
              <pc:docMk/>
              <pc:sldMasterMk cId="0" sldId="2147483648"/>
              <pc:sldLayoutMk cId="3617151359" sldId="2147483667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064" v="501" actId="299"/>
            <ac:spMkLst>
              <pc:docMk/>
              <pc:sldMasterMk cId="0" sldId="2147483648"/>
              <pc:sldLayoutMk cId="3617151359" sldId="2147483667"/>
              <ac:spMk id="6" creationId="{D5AED30D-A7BD-30DD-BE10-40C7E08936FE}"/>
            </ac:spMkLst>
          </pc:spChg>
          <pc:spChg chg="add mod">
            <ac:chgData name="Maximiliano Ortiz" userId="90727fd8e92db46b" providerId="LiveId" clId="{9BC7EBD1-E6C7-40E2-9BE0-E69EBE0B6810}" dt="2026-07-28T21:45:16.080" v="520" actId="299"/>
            <ac:spMkLst>
              <pc:docMk/>
              <pc:sldMasterMk cId="0" sldId="2147483648"/>
              <pc:sldLayoutMk cId="3617151359" sldId="2147483667"/>
              <ac:spMk id="7" creationId="{6FA99C08-D6E3-4E98-F4FE-DDBFAED84D03}"/>
            </ac:spMkLst>
          </pc:spChg>
          <pc:spChg chg="add mod">
            <ac:chgData name="Maximiliano Ortiz" userId="90727fd8e92db46b" providerId="LiveId" clId="{9BC7EBD1-E6C7-40E2-9BE0-E69EBE0B6810}" dt="2026-07-28T21:45:16.111" v="539" actId="299"/>
            <ac:spMkLst>
              <pc:docMk/>
              <pc:sldMasterMk cId="0" sldId="2147483648"/>
              <pc:sldLayoutMk cId="3617151359" sldId="2147483667"/>
              <ac:spMk id="8" creationId="{E5F7348D-D236-9EEA-2133-597F8B480978}"/>
            </ac:spMkLst>
          </pc:spChg>
          <pc:spChg chg="add mod">
            <ac:chgData name="Maximiliano Ortiz" userId="90727fd8e92db46b" providerId="LiveId" clId="{9BC7EBD1-E6C7-40E2-9BE0-E69EBE0B6810}" dt="2026-07-28T21:45:16.148" v="559" actId="299"/>
            <ac:spMkLst>
              <pc:docMk/>
              <pc:sldMasterMk cId="0" sldId="2147483648"/>
              <pc:sldLayoutMk cId="3617151359" sldId="2147483667"/>
              <ac:spMk id="9" creationId="{9B437985-0763-FCCF-F44F-242B6F5117A3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297" v="644" actId="299"/>
          <pc:sldLayoutMkLst>
            <pc:docMk/>
            <pc:sldMasterMk cId="0" sldId="2147483648"/>
            <pc:sldLayoutMk cId="2561274461" sldId="2147483668"/>
          </pc:sldLayoutMkLst>
          <pc:spChg chg="del">
            <ac:chgData name="Maximiliano Ortiz" userId="90727fd8e92db46b" providerId="LiveId" clId="{9BC7EBD1-E6C7-40E2-9BE0-E69EBE0B6810}" dt="2026-07-28T21:45:16.164" v="567"/>
            <ac:spMkLst>
              <pc:docMk/>
              <pc:sldMasterMk cId="0" sldId="2147483648"/>
              <pc:sldLayoutMk cId="2561274461" sldId="2147483668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148" v="565"/>
            <ac:spMkLst>
              <pc:docMk/>
              <pc:sldMasterMk cId="0" sldId="2147483648"/>
              <pc:sldLayoutMk cId="2561274461" sldId="2147483668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148" v="563"/>
            <ac:spMkLst>
              <pc:docMk/>
              <pc:sldMasterMk cId="0" sldId="2147483648"/>
              <pc:sldLayoutMk cId="2561274461" sldId="2147483668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148" v="561"/>
            <ac:spMkLst>
              <pc:docMk/>
              <pc:sldMasterMk cId="0" sldId="2147483648"/>
              <pc:sldLayoutMk cId="2561274461" sldId="2147483668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181" v="586" actId="299"/>
            <ac:spMkLst>
              <pc:docMk/>
              <pc:sldMasterMk cId="0" sldId="2147483648"/>
              <pc:sldLayoutMk cId="2561274461" sldId="2147483668"/>
              <ac:spMk id="6" creationId="{08ED06A4-5573-5517-B8B5-C2075DA96245}"/>
            </ac:spMkLst>
          </pc:spChg>
          <pc:spChg chg="add mod">
            <ac:chgData name="Maximiliano Ortiz" userId="90727fd8e92db46b" providerId="LiveId" clId="{9BC7EBD1-E6C7-40E2-9BE0-E69EBE0B6810}" dt="2026-07-28T21:45:16.212" v="605" actId="299"/>
            <ac:spMkLst>
              <pc:docMk/>
              <pc:sldMasterMk cId="0" sldId="2147483648"/>
              <pc:sldLayoutMk cId="2561274461" sldId="2147483668"/>
              <ac:spMk id="7" creationId="{CFF38B9F-A684-35A1-0FA9-F59A1B5AB4C6}"/>
            </ac:spMkLst>
          </pc:spChg>
          <pc:spChg chg="add mod">
            <ac:chgData name="Maximiliano Ortiz" userId="90727fd8e92db46b" providerId="LiveId" clId="{9BC7EBD1-E6C7-40E2-9BE0-E69EBE0B6810}" dt="2026-07-28T21:45:16.228" v="624" actId="299"/>
            <ac:spMkLst>
              <pc:docMk/>
              <pc:sldMasterMk cId="0" sldId="2147483648"/>
              <pc:sldLayoutMk cId="2561274461" sldId="2147483668"/>
              <ac:spMk id="8" creationId="{8F895085-9CE5-6EE1-5F9D-097B6BDA3C7F}"/>
            </ac:spMkLst>
          </pc:spChg>
          <pc:spChg chg="add mod">
            <ac:chgData name="Maximiliano Ortiz" userId="90727fd8e92db46b" providerId="LiveId" clId="{9BC7EBD1-E6C7-40E2-9BE0-E69EBE0B6810}" dt="2026-07-28T21:45:16.297" v="644" actId="299"/>
            <ac:spMkLst>
              <pc:docMk/>
              <pc:sldMasterMk cId="0" sldId="2147483648"/>
              <pc:sldLayoutMk cId="2561274461" sldId="2147483668"/>
              <ac:spMk id="9" creationId="{BA13ABB1-00AB-594A-F558-8175EBCF3114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447" v="729" actId="299"/>
          <pc:sldLayoutMkLst>
            <pc:docMk/>
            <pc:sldMasterMk cId="0" sldId="2147483648"/>
            <pc:sldLayoutMk cId="1454584327" sldId="2147483669"/>
          </pc:sldLayoutMkLst>
          <pc:spChg chg="del">
            <ac:chgData name="Maximiliano Ortiz" userId="90727fd8e92db46b" providerId="LiveId" clId="{9BC7EBD1-E6C7-40E2-9BE0-E69EBE0B6810}" dt="2026-07-28T21:45:16.312" v="652"/>
            <ac:spMkLst>
              <pc:docMk/>
              <pc:sldMasterMk cId="0" sldId="2147483648"/>
              <pc:sldLayoutMk cId="1454584327" sldId="2147483669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297" v="650"/>
            <ac:spMkLst>
              <pc:docMk/>
              <pc:sldMasterMk cId="0" sldId="2147483648"/>
              <pc:sldLayoutMk cId="1454584327" sldId="2147483669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297" v="648"/>
            <ac:spMkLst>
              <pc:docMk/>
              <pc:sldMasterMk cId="0" sldId="2147483648"/>
              <pc:sldLayoutMk cId="1454584327" sldId="2147483669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297" v="646"/>
            <ac:spMkLst>
              <pc:docMk/>
              <pc:sldMasterMk cId="0" sldId="2147483648"/>
              <pc:sldLayoutMk cId="1454584327" sldId="2147483669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331" v="671" actId="299"/>
            <ac:spMkLst>
              <pc:docMk/>
              <pc:sldMasterMk cId="0" sldId="2147483648"/>
              <pc:sldLayoutMk cId="1454584327" sldId="2147483669"/>
              <ac:spMk id="6" creationId="{8E031ACD-0AD5-8809-0717-649540F4F383}"/>
            </ac:spMkLst>
          </pc:spChg>
          <pc:spChg chg="add mod">
            <ac:chgData name="Maximiliano Ortiz" userId="90727fd8e92db46b" providerId="LiveId" clId="{9BC7EBD1-E6C7-40E2-9BE0-E69EBE0B6810}" dt="2026-07-28T21:45:16.374" v="690" actId="299"/>
            <ac:spMkLst>
              <pc:docMk/>
              <pc:sldMasterMk cId="0" sldId="2147483648"/>
              <pc:sldLayoutMk cId="1454584327" sldId="2147483669"/>
              <ac:spMk id="7" creationId="{5380A50B-6A0F-2DF2-CF30-B0F7001B31E2}"/>
            </ac:spMkLst>
          </pc:spChg>
          <pc:spChg chg="add mod">
            <ac:chgData name="Maximiliano Ortiz" userId="90727fd8e92db46b" providerId="LiveId" clId="{9BC7EBD1-E6C7-40E2-9BE0-E69EBE0B6810}" dt="2026-07-28T21:45:16.399" v="709" actId="299"/>
            <ac:spMkLst>
              <pc:docMk/>
              <pc:sldMasterMk cId="0" sldId="2147483648"/>
              <pc:sldLayoutMk cId="1454584327" sldId="2147483669"/>
              <ac:spMk id="8" creationId="{1A6588E5-AEF0-6915-CE1D-570FEF5B4711}"/>
            </ac:spMkLst>
          </pc:spChg>
          <pc:spChg chg="add mod">
            <ac:chgData name="Maximiliano Ortiz" userId="90727fd8e92db46b" providerId="LiveId" clId="{9BC7EBD1-E6C7-40E2-9BE0-E69EBE0B6810}" dt="2026-07-28T21:45:16.447" v="729" actId="299"/>
            <ac:spMkLst>
              <pc:docMk/>
              <pc:sldMasterMk cId="0" sldId="2147483648"/>
              <pc:sldLayoutMk cId="1454584327" sldId="2147483669"/>
              <ac:spMk id="9" creationId="{61303251-BC98-15C7-91D2-8A07695826A0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592" v="814" actId="299"/>
          <pc:sldLayoutMkLst>
            <pc:docMk/>
            <pc:sldMasterMk cId="0" sldId="2147483648"/>
            <pc:sldLayoutMk cId="3772935195" sldId="2147483670"/>
          </pc:sldLayoutMkLst>
          <pc:spChg chg="del">
            <ac:chgData name="Maximiliano Ortiz" userId="90727fd8e92db46b" providerId="LiveId" clId="{9BC7EBD1-E6C7-40E2-9BE0-E69EBE0B6810}" dt="2026-07-28T21:45:16.463" v="737"/>
            <ac:spMkLst>
              <pc:docMk/>
              <pc:sldMasterMk cId="0" sldId="2147483648"/>
              <pc:sldLayoutMk cId="3772935195" sldId="2147483670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454" v="735"/>
            <ac:spMkLst>
              <pc:docMk/>
              <pc:sldMasterMk cId="0" sldId="2147483648"/>
              <pc:sldLayoutMk cId="3772935195" sldId="2147483670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454" v="733"/>
            <ac:spMkLst>
              <pc:docMk/>
              <pc:sldMasterMk cId="0" sldId="2147483648"/>
              <pc:sldLayoutMk cId="3772935195" sldId="2147483670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454" v="731"/>
            <ac:spMkLst>
              <pc:docMk/>
              <pc:sldMasterMk cId="0" sldId="2147483648"/>
              <pc:sldLayoutMk cId="3772935195" sldId="2147483670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492" v="756" actId="299"/>
            <ac:spMkLst>
              <pc:docMk/>
              <pc:sldMasterMk cId="0" sldId="2147483648"/>
              <pc:sldLayoutMk cId="3772935195" sldId="2147483670"/>
              <ac:spMk id="6" creationId="{A64F010A-6A76-C440-2396-A624262AB04D}"/>
            </ac:spMkLst>
          </pc:spChg>
          <pc:spChg chg="add mod">
            <ac:chgData name="Maximiliano Ortiz" userId="90727fd8e92db46b" providerId="LiveId" clId="{9BC7EBD1-E6C7-40E2-9BE0-E69EBE0B6810}" dt="2026-07-28T21:45:16.513" v="775" actId="299"/>
            <ac:spMkLst>
              <pc:docMk/>
              <pc:sldMasterMk cId="0" sldId="2147483648"/>
              <pc:sldLayoutMk cId="3772935195" sldId="2147483670"/>
              <ac:spMk id="7" creationId="{314101D8-2C06-19A3-8BA4-89816CC23386}"/>
            </ac:spMkLst>
          </pc:spChg>
          <pc:spChg chg="add mod">
            <ac:chgData name="Maximiliano Ortiz" userId="90727fd8e92db46b" providerId="LiveId" clId="{9BC7EBD1-E6C7-40E2-9BE0-E69EBE0B6810}" dt="2026-07-28T21:45:16.550" v="794" actId="299"/>
            <ac:spMkLst>
              <pc:docMk/>
              <pc:sldMasterMk cId="0" sldId="2147483648"/>
              <pc:sldLayoutMk cId="3772935195" sldId="2147483670"/>
              <ac:spMk id="8" creationId="{4D685FE1-58B7-9044-F0E6-24526BBA1CC2}"/>
            </ac:spMkLst>
          </pc:spChg>
          <pc:spChg chg="add mod">
            <ac:chgData name="Maximiliano Ortiz" userId="90727fd8e92db46b" providerId="LiveId" clId="{9BC7EBD1-E6C7-40E2-9BE0-E69EBE0B6810}" dt="2026-07-28T21:45:16.592" v="814" actId="299"/>
            <ac:spMkLst>
              <pc:docMk/>
              <pc:sldMasterMk cId="0" sldId="2147483648"/>
              <pc:sldLayoutMk cId="3772935195" sldId="2147483670"/>
              <ac:spMk id="9" creationId="{08CAD3E8-7C2E-D428-8533-9F43F7FD3565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6.729" v="899" actId="299"/>
          <pc:sldLayoutMkLst>
            <pc:docMk/>
            <pc:sldMasterMk cId="0" sldId="2147483648"/>
            <pc:sldLayoutMk cId="1408959839" sldId="2147483671"/>
          </pc:sldLayoutMkLst>
          <pc:spChg chg="del">
            <ac:chgData name="Maximiliano Ortiz" userId="90727fd8e92db46b" providerId="LiveId" clId="{9BC7EBD1-E6C7-40E2-9BE0-E69EBE0B6810}" dt="2026-07-28T21:45:16.597" v="822"/>
            <ac:spMkLst>
              <pc:docMk/>
              <pc:sldMasterMk cId="0" sldId="2147483648"/>
              <pc:sldLayoutMk cId="1408959839" sldId="2147483671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597" v="820"/>
            <ac:spMkLst>
              <pc:docMk/>
              <pc:sldMasterMk cId="0" sldId="2147483648"/>
              <pc:sldLayoutMk cId="1408959839" sldId="2147483671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597" v="818"/>
            <ac:spMkLst>
              <pc:docMk/>
              <pc:sldMasterMk cId="0" sldId="2147483648"/>
              <pc:sldLayoutMk cId="1408959839" sldId="2147483671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597" v="816"/>
            <ac:spMkLst>
              <pc:docMk/>
              <pc:sldMasterMk cId="0" sldId="2147483648"/>
              <pc:sldLayoutMk cId="1408959839" sldId="2147483671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631" v="841" actId="299"/>
            <ac:spMkLst>
              <pc:docMk/>
              <pc:sldMasterMk cId="0" sldId="2147483648"/>
              <pc:sldLayoutMk cId="1408959839" sldId="2147483671"/>
              <ac:spMk id="6" creationId="{E55D978A-66A3-12DD-6D64-38108280AE38}"/>
            </ac:spMkLst>
          </pc:spChg>
          <pc:spChg chg="add mod">
            <ac:chgData name="Maximiliano Ortiz" userId="90727fd8e92db46b" providerId="LiveId" clId="{9BC7EBD1-E6C7-40E2-9BE0-E69EBE0B6810}" dt="2026-07-28T21:45:16.647" v="860" actId="299"/>
            <ac:spMkLst>
              <pc:docMk/>
              <pc:sldMasterMk cId="0" sldId="2147483648"/>
              <pc:sldLayoutMk cId="1408959839" sldId="2147483671"/>
              <ac:spMk id="7" creationId="{63049859-11E6-28FF-2063-7C84F2BCE7EA}"/>
            </ac:spMkLst>
          </pc:spChg>
          <pc:spChg chg="add mod">
            <ac:chgData name="Maximiliano Ortiz" userId="90727fd8e92db46b" providerId="LiveId" clId="{9BC7EBD1-E6C7-40E2-9BE0-E69EBE0B6810}" dt="2026-07-28T21:45:16.681" v="879" actId="299"/>
            <ac:spMkLst>
              <pc:docMk/>
              <pc:sldMasterMk cId="0" sldId="2147483648"/>
              <pc:sldLayoutMk cId="1408959839" sldId="2147483671"/>
              <ac:spMk id="8" creationId="{27826603-AFCB-A7FC-DC5A-2E4905DA0F02}"/>
            </ac:spMkLst>
          </pc:spChg>
          <pc:spChg chg="add mod">
            <ac:chgData name="Maximiliano Ortiz" userId="90727fd8e92db46b" providerId="LiveId" clId="{9BC7EBD1-E6C7-40E2-9BE0-E69EBE0B6810}" dt="2026-07-28T21:45:16.729" v="899" actId="299"/>
            <ac:spMkLst>
              <pc:docMk/>
              <pc:sldMasterMk cId="0" sldId="2147483648"/>
              <pc:sldLayoutMk cId="1408959839" sldId="2147483671"/>
              <ac:spMk id="9" creationId="{554DD594-5FD7-1BA8-C390-3B2081E1BD93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064" v="984" actId="299"/>
          <pc:sldLayoutMkLst>
            <pc:docMk/>
            <pc:sldMasterMk cId="0" sldId="2147483648"/>
            <pc:sldLayoutMk cId="3725641161" sldId="2147483672"/>
          </pc:sldLayoutMkLst>
          <pc:spChg chg="del">
            <ac:chgData name="Maximiliano Ortiz" userId="90727fd8e92db46b" providerId="LiveId" clId="{9BC7EBD1-E6C7-40E2-9BE0-E69EBE0B6810}" dt="2026-07-28T21:45:16.745" v="907"/>
            <ac:spMkLst>
              <pc:docMk/>
              <pc:sldMasterMk cId="0" sldId="2147483648"/>
              <pc:sldLayoutMk cId="3725641161" sldId="2147483672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6.729" v="905"/>
            <ac:spMkLst>
              <pc:docMk/>
              <pc:sldMasterMk cId="0" sldId="2147483648"/>
              <pc:sldLayoutMk cId="3725641161" sldId="2147483672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6.729" v="903"/>
            <ac:spMkLst>
              <pc:docMk/>
              <pc:sldMasterMk cId="0" sldId="2147483648"/>
              <pc:sldLayoutMk cId="3725641161" sldId="2147483672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6.729" v="901"/>
            <ac:spMkLst>
              <pc:docMk/>
              <pc:sldMasterMk cId="0" sldId="2147483648"/>
              <pc:sldLayoutMk cId="3725641161" sldId="2147483672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6.766" v="926" actId="299"/>
            <ac:spMkLst>
              <pc:docMk/>
              <pc:sldMasterMk cId="0" sldId="2147483648"/>
              <pc:sldLayoutMk cId="3725641161" sldId="2147483672"/>
              <ac:spMk id="6" creationId="{1EBA8C66-75F7-8786-62D4-8E39087D032A}"/>
            </ac:spMkLst>
          </pc:spChg>
          <pc:spChg chg="add mod">
            <ac:chgData name="Maximiliano Ortiz" userId="90727fd8e92db46b" providerId="LiveId" clId="{9BC7EBD1-E6C7-40E2-9BE0-E69EBE0B6810}" dt="2026-07-28T21:45:16.827" v="945" actId="299"/>
            <ac:spMkLst>
              <pc:docMk/>
              <pc:sldMasterMk cId="0" sldId="2147483648"/>
              <pc:sldLayoutMk cId="3725641161" sldId="2147483672"/>
              <ac:spMk id="7" creationId="{B3761D8C-5D3D-B5FC-3088-D429C5A6F945}"/>
            </ac:spMkLst>
          </pc:spChg>
          <pc:spChg chg="add mod">
            <ac:chgData name="Maximiliano Ortiz" userId="90727fd8e92db46b" providerId="LiveId" clId="{9BC7EBD1-E6C7-40E2-9BE0-E69EBE0B6810}" dt="2026-07-28T21:45:16.912" v="964" actId="299"/>
            <ac:spMkLst>
              <pc:docMk/>
              <pc:sldMasterMk cId="0" sldId="2147483648"/>
              <pc:sldLayoutMk cId="3725641161" sldId="2147483672"/>
              <ac:spMk id="8" creationId="{72C3AA6E-744B-B585-1A7D-4DBA7725171B}"/>
            </ac:spMkLst>
          </pc:spChg>
          <pc:spChg chg="add mod">
            <ac:chgData name="Maximiliano Ortiz" userId="90727fd8e92db46b" providerId="LiveId" clId="{9BC7EBD1-E6C7-40E2-9BE0-E69EBE0B6810}" dt="2026-07-28T21:45:17.064" v="984" actId="299"/>
            <ac:spMkLst>
              <pc:docMk/>
              <pc:sldMasterMk cId="0" sldId="2147483648"/>
              <pc:sldLayoutMk cId="3725641161" sldId="2147483672"/>
              <ac:spMk id="9" creationId="{F87FCAB0-F142-2C7C-6C7A-2118A60FE41C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350" v="1069" actId="299"/>
          <pc:sldLayoutMkLst>
            <pc:docMk/>
            <pc:sldMasterMk cId="0" sldId="2147483648"/>
            <pc:sldLayoutMk cId="1368783620" sldId="2147483673"/>
          </pc:sldLayoutMkLst>
          <pc:spChg chg="del">
            <ac:chgData name="Maximiliano Ortiz" userId="90727fd8e92db46b" providerId="LiveId" clId="{9BC7EBD1-E6C7-40E2-9BE0-E69EBE0B6810}" dt="2026-07-28T21:45:17.082" v="992"/>
            <ac:spMkLst>
              <pc:docMk/>
              <pc:sldMasterMk cId="0" sldId="2147483648"/>
              <pc:sldLayoutMk cId="1368783620" sldId="2147483673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082" v="990"/>
            <ac:spMkLst>
              <pc:docMk/>
              <pc:sldMasterMk cId="0" sldId="2147483648"/>
              <pc:sldLayoutMk cId="1368783620" sldId="2147483673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069" v="988"/>
            <ac:spMkLst>
              <pc:docMk/>
              <pc:sldMasterMk cId="0" sldId="2147483648"/>
              <pc:sldLayoutMk cId="1368783620" sldId="2147483673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069" v="986"/>
            <ac:spMkLst>
              <pc:docMk/>
              <pc:sldMasterMk cId="0" sldId="2147483648"/>
              <pc:sldLayoutMk cId="1368783620" sldId="2147483673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132" v="1011" actId="299"/>
            <ac:spMkLst>
              <pc:docMk/>
              <pc:sldMasterMk cId="0" sldId="2147483648"/>
              <pc:sldLayoutMk cId="1368783620" sldId="2147483673"/>
              <ac:spMk id="6" creationId="{C3754BA9-BA43-89AA-C70D-83CA68AF3401}"/>
            </ac:spMkLst>
          </pc:spChg>
          <pc:spChg chg="add mod">
            <ac:chgData name="Maximiliano Ortiz" userId="90727fd8e92db46b" providerId="LiveId" clId="{9BC7EBD1-E6C7-40E2-9BE0-E69EBE0B6810}" dt="2026-07-28T21:45:17.270" v="1030" actId="299"/>
            <ac:spMkLst>
              <pc:docMk/>
              <pc:sldMasterMk cId="0" sldId="2147483648"/>
              <pc:sldLayoutMk cId="1368783620" sldId="2147483673"/>
              <ac:spMk id="7" creationId="{4E58697A-6AA1-094E-FB77-5ED2F72D0C96}"/>
            </ac:spMkLst>
          </pc:spChg>
          <pc:spChg chg="add mod">
            <ac:chgData name="Maximiliano Ortiz" userId="90727fd8e92db46b" providerId="LiveId" clId="{9BC7EBD1-E6C7-40E2-9BE0-E69EBE0B6810}" dt="2026-07-28T21:45:17.299" v="1049" actId="299"/>
            <ac:spMkLst>
              <pc:docMk/>
              <pc:sldMasterMk cId="0" sldId="2147483648"/>
              <pc:sldLayoutMk cId="1368783620" sldId="2147483673"/>
              <ac:spMk id="8" creationId="{76A280CC-0448-5099-BD8C-5F5DA7427A41}"/>
            </ac:spMkLst>
          </pc:spChg>
          <pc:spChg chg="add mod">
            <ac:chgData name="Maximiliano Ortiz" userId="90727fd8e92db46b" providerId="LiveId" clId="{9BC7EBD1-E6C7-40E2-9BE0-E69EBE0B6810}" dt="2026-07-28T21:45:17.350" v="1069" actId="299"/>
            <ac:spMkLst>
              <pc:docMk/>
              <pc:sldMasterMk cId="0" sldId="2147483648"/>
              <pc:sldLayoutMk cId="1368783620" sldId="2147483673"/>
              <ac:spMk id="9" creationId="{B22C4027-B511-C66A-3210-C4F977C71BF0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480" v="1154" actId="299"/>
          <pc:sldLayoutMkLst>
            <pc:docMk/>
            <pc:sldMasterMk cId="0" sldId="2147483648"/>
            <pc:sldLayoutMk cId="1262630678" sldId="2147483674"/>
          </pc:sldLayoutMkLst>
          <pc:spChg chg="del">
            <ac:chgData name="Maximiliano Ortiz" userId="90727fd8e92db46b" providerId="LiveId" clId="{9BC7EBD1-E6C7-40E2-9BE0-E69EBE0B6810}" dt="2026-07-28T21:45:17.363" v="1077"/>
            <ac:spMkLst>
              <pc:docMk/>
              <pc:sldMasterMk cId="0" sldId="2147483648"/>
              <pc:sldLayoutMk cId="1262630678" sldId="2147483674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353" v="1075"/>
            <ac:spMkLst>
              <pc:docMk/>
              <pc:sldMasterMk cId="0" sldId="2147483648"/>
              <pc:sldLayoutMk cId="1262630678" sldId="2147483674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353" v="1073"/>
            <ac:spMkLst>
              <pc:docMk/>
              <pc:sldMasterMk cId="0" sldId="2147483648"/>
              <pc:sldLayoutMk cId="1262630678" sldId="2147483674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353" v="1071"/>
            <ac:spMkLst>
              <pc:docMk/>
              <pc:sldMasterMk cId="0" sldId="2147483648"/>
              <pc:sldLayoutMk cId="1262630678" sldId="2147483674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389" v="1096" actId="299"/>
            <ac:spMkLst>
              <pc:docMk/>
              <pc:sldMasterMk cId="0" sldId="2147483648"/>
              <pc:sldLayoutMk cId="1262630678" sldId="2147483674"/>
              <ac:spMk id="6" creationId="{6A7C0E02-1009-E9C6-5ACC-80E7D6880A69}"/>
            </ac:spMkLst>
          </pc:spChg>
          <pc:spChg chg="add mod">
            <ac:chgData name="Maximiliano Ortiz" userId="90727fd8e92db46b" providerId="LiveId" clId="{9BC7EBD1-E6C7-40E2-9BE0-E69EBE0B6810}" dt="2026-07-28T21:45:17.415" v="1115" actId="299"/>
            <ac:spMkLst>
              <pc:docMk/>
              <pc:sldMasterMk cId="0" sldId="2147483648"/>
              <pc:sldLayoutMk cId="1262630678" sldId="2147483674"/>
              <ac:spMk id="7" creationId="{58205925-FD47-66F2-A802-416BCA053AEF}"/>
            </ac:spMkLst>
          </pc:spChg>
          <pc:spChg chg="add mod">
            <ac:chgData name="Maximiliano Ortiz" userId="90727fd8e92db46b" providerId="LiveId" clId="{9BC7EBD1-E6C7-40E2-9BE0-E69EBE0B6810}" dt="2026-07-28T21:45:17.431" v="1134" actId="299"/>
            <ac:spMkLst>
              <pc:docMk/>
              <pc:sldMasterMk cId="0" sldId="2147483648"/>
              <pc:sldLayoutMk cId="1262630678" sldId="2147483674"/>
              <ac:spMk id="8" creationId="{8685E304-E9CA-43F8-8930-8E0ED8BE7286}"/>
            </ac:spMkLst>
          </pc:spChg>
          <pc:spChg chg="add mod">
            <ac:chgData name="Maximiliano Ortiz" userId="90727fd8e92db46b" providerId="LiveId" clId="{9BC7EBD1-E6C7-40E2-9BE0-E69EBE0B6810}" dt="2026-07-28T21:45:17.480" v="1154" actId="299"/>
            <ac:spMkLst>
              <pc:docMk/>
              <pc:sldMasterMk cId="0" sldId="2147483648"/>
              <pc:sldLayoutMk cId="1262630678" sldId="2147483674"/>
              <ac:spMk id="9" creationId="{0506C10D-1069-18D8-D511-E7658980284E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596" v="1239" actId="299"/>
          <pc:sldLayoutMkLst>
            <pc:docMk/>
            <pc:sldMasterMk cId="0" sldId="2147483648"/>
            <pc:sldLayoutMk cId="610395750" sldId="2147483675"/>
          </pc:sldLayoutMkLst>
          <pc:spChg chg="del">
            <ac:chgData name="Maximiliano Ortiz" userId="90727fd8e92db46b" providerId="LiveId" clId="{9BC7EBD1-E6C7-40E2-9BE0-E69EBE0B6810}" dt="2026-07-28T21:45:17.492" v="1162"/>
            <ac:spMkLst>
              <pc:docMk/>
              <pc:sldMasterMk cId="0" sldId="2147483648"/>
              <pc:sldLayoutMk cId="610395750" sldId="2147483675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482" v="1160"/>
            <ac:spMkLst>
              <pc:docMk/>
              <pc:sldMasterMk cId="0" sldId="2147483648"/>
              <pc:sldLayoutMk cId="610395750" sldId="2147483675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482" v="1158"/>
            <ac:spMkLst>
              <pc:docMk/>
              <pc:sldMasterMk cId="0" sldId="2147483648"/>
              <pc:sldLayoutMk cId="610395750" sldId="2147483675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482" v="1156"/>
            <ac:spMkLst>
              <pc:docMk/>
              <pc:sldMasterMk cId="0" sldId="2147483648"/>
              <pc:sldLayoutMk cId="610395750" sldId="2147483675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517" v="1181" actId="299"/>
            <ac:spMkLst>
              <pc:docMk/>
              <pc:sldMasterMk cId="0" sldId="2147483648"/>
              <pc:sldLayoutMk cId="610395750" sldId="2147483675"/>
              <ac:spMk id="6" creationId="{DDD03774-96DE-DA2F-A511-71B36099D23A}"/>
            </ac:spMkLst>
          </pc:spChg>
          <pc:spChg chg="add mod">
            <ac:chgData name="Maximiliano Ortiz" userId="90727fd8e92db46b" providerId="LiveId" clId="{9BC7EBD1-E6C7-40E2-9BE0-E69EBE0B6810}" dt="2026-07-28T21:45:17.532" v="1200" actId="299"/>
            <ac:spMkLst>
              <pc:docMk/>
              <pc:sldMasterMk cId="0" sldId="2147483648"/>
              <pc:sldLayoutMk cId="610395750" sldId="2147483675"/>
              <ac:spMk id="7" creationId="{BF907AE9-FAD6-BFC9-BD52-A97C988A7F59}"/>
            </ac:spMkLst>
          </pc:spChg>
          <pc:spChg chg="add mod">
            <ac:chgData name="Maximiliano Ortiz" userId="90727fd8e92db46b" providerId="LiveId" clId="{9BC7EBD1-E6C7-40E2-9BE0-E69EBE0B6810}" dt="2026-07-28T21:45:17.564" v="1219" actId="299"/>
            <ac:spMkLst>
              <pc:docMk/>
              <pc:sldMasterMk cId="0" sldId="2147483648"/>
              <pc:sldLayoutMk cId="610395750" sldId="2147483675"/>
              <ac:spMk id="8" creationId="{714E50E2-E1DA-3206-B850-EA65C2FD7D1A}"/>
            </ac:spMkLst>
          </pc:spChg>
          <pc:spChg chg="add mod">
            <ac:chgData name="Maximiliano Ortiz" userId="90727fd8e92db46b" providerId="LiveId" clId="{9BC7EBD1-E6C7-40E2-9BE0-E69EBE0B6810}" dt="2026-07-28T21:45:17.596" v="1239" actId="299"/>
            <ac:spMkLst>
              <pc:docMk/>
              <pc:sldMasterMk cId="0" sldId="2147483648"/>
              <pc:sldLayoutMk cId="610395750" sldId="2147483675"/>
              <ac:spMk id="9" creationId="{51F74211-E68E-8F63-B477-ED892A0B76ED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731" v="1324" actId="299"/>
          <pc:sldLayoutMkLst>
            <pc:docMk/>
            <pc:sldMasterMk cId="0" sldId="2147483648"/>
            <pc:sldLayoutMk cId="507432589" sldId="2147483676"/>
          </pc:sldLayoutMkLst>
          <pc:spChg chg="del">
            <ac:chgData name="Maximiliano Ortiz" userId="90727fd8e92db46b" providerId="LiveId" clId="{9BC7EBD1-E6C7-40E2-9BE0-E69EBE0B6810}" dt="2026-07-28T21:45:17.612" v="1247"/>
            <ac:spMkLst>
              <pc:docMk/>
              <pc:sldMasterMk cId="0" sldId="2147483648"/>
              <pc:sldLayoutMk cId="507432589" sldId="2147483676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612" v="1245"/>
            <ac:spMkLst>
              <pc:docMk/>
              <pc:sldMasterMk cId="0" sldId="2147483648"/>
              <pc:sldLayoutMk cId="507432589" sldId="2147483676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612" v="1243"/>
            <ac:spMkLst>
              <pc:docMk/>
              <pc:sldMasterMk cId="0" sldId="2147483648"/>
              <pc:sldLayoutMk cId="507432589" sldId="2147483676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596" v="1241"/>
            <ac:spMkLst>
              <pc:docMk/>
              <pc:sldMasterMk cId="0" sldId="2147483648"/>
              <pc:sldLayoutMk cId="507432589" sldId="2147483676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637" v="1266" actId="299"/>
            <ac:spMkLst>
              <pc:docMk/>
              <pc:sldMasterMk cId="0" sldId="2147483648"/>
              <pc:sldLayoutMk cId="507432589" sldId="2147483676"/>
              <ac:spMk id="6" creationId="{622FF81E-C3C8-AD07-DE0B-DA2CA2611D15}"/>
            </ac:spMkLst>
          </pc:spChg>
          <pc:spChg chg="add mod">
            <ac:chgData name="Maximiliano Ortiz" userId="90727fd8e92db46b" providerId="LiveId" clId="{9BC7EBD1-E6C7-40E2-9BE0-E69EBE0B6810}" dt="2026-07-28T21:45:17.665" v="1285" actId="299"/>
            <ac:spMkLst>
              <pc:docMk/>
              <pc:sldMasterMk cId="0" sldId="2147483648"/>
              <pc:sldLayoutMk cId="507432589" sldId="2147483676"/>
              <ac:spMk id="7" creationId="{FB5F4DDD-6CFB-7D47-14E7-EA043E89CA23}"/>
            </ac:spMkLst>
          </pc:spChg>
          <pc:spChg chg="add mod">
            <ac:chgData name="Maximiliano Ortiz" userId="90727fd8e92db46b" providerId="LiveId" clId="{9BC7EBD1-E6C7-40E2-9BE0-E69EBE0B6810}" dt="2026-07-28T21:45:17.692" v="1304" actId="299"/>
            <ac:spMkLst>
              <pc:docMk/>
              <pc:sldMasterMk cId="0" sldId="2147483648"/>
              <pc:sldLayoutMk cId="507432589" sldId="2147483676"/>
              <ac:spMk id="8" creationId="{543AE4C9-62D3-B123-DF7D-6CA4CFF8C65B}"/>
            </ac:spMkLst>
          </pc:spChg>
          <pc:spChg chg="add mod">
            <ac:chgData name="Maximiliano Ortiz" userId="90727fd8e92db46b" providerId="LiveId" clId="{9BC7EBD1-E6C7-40E2-9BE0-E69EBE0B6810}" dt="2026-07-28T21:45:17.731" v="1324" actId="299"/>
            <ac:spMkLst>
              <pc:docMk/>
              <pc:sldMasterMk cId="0" sldId="2147483648"/>
              <pc:sldLayoutMk cId="507432589" sldId="2147483676"/>
              <ac:spMk id="9" creationId="{81D1303B-53FE-8249-310B-E605F0EE1564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7.880" v="1409" actId="299"/>
          <pc:sldLayoutMkLst>
            <pc:docMk/>
            <pc:sldMasterMk cId="0" sldId="2147483648"/>
            <pc:sldLayoutMk cId="3440297888" sldId="2147483677"/>
          </pc:sldLayoutMkLst>
          <pc:spChg chg="del">
            <ac:chgData name="Maximiliano Ortiz" userId="90727fd8e92db46b" providerId="LiveId" clId="{9BC7EBD1-E6C7-40E2-9BE0-E69EBE0B6810}" dt="2026-07-28T21:45:17.747" v="1332"/>
            <ac:spMkLst>
              <pc:docMk/>
              <pc:sldMasterMk cId="0" sldId="2147483648"/>
              <pc:sldLayoutMk cId="3440297888" sldId="2147483677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747" v="1330"/>
            <ac:spMkLst>
              <pc:docMk/>
              <pc:sldMasterMk cId="0" sldId="2147483648"/>
              <pc:sldLayoutMk cId="3440297888" sldId="2147483677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731" v="1328"/>
            <ac:spMkLst>
              <pc:docMk/>
              <pc:sldMasterMk cId="0" sldId="2147483648"/>
              <pc:sldLayoutMk cId="3440297888" sldId="2147483677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731" v="1326"/>
            <ac:spMkLst>
              <pc:docMk/>
              <pc:sldMasterMk cId="0" sldId="2147483648"/>
              <pc:sldLayoutMk cId="3440297888" sldId="2147483677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781" v="1351" actId="299"/>
            <ac:spMkLst>
              <pc:docMk/>
              <pc:sldMasterMk cId="0" sldId="2147483648"/>
              <pc:sldLayoutMk cId="3440297888" sldId="2147483677"/>
              <ac:spMk id="6" creationId="{EC11DF7D-DCF3-07BF-2350-3CEDB78BCA73}"/>
            </ac:spMkLst>
          </pc:spChg>
          <pc:spChg chg="add mod">
            <ac:chgData name="Maximiliano Ortiz" userId="90727fd8e92db46b" providerId="LiveId" clId="{9BC7EBD1-E6C7-40E2-9BE0-E69EBE0B6810}" dt="2026-07-28T21:45:17.800" v="1370" actId="299"/>
            <ac:spMkLst>
              <pc:docMk/>
              <pc:sldMasterMk cId="0" sldId="2147483648"/>
              <pc:sldLayoutMk cId="3440297888" sldId="2147483677"/>
              <ac:spMk id="7" creationId="{BFFBA6A1-CB2F-C08F-96BB-D862AE72699F}"/>
            </ac:spMkLst>
          </pc:spChg>
          <pc:spChg chg="add mod">
            <ac:chgData name="Maximiliano Ortiz" userId="90727fd8e92db46b" providerId="LiveId" clId="{9BC7EBD1-E6C7-40E2-9BE0-E69EBE0B6810}" dt="2026-07-28T21:45:17.832" v="1389" actId="299"/>
            <ac:spMkLst>
              <pc:docMk/>
              <pc:sldMasterMk cId="0" sldId="2147483648"/>
              <pc:sldLayoutMk cId="3440297888" sldId="2147483677"/>
              <ac:spMk id="8" creationId="{91DCAFC2-EA6E-2D23-3B41-A0752099656D}"/>
            </ac:spMkLst>
          </pc:spChg>
          <pc:spChg chg="add mod">
            <ac:chgData name="Maximiliano Ortiz" userId="90727fd8e92db46b" providerId="LiveId" clId="{9BC7EBD1-E6C7-40E2-9BE0-E69EBE0B6810}" dt="2026-07-28T21:45:17.880" v="1409" actId="299"/>
            <ac:spMkLst>
              <pc:docMk/>
              <pc:sldMasterMk cId="0" sldId="2147483648"/>
              <pc:sldLayoutMk cId="3440297888" sldId="2147483677"/>
              <ac:spMk id="9" creationId="{A0621BFB-671E-D2BB-46AB-1C4FC0833871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031" v="1494" actId="299"/>
          <pc:sldLayoutMkLst>
            <pc:docMk/>
            <pc:sldMasterMk cId="0" sldId="2147483648"/>
            <pc:sldLayoutMk cId="2239557719" sldId="2147483678"/>
          </pc:sldLayoutMkLst>
          <pc:spChg chg="del">
            <ac:chgData name="Maximiliano Ortiz" userId="90727fd8e92db46b" providerId="LiveId" clId="{9BC7EBD1-E6C7-40E2-9BE0-E69EBE0B6810}" dt="2026-07-28T21:45:17.896" v="1417"/>
            <ac:spMkLst>
              <pc:docMk/>
              <pc:sldMasterMk cId="0" sldId="2147483648"/>
              <pc:sldLayoutMk cId="2239557719" sldId="2147483678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7.896" v="1415"/>
            <ac:spMkLst>
              <pc:docMk/>
              <pc:sldMasterMk cId="0" sldId="2147483648"/>
              <pc:sldLayoutMk cId="2239557719" sldId="2147483678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7.896" v="1413"/>
            <ac:spMkLst>
              <pc:docMk/>
              <pc:sldMasterMk cId="0" sldId="2147483648"/>
              <pc:sldLayoutMk cId="2239557719" sldId="2147483678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7.896" v="1411"/>
            <ac:spMkLst>
              <pc:docMk/>
              <pc:sldMasterMk cId="0" sldId="2147483648"/>
              <pc:sldLayoutMk cId="2239557719" sldId="2147483678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7.926" v="1436" actId="299"/>
            <ac:spMkLst>
              <pc:docMk/>
              <pc:sldMasterMk cId="0" sldId="2147483648"/>
              <pc:sldLayoutMk cId="2239557719" sldId="2147483678"/>
              <ac:spMk id="6" creationId="{EDF6D93D-81D3-09A3-9451-58354AAA940D}"/>
            </ac:spMkLst>
          </pc:spChg>
          <pc:spChg chg="add mod">
            <ac:chgData name="Maximiliano Ortiz" userId="90727fd8e92db46b" providerId="LiveId" clId="{9BC7EBD1-E6C7-40E2-9BE0-E69EBE0B6810}" dt="2026-07-28T21:45:17.947" v="1455" actId="299"/>
            <ac:spMkLst>
              <pc:docMk/>
              <pc:sldMasterMk cId="0" sldId="2147483648"/>
              <pc:sldLayoutMk cId="2239557719" sldId="2147483678"/>
              <ac:spMk id="7" creationId="{BEE8D141-1A7B-E1E2-4278-DACF5AEFFBB9}"/>
            </ac:spMkLst>
          </pc:spChg>
          <pc:spChg chg="add mod">
            <ac:chgData name="Maximiliano Ortiz" userId="90727fd8e92db46b" providerId="LiveId" clId="{9BC7EBD1-E6C7-40E2-9BE0-E69EBE0B6810}" dt="2026-07-28T21:45:17.993" v="1474" actId="299"/>
            <ac:spMkLst>
              <pc:docMk/>
              <pc:sldMasterMk cId="0" sldId="2147483648"/>
              <pc:sldLayoutMk cId="2239557719" sldId="2147483678"/>
              <ac:spMk id="8" creationId="{51AAF03A-25D3-5D01-FCF9-2955539C92E3}"/>
            </ac:spMkLst>
          </pc:spChg>
          <pc:spChg chg="add mod">
            <ac:chgData name="Maximiliano Ortiz" userId="90727fd8e92db46b" providerId="LiveId" clId="{9BC7EBD1-E6C7-40E2-9BE0-E69EBE0B6810}" dt="2026-07-28T21:45:18.031" v="1494" actId="299"/>
            <ac:spMkLst>
              <pc:docMk/>
              <pc:sldMasterMk cId="0" sldId="2147483648"/>
              <pc:sldLayoutMk cId="2239557719" sldId="2147483678"/>
              <ac:spMk id="9" creationId="{2EC62D10-711F-D9B1-7D3A-18749CF1A784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164" v="1579" actId="299"/>
          <pc:sldLayoutMkLst>
            <pc:docMk/>
            <pc:sldMasterMk cId="0" sldId="2147483648"/>
            <pc:sldLayoutMk cId="2618385731" sldId="2147483679"/>
          </pc:sldLayoutMkLst>
          <pc:spChg chg="del">
            <ac:chgData name="Maximiliano Ortiz" userId="90727fd8e92db46b" providerId="LiveId" clId="{9BC7EBD1-E6C7-40E2-9BE0-E69EBE0B6810}" dt="2026-07-28T21:45:18.047" v="1502"/>
            <ac:spMkLst>
              <pc:docMk/>
              <pc:sldMasterMk cId="0" sldId="2147483648"/>
              <pc:sldLayoutMk cId="2618385731" sldId="2147483679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047" v="1500"/>
            <ac:spMkLst>
              <pc:docMk/>
              <pc:sldMasterMk cId="0" sldId="2147483648"/>
              <pc:sldLayoutMk cId="2618385731" sldId="2147483679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031" v="1498"/>
            <ac:spMkLst>
              <pc:docMk/>
              <pc:sldMasterMk cId="0" sldId="2147483648"/>
              <pc:sldLayoutMk cId="2618385731" sldId="2147483679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031" v="1496"/>
            <ac:spMkLst>
              <pc:docMk/>
              <pc:sldMasterMk cId="0" sldId="2147483648"/>
              <pc:sldLayoutMk cId="2618385731" sldId="2147483679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064" v="1521" actId="299"/>
            <ac:spMkLst>
              <pc:docMk/>
              <pc:sldMasterMk cId="0" sldId="2147483648"/>
              <pc:sldLayoutMk cId="2618385731" sldId="2147483679"/>
              <ac:spMk id="6" creationId="{39229E1F-564D-1252-8752-640CDDC94936}"/>
            </ac:spMkLst>
          </pc:spChg>
          <pc:spChg chg="add mod">
            <ac:chgData name="Maximiliano Ortiz" userId="90727fd8e92db46b" providerId="LiveId" clId="{9BC7EBD1-E6C7-40E2-9BE0-E69EBE0B6810}" dt="2026-07-28T21:45:18.097" v="1540" actId="299"/>
            <ac:spMkLst>
              <pc:docMk/>
              <pc:sldMasterMk cId="0" sldId="2147483648"/>
              <pc:sldLayoutMk cId="2618385731" sldId="2147483679"/>
              <ac:spMk id="7" creationId="{26942BEC-4BB7-68A8-5D3D-0F2E7C8C878D}"/>
            </ac:spMkLst>
          </pc:spChg>
          <pc:spChg chg="add mod">
            <ac:chgData name="Maximiliano Ortiz" userId="90727fd8e92db46b" providerId="LiveId" clId="{9BC7EBD1-E6C7-40E2-9BE0-E69EBE0B6810}" dt="2026-07-28T21:45:18.113" v="1559" actId="299"/>
            <ac:spMkLst>
              <pc:docMk/>
              <pc:sldMasterMk cId="0" sldId="2147483648"/>
              <pc:sldLayoutMk cId="2618385731" sldId="2147483679"/>
              <ac:spMk id="8" creationId="{58A41835-9B86-B2F7-FDEB-E572198A44F3}"/>
            </ac:spMkLst>
          </pc:spChg>
          <pc:spChg chg="add mod">
            <ac:chgData name="Maximiliano Ortiz" userId="90727fd8e92db46b" providerId="LiveId" clId="{9BC7EBD1-E6C7-40E2-9BE0-E69EBE0B6810}" dt="2026-07-28T21:45:18.164" v="1579" actId="299"/>
            <ac:spMkLst>
              <pc:docMk/>
              <pc:sldMasterMk cId="0" sldId="2147483648"/>
              <pc:sldLayoutMk cId="2618385731" sldId="2147483679"/>
              <ac:spMk id="9" creationId="{9448B502-DD56-36BC-C80F-26C3FDF379C3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262" v="1645" actId="299"/>
          <pc:sldLayoutMkLst>
            <pc:docMk/>
            <pc:sldMasterMk cId="0" sldId="2147483648"/>
            <pc:sldLayoutMk cId="3530220802" sldId="2147483680"/>
          </pc:sldLayoutMkLst>
          <pc:spChg chg="del">
            <ac:chgData name="Maximiliano Ortiz" userId="90727fd8e92db46b" providerId="LiveId" clId="{9BC7EBD1-E6C7-40E2-9BE0-E69EBE0B6810}" dt="2026-07-28T21:45:18.168" v="1587"/>
            <ac:spMkLst>
              <pc:docMk/>
              <pc:sldMasterMk cId="0" sldId="2147483648"/>
              <pc:sldLayoutMk cId="3530220802" sldId="2147483680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168" v="1585"/>
            <ac:spMkLst>
              <pc:docMk/>
              <pc:sldMasterMk cId="0" sldId="2147483648"/>
              <pc:sldLayoutMk cId="3530220802" sldId="2147483680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168" v="1583"/>
            <ac:spMkLst>
              <pc:docMk/>
              <pc:sldMasterMk cId="0" sldId="2147483648"/>
              <pc:sldLayoutMk cId="3530220802" sldId="2147483680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168" v="1581"/>
            <ac:spMkLst>
              <pc:docMk/>
              <pc:sldMasterMk cId="0" sldId="2147483648"/>
              <pc:sldLayoutMk cId="3530220802" sldId="2147483680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199" v="1606" actId="299"/>
            <ac:spMkLst>
              <pc:docMk/>
              <pc:sldMasterMk cId="0" sldId="2147483648"/>
              <pc:sldLayoutMk cId="3530220802" sldId="2147483680"/>
              <ac:spMk id="6" creationId="{58A1AFD7-74FA-41E6-94B3-B5C8DDCED2B7}"/>
            </ac:spMkLst>
          </pc:spChg>
          <pc:spChg chg="add mod">
            <ac:chgData name="Maximiliano Ortiz" userId="90727fd8e92db46b" providerId="LiveId" clId="{9BC7EBD1-E6C7-40E2-9BE0-E69EBE0B6810}" dt="2026-07-28T21:45:18.214" v="1625" actId="299"/>
            <ac:spMkLst>
              <pc:docMk/>
              <pc:sldMasterMk cId="0" sldId="2147483648"/>
              <pc:sldLayoutMk cId="3530220802" sldId="2147483680"/>
              <ac:spMk id="7" creationId="{DE1EB0DD-8791-1A8B-9D62-CD8B1EF3E7B3}"/>
            </ac:spMkLst>
          </pc:spChg>
          <pc:spChg chg="add mod">
            <ac:chgData name="Maximiliano Ortiz" userId="90727fd8e92db46b" providerId="LiveId" clId="{9BC7EBD1-E6C7-40E2-9BE0-E69EBE0B6810}" dt="2026-07-28T21:45:18.262" v="1645" actId="299"/>
            <ac:spMkLst>
              <pc:docMk/>
              <pc:sldMasterMk cId="0" sldId="2147483648"/>
              <pc:sldLayoutMk cId="3530220802" sldId="2147483680"/>
              <ac:spMk id="8" creationId="{85F550E7-9C54-188B-FFC4-467A63CBBB37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403" v="1730" actId="299"/>
          <pc:sldLayoutMkLst>
            <pc:docMk/>
            <pc:sldMasterMk cId="0" sldId="2147483648"/>
            <pc:sldLayoutMk cId="2959193797" sldId="2147483681"/>
          </pc:sldLayoutMkLst>
          <pc:spChg chg="del">
            <ac:chgData name="Maximiliano Ortiz" userId="90727fd8e92db46b" providerId="LiveId" clId="{9BC7EBD1-E6C7-40E2-9BE0-E69EBE0B6810}" dt="2026-07-28T21:45:18.280" v="1653"/>
            <ac:spMkLst>
              <pc:docMk/>
              <pc:sldMasterMk cId="0" sldId="2147483648"/>
              <pc:sldLayoutMk cId="2959193797" sldId="2147483681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278" v="1651"/>
            <ac:spMkLst>
              <pc:docMk/>
              <pc:sldMasterMk cId="0" sldId="2147483648"/>
              <pc:sldLayoutMk cId="2959193797" sldId="2147483681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270" v="1649"/>
            <ac:spMkLst>
              <pc:docMk/>
              <pc:sldMasterMk cId="0" sldId="2147483648"/>
              <pc:sldLayoutMk cId="2959193797" sldId="2147483681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270" v="1647"/>
            <ac:spMkLst>
              <pc:docMk/>
              <pc:sldMasterMk cId="0" sldId="2147483648"/>
              <pc:sldLayoutMk cId="2959193797" sldId="2147483681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308" v="1672" actId="299"/>
            <ac:spMkLst>
              <pc:docMk/>
              <pc:sldMasterMk cId="0" sldId="2147483648"/>
              <pc:sldLayoutMk cId="2959193797" sldId="2147483681"/>
              <ac:spMk id="6" creationId="{409A66DE-F76D-5BAF-6FEA-DF1908C43A15}"/>
            </ac:spMkLst>
          </pc:spChg>
          <pc:spChg chg="add mod">
            <ac:chgData name="Maximiliano Ortiz" userId="90727fd8e92db46b" providerId="LiveId" clId="{9BC7EBD1-E6C7-40E2-9BE0-E69EBE0B6810}" dt="2026-07-28T21:45:18.330" v="1691" actId="299"/>
            <ac:spMkLst>
              <pc:docMk/>
              <pc:sldMasterMk cId="0" sldId="2147483648"/>
              <pc:sldLayoutMk cId="2959193797" sldId="2147483681"/>
              <ac:spMk id="7" creationId="{4C0D0D26-F100-8659-00EA-2409004E2AEE}"/>
            </ac:spMkLst>
          </pc:spChg>
          <pc:spChg chg="add mod">
            <ac:chgData name="Maximiliano Ortiz" userId="90727fd8e92db46b" providerId="LiveId" clId="{9BC7EBD1-E6C7-40E2-9BE0-E69EBE0B6810}" dt="2026-07-28T21:45:18.361" v="1710" actId="299"/>
            <ac:spMkLst>
              <pc:docMk/>
              <pc:sldMasterMk cId="0" sldId="2147483648"/>
              <pc:sldLayoutMk cId="2959193797" sldId="2147483681"/>
              <ac:spMk id="8" creationId="{B5DAB8AD-C9A2-9783-CB90-DB0CFE8EF09E}"/>
            </ac:spMkLst>
          </pc:spChg>
          <pc:spChg chg="add mod">
            <ac:chgData name="Maximiliano Ortiz" userId="90727fd8e92db46b" providerId="LiveId" clId="{9BC7EBD1-E6C7-40E2-9BE0-E69EBE0B6810}" dt="2026-07-28T21:45:18.403" v="1730" actId="299"/>
            <ac:spMkLst>
              <pc:docMk/>
              <pc:sldMasterMk cId="0" sldId="2147483648"/>
              <pc:sldLayoutMk cId="2959193797" sldId="2147483681"/>
              <ac:spMk id="9" creationId="{7408CF10-5CC7-0648-9A06-15F7433C7031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535" v="1815" actId="299"/>
          <pc:sldLayoutMkLst>
            <pc:docMk/>
            <pc:sldMasterMk cId="0" sldId="2147483648"/>
            <pc:sldLayoutMk cId="1017852339" sldId="2147483682"/>
          </pc:sldLayoutMkLst>
          <pc:spChg chg="del">
            <ac:chgData name="Maximiliano Ortiz" userId="90727fd8e92db46b" providerId="LiveId" clId="{9BC7EBD1-E6C7-40E2-9BE0-E69EBE0B6810}" dt="2026-07-28T21:45:18.417" v="1738"/>
            <ac:spMkLst>
              <pc:docMk/>
              <pc:sldMasterMk cId="0" sldId="2147483648"/>
              <pc:sldLayoutMk cId="1017852339" sldId="2147483682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415" v="1736"/>
            <ac:spMkLst>
              <pc:docMk/>
              <pc:sldMasterMk cId="0" sldId="2147483648"/>
              <pc:sldLayoutMk cId="1017852339" sldId="2147483682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413" v="1734"/>
            <ac:spMkLst>
              <pc:docMk/>
              <pc:sldMasterMk cId="0" sldId="2147483648"/>
              <pc:sldLayoutMk cId="1017852339" sldId="2147483682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403" v="1732"/>
            <ac:spMkLst>
              <pc:docMk/>
              <pc:sldMasterMk cId="0" sldId="2147483648"/>
              <pc:sldLayoutMk cId="1017852339" sldId="2147483682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441" v="1757" actId="299"/>
            <ac:spMkLst>
              <pc:docMk/>
              <pc:sldMasterMk cId="0" sldId="2147483648"/>
              <pc:sldLayoutMk cId="1017852339" sldId="2147483682"/>
              <ac:spMk id="6" creationId="{B0CDC979-FF33-3EDD-88CD-DF60D4B1D61C}"/>
            </ac:spMkLst>
          </pc:spChg>
          <pc:spChg chg="add mod">
            <ac:chgData name="Maximiliano Ortiz" userId="90727fd8e92db46b" providerId="LiveId" clId="{9BC7EBD1-E6C7-40E2-9BE0-E69EBE0B6810}" dt="2026-07-28T21:45:18.463" v="1776" actId="299"/>
            <ac:spMkLst>
              <pc:docMk/>
              <pc:sldMasterMk cId="0" sldId="2147483648"/>
              <pc:sldLayoutMk cId="1017852339" sldId="2147483682"/>
              <ac:spMk id="7" creationId="{079FCF96-20BE-7B92-B825-972A93B10A07}"/>
            </ac:spMkLst>
          </pc:spChg>
          <pc:spChg chg="add mod">
            <ac:chgData name="Maximiliano Ortiz" userId="90727fd8e92db46b" providerId="LiveId" clId="{9BC7EBD1-E6C7-40E2-9BE0-E69EBE0B6810}" dt="2026-07-28T21:45:18.497" v="1795" actId="299"/>
            <ac:spMkLst>
              <pc:docMk/>
              <pc:sldMasterMk cId="0" sldId="2147483648"/>
              <pc:sldLayoutMk cId="1017852339" sldId="2147483682"/>
              <ac:spMk id="8" creationId="{F555F5DB-607B-02A3-9FCF-CDD66D2EF793}"/>
            </ac:spMkLst>
          </pc:spChg>
          <pc:spChg chg="add mod">
            <ac:chgData name="Maximiliano Ortiz" userId="90727fd8e92db46b" providerId="LiveId" clId="{9BC7EBD1-E6C7-40E2-9BE0-E69EBE0B6810}" dt="2026-07-28T21:45:18.535" v="1815" actId="299"/>
            <ac:spMkLst>
              <pc:docMk/>
              <pc:sldMasterMk cId="0" sldId="2147483648"/>
              <pc:sldLayoutMk cId="1017852339" sldId="2147483682"/>
              <ac:spMk id="9" creationId="{FB834D89-9F78-BAC7-245C-165FD788A321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736" v="1881" actId="299"/>
          <pc:sldLayoutMkLst>
            <pc:docMk/>
            <pc:sldMasterMk cId="0" sldId="2147483648"/>
            <pc:sldLayoutMk cId="4283200260" sldId="2147483683"/>
          </pc:sldLayoutMkLst>
          <pc:spChg chg="del">
            <ac:chgData name="Maximiliano Ortiz" userId="90727fd8e92db46b" providerId="LiveId" clId="{9BC7EBD1-E6C7-40E2-9BE0-E69EBE0B6810}" dt="2026-07-28T21:45:18.549" v="1823"/>
            <ac:spMkLst>
              <pc:docMk/>
              <pc:sldMasterMk cId="0" sldId="2147483648"/>
              <pc:sldLayoutMk cId="4283200260" sldId="2147483683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549" v="1821"/>
            <ac:spMkLst>
              <pc:docMk/>
              <pc:sldMasterMk cId="0" sldId="2147483648"/>
              <pc:sldLayoutMk cId="4283200260" sldId="2147483683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549" v="1819"/>
            <ac:spMkLst>
              <pc:docMk/>
              <pc:sldMasterMk cId="0" sldId="2147483648"/>
              <pc:sldLayoutMk cId="4283200260" sldId="2147483683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535" v="1817"/>
            <ac:spMkLst>
              <pc:docMk/>
              <pc:sldMasterMk cId="0" sldId="2147483648"/>
              <pc:sldLayoutMk cId="4283200260" sldId="2147483683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638" v="1842" actId="299"/>
            <ac:spMkLst>
              <pc:docMk/>
              <pc:sldMasterMk cId="0" sldId="2147483648"/>
              <pc:sldLayoutMk cId="4283200260" sldId="2147483683"/>
              <ac:spMk id="6" creationId="{9FB78823-06A2-4172-6192-1B829F9AB87F}"/>
            </ac:spMkLst>
          </pc:spChg>
          <pc:spChg chg="add mod">
            <ac:chgData name="Maximiliano Ortiz" userId="90727fd8e92db46b" providerId="LiveId" clId="{9BC7EBD1-E6C7-40E2-9BE0-E69EBE0B6810}" dt="2026-07-28T21:45:18.677" v="1861" actId="299"/>
            <ac:spMkLst>
              <pc:docMk/>
              <pc:sldMasterMk cId="0" sldId="2147483648"/>
              <pc:sldLayoutMk cId="4283200260" sldId="2147483683"/>
              <ac:spMk id="7" creationId="{009E4BB4-6F84-BBB7-BD01-0716EEE41AB5}"/>
            </ac:spMkLst>
          </pc:spChg>
          <pc:spChg chg="add mod">
            <ac:chgData name="Maximiliano Ortiz" userId="90727fd8e92db46b" providerId="LiveId" clId="{9BC7EBD1-E6C7-40E2-9BE0-E69EBE0B6810}" dt="2026-07-28T21:45:18.736" v="1881" actId="299"/>
            <ac:spMkLst>
              <pc:docMk/>
              <pc:sldMasterMk cId="0" sldId="2147483648"/>
              <pc:sldLayoutMk cId="4283200260" sldId="2147483683"/>
              <ac:spMk id="8" creationId="{FCDD5430-4EE5-8B4D-B583-289E6408232B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850" v="1947" actId="299"/>
          <pc:sldLayoutMkLst>
            <pc:docMk/>
            <pc:sldMasterMk cId="0" sldId="2147483648"/>
            <pc:sldLayoutMk cId="2730252209" sldId="2147483684"/>
          </pc:sldLayoutMkLst>
          <pc:spChg chg="del">
            <ac:chgData name="Maximiliano Ortiz" userId="90727fd8e92db46b" providerId="LiveId" clId="{9BC7EBD1-E6C7-40E2-9BE0-E69EBE0B6810}" dt="2026-07-28T21:45:18.750" v="1889"/>
            <ac:spMkLst>
              <pc:docMk/>
              <pc:sldMasterMk cId="0" sldId="2147483648"/>
              <pc:sldLayoutMk cId="2730252209" sldId="2147483684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748" v="1887"/>
            <ac:spMkLst>
              <pc:docMk/>
              <pc:sldMasterMk cId="0" sldId="2147483648"/>
              <pc:sldLayoutMk cId="2730252209" sldId="2147483684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746" v="1885"/>
            <ac:spMkLst>
              <pc:docMk/>
              <pc:sldMasterMk cId="0" sldId="2147483648"/>
              <pc:sldLayoutMk cId="2730252209" sldId="2147483684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746" v="1883"/>
            <ac:spMkLst>
              <pc:docMk/>
              <pc:sldMasterMk cId="0" sldId="2147483648"/>
              <pc:sldLayoutMk cId="2730252209" sldId="2147483684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778" v="1908" actId="299"/>
            <ac:spMkLst>
              <pc:docMk/>
              <pc:sldMasterMk cId="0" sldId="2147483648"/>
              <pc:sldLayoutMk cId="2730252209" sldId="2147483684"/>
              <ac:spMk id="6" creationId="{B0072429-6B7A-69F4-3F2D-C2B17968DFE0}"/>
            </ac:spMkLst>
          </pc:spChg>
          <pc:spChg chg="add mod">
            <ac:chgData name="Maximiliano Ortiz" userId="90727fd8e92db46b" providerId="LiveId" clId="{9BC7EBD1-E6C7-40E2-9BE0-E69EBE0B6810}" dt="2026-07-28T21:45:18.808" v="1927" actId="299"/>
            <ac:spMkLst>
              <pc:docMk/>
              <pc:sldMasterMk cId="0" sldId="2147483648"/>
              <pc:sldLayoutMk cId="2730252209" sldId="2147483684"/>
              <ac:spMk id="7" creationId="{F9D8C064-C5F2-F9D4-1C9F-C48CF1E689A0}"/>
            </ac:spMkLst>
          </pc:spChg>
          <pc:spChg chg="add mod">
            <ac:chgData name="Maximiliano Ortiz" userId="90727fd8e92db46b" providerId="LiveId" clId="{9BC7EBD1-E6C7-40E2-9BE0-E69EBE0B6810}" dt="2026-07-28T21:45:18.850" v="1947" actId="299"/>
            <ac:spMkLst>
              <pc:docMk/>
              <pc:sldMasterMk cId="0" sldId="2147483648"/>
              <pc:sldLayoutMk cId="2730252209" sldId="2147483684"/>
              <ac:spMk id="8" creationId="{BEAB57CB-6BFE-7577-9B58-D0EA985A281A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8.965" v="2013" actId="299"/>
          <pc:sldLayoutMkLst>
            <pc:docMk/>
            <pc:sldMasterMk cId="0" sldId="2147483648"/>
            <pc:sldLayoutMk cId="586025425" sldId="2147483685"/>
          </pc:sldLayoutMkLst>
          <pc:spChg chg="del">
            <ac:chgData name="Maximiliano Ortiz" userId="90727fd8e92db46b" providerId="LiveId" clId="{9BC7EBD1-E6C7-40E2-9BE0-E69EBE0B6810}" dt="2026-07-28T21:45:18.863" v="1955"/>
            <ac:spMkLst>
              <pc:docMk/>
              <pc:sldMasterMk cId="0" sldId="2147483648"/>
              <pc:sldLayoutMk cId="586025425" sldId="2147483685"/>
              <ac:spMk id="2" creationId="{4E7B686E-D1DB-4795-5290-247ED77443BC}"/>
            </ac:spMkLst>
          </pc:spChg>
          <pc:spChg chg="del">
            <ac:chgData name="Maximiliano Ortiz" userId="90727fd8e92db46b" providerId="LiveId" clId="{9BC7EBD1-E6C7-40E2-9BE0-E69EBE0B6810}" dt="2026-07-28T21:45:18.863" v="1953"/>
            <ac:spMkLst>
              <pc:docMk/>
              <pc:sldMasterMk cId="0" sldId="2147483648"/>
              <pc:sldLayoutMk cId="586025425" sldId="2147483685"/>
              <ac:spMk id="3" creationId="{F07F7DEC-A90F-3966-89A5-75E897AE30F9}"/>
            </ac:spMkLst>
          </pc:spChg>
          <pc:spChg chg="del">
            <ac:chgData name="Maximiliano Ortiz" userId="90727fd8e92db46b" providerId="LiveId" clId="{9BC7EBD1-E6C7-40E2-9BE0-E69EBE0B6810}" dt="2026-07-28T21:45:18.863" v="1951"/>
            <ac:spMkLst>
              <pc:docMk/>
              <pc:sldMasterMk cId="0" sldId="2147483648"/>
              <pc:sldLayoutMk cId="586025425" sldId="2147483685"/>
              <ac:spMk id="4" creationId="{D4921F09-2F28-54BE-F644-07838B22BCE2}"/>
            </ac:spMkLst>
          </pc:spChg>
          <pc:spChg chg="del">
            <ac:chgData name="Maximiliano Ortiz" userId="90727fd8e92db46b" providerId="LiveId" clId="{9BC7EBD1-E6C7-40E2-9BE0-E69EBE0B6810}" dt="2026-07-28T21:45:18.863" v="1949"/>
            <ac:spMkLst>
              <pc:docMk/>
              <pc:sldMasterMk cId="0" sldId="2147483648"/>
              <pc:sldLayoutMk cId="586025425" sldId="2147483685"/>
              <ac:spMk id="5" creationId="{1912B5C8-473B-C77D-A05F-B105E16C686E}"/>
            </ac:spMkLst>
          </pc:spChg>
          <pc:spChg chg="add mod">
            <ac:chgData name="Maximiliano Ortiz" userId="90727fd8e92db46b" providerId="LiveId" clId="{9BC7EBD1-E6C7-40E2-9BE0-E69EBE0B6810}" dt="2026-07-28T21:45:18.898" v="1974" actId="299"/>
            <ac:spMkLst>
              <pc:docMk/>
              <pc:sldMasterMk cId="0" sldId="2147483648"/>
              <pc:sldLayoutMk cId="586025425" sldId="2147483685"/>
              <ac:spMk id="6" creationId="{4F817AC1-63E9-74A3-6EEF-E53D71A0508E}"/>
            </ac:spMkLst>
          </pc:spChg>
          <pc:spChg chg="add mod">
            <ac:chgData name="Maximiliano Ortiz" userId="90727fd8e92db46b" providerId="LiveId" clId="{9BC7EBD1-E6C7-40E2-9BE0-E69EBE0B6810}" dt="2026-07-28T21:45:18.931" v="1993" actId="299"/>
            <ac:spMkLst>
              <pc:docMk/>
              <pc:sldMasterMk cId="0" sldId="2147483648"/>
              <pc:sldLayoutMk cId="586025425" sldId="2147483685"/>
              <ac:spMk id="7" creationId="{3A72ED7B-043F-EB18-1C28-92B596F251B2}"/>
            </ac:spMkLst>
          </pc:spChg>
          <pc:spChg chg="add mod">
            <ac:chgData name="Maximiliano Ortiz" userId="90727fd8e92db46b" providerId="LiveId" clId="{9BC7EBD1-E6C7-40E2-9BE0-E69EBE0B6810}" dt="2026-07-28T21:45:18.965" v="2013" actId="299"/>
            <ac:spMkLst>
              <pc:docMk/>
              <pc:sldMasterMk cId="0" sldId="2147483648"/>
              <pc:sldLayoutMk cId="586025425" sldId="2147483685"/>
              <ac:spMk id="8" creationId="{54E6216A-7B06-7D20-00D4-14737599E1E4}"/>
            </ac:spMkLst>
          </pc:spChg>
        </pc:sldLayoutChg>
      </pc:sldMasterChg>
      <pc:sldMasterChg chg="addSp delSp modSp mod setBg modSldLayout">
        <pc:chgData name="Maximiliano Ortiz" userId="90727fd8e92db46b" providerId="LiveId" clId="{9BC7EBD1-E6C7-40E2-9BE0-E69EBE0B6810}" dt="2026-07-28T21:49:36.536" v="2321"/>
        <pc:sldMasterMkLst>
          <pc:docMk/>
          <pc:sldMasterMk cId="2645903162" sldId="2147483650"/>
        </pc:sldMasterMkLst>
        <pc:spChg chg="del">
          <ac:chgData name="Maximiliano Ortiz" userId="90727fd8e92db46b" providerId="LiveId" clId="{9BC7EBD1-E6C7-40E2-9BE0-E69EBE0B6810}" dt="2026-07-28T21:45:15.038" v="50"/>
          <ac:spMkLst>
            <pc:docMk/>
            <pc:sldMasterMk cId="2645903162" sldId="2147483650"/>
            <ac:spMk id="2" creationId="{6C1CCE76-F1B4-D90F-4F99-E5CC155F6504}"/>
          </ac:spMkLst>
        </pc:spChg>
        <pc:spChg chg="del">
          <ac:chgData name="Maximiliano Ortiz" userId="90727fd8e92db46b" providerId="LiveId" clId="{9BC7EBD1-E6C7-40E2-9BE0-E69EBE0B6810}" dt="2026-07-28T21:45:15.036" v="48"/>
          <ac:spMkLst>
            <pc:docMk/>
            <pc:sldMasterMk cId="2645903162" sldId="2147483650"/>
            <ac:spMk id="3" creationId="{555FA41F-C98B-E537-2D16-B8E206D77B9D}"/>
          </ac:spMkLst>
        </pc:spChg>
        <pc:spChg chg="del">
          <ac:chgData name="Maximiliano Ortiz" userId="90727fd8e92db46b" providerId="LiveId" clId="{9BC7EBD1-E6C7-40E2-9BE0-E69EBE0B6810}" dt="2026-07-28T21:45:15.033" v="46"/>
          <ac:spMkLst>
            <pc:docMk/>
            <pc:sldMasterMk cId="2645903162" sldId="2147483650"/>
            <ac:spMk id="4" creationId="{20F986BC-B36B-41A2-BBD6-4A5200F47936}"/>
          </ac:spMkLst>
        </pc:spChg>
        <pc:spChg chg="del">
          <ac:chgData name="Maximiliano Ortiz" userId="90727fd8e92db46b" providerId="LiveId" clId="{9BC7EBD1-E6C7-40E2-9BE0-E69EBE0B6810}" dt="2026-07-28T21:45:15.029" v="44"/>
          <ac:spMkLst>
            <pc:docMk/>
            <pc:sldMasterMk cId="2645903162" sldId="2147483650"/>
            <ac:spMk id="5" creationId="{2E15BC33-8EFC-EC2A-27D5-FD2F5FAC4C5D}"/>
          </ac:spMkLst>
        </pc:spChg>
        <pc:spChg chg="del">
          <ac:chgData name="Maximiliano Ortiz" userId="90727fd8e92db46b" providerId="LiveId" clId="{9BC7EBD1-E6C7-40E2-9BE0-E69EBE0B6810}" dt="2026-07-28T21:45:15.027" v="42"/>
          <ac:spMkLst>
            <pc:docMk/>
            <pc:sldMasterMk cId="2645903162" sldId="2147483650"/>
            <ac:spMk id="6" creationId="{89398415-543D-52D5-224A-73D4B1D43625}"/>
          </ac:spMkLst>
        </pc:spChg>
        <pc:spChg chg="add mod">
          <ac:chgData name="Maximiliano Ortiz" userId="90727fd8e92db46b" providerId="LiveId" clId="{9BC7EBD1-E6C7-40E2-9BE0-E69EBE0B6810}" dt="2026-07-28T21:45:15.055" v="57"/>
          <ac:spMkLst>
            <pc:docMk/>
            <pc:sldMasterMk cId="2645903162" sldId="2147483650"/>
            <ac:spMk id="7" creationId="{54233747-3B41-236E-F508-E312E7DCB9DF}"/>
          </ac:spMkLst>
        </pc:spChg>
        <pc:spChg chg="add mod">
          <ac:chgData name="Maximiliano Ortiz" userId="90727fd8e92db46b" providerId="LiveId" clId="{9BC7EBD1-E6C7-40E2-9BE0-E69EBE0B6810}" dt="2026-07-28T21:45:15.064" v="62"/>
          <ac:spMkLst>
            <pc:docMk/>
            <pc:sldMasterMk cId="2645903162" sldId="2147483650"/>
            <ac:spMk id="8" creationId="{AB7800AF-4B8D-3775-268D-A94322560FCE}"/>
          </ac:spMkLst>
        </pc:spChg>
        <pc:spChg chg="add mod">
          <ac:chgData name="Maximiliano Ortiz" userId="90727fd8e92db46b" providerId="LiveId" clId="{9BC7EBD1-E6C7-40E2-9BE0-E69EBE0B6810}" dt="2026-07-28T21:45:15.074" v="67"/>
          <ac:spMkLst>
            <pc:docMk/>
            <pc:sldMasterMk cId="2645903162" sldId="2147483650"/>
            <ac:spMk id="9" creationId="{092696FC-D673-2DD3-4FCF-4D8518D87390}"/>
          </ac:spMkLst>
        </pc:spChg>
        <pc:spChg chg="add mod">
          <ac:chgData name="Maximiliano Ortiz" userId="90727fd8e92db46b" providerId="LiveId" clId="{9BC7EBD1-E6C7-40E2-9BE0-E69EBE0B6810}" dt="2026-07-28T21:45:15.082" v="72"/>
          <ac:spMkLst>
            <pc:docMk/>
            <pc:sldMasterMk cId="2645903162" sldId="2147483650"/>
            <ac:spMk id="10" creationId="{99D069AE-519E-8032-14CB-9643E0ECC0A3}"/>
          </ac:spMkLst>
        </pc:spChg>
        <pc:spChg chg="add mod">
          <ac:chgData name="Maximiliano Ortiz" userId="90727fd8e92db46b" providerId="LiveId" clId="{9BC7EBD1-E6C7-40E2-9BE0-E69EBE0B6810}" dt="2026-07-28T21:45:15.091" v="77"/>
          <ac:spMkLst>
            <pc:docMk/>
            <pc:sldMasterMk cId="2645903162" sldId="2147483650"/>
            <ac:spMk id="11" creationId="{DED1A456-4096-91AC-8233-B33FFC94C295}"/>
          </ac:spMkLst>
        </pc:spChg>
        <pc:spChg chg="add mod">
          <ac:chgData name="Maximiliano Ortiz" userId="90727fd8e92db46b" providerId="LiveId" clId="{9BC7EBD1-E6C7-40E2-9BE0-E69EBE0B6810}" dt="2026-07-28T21:45:15.164" v="95" actId="299"/>
          <ac:spMkLst>
            <pc:docMk/>
            <pc:sldMasterMk cId="2645903162" sldId="2147483650"/>
            <ac:spMk id="14" creationId="{D186B626-134A-FBCD-AEA0-4A2A93AA00A6}"/>
          </ac:spMkLst>
        </pc:spChg>
        <pc:picChg chg="add mod">
          <ac:chgData name="Maximiliano Ortiz" userId="90727fd8e92db46b" providerId="LiveId" clId="{9BC7EBD1-E6C7-40E2-9BE0-E69EBE0B6810}" dt="2026-07-28T21:49:36.536" v="2321"/>
          <ac:picMkLst>
            <pc:docMk/>
            <pc:sldMasterMk cId="2645903162" sldId="2147483650"/>
            <ac:picMk id="13" creationId="{56AD2D9E-25D7-185A-E4BF-1ECF5E43AE76}"/>
          </ac:picMkLst>
        </pc:picChg>
        <pc:sldLayoutChg chg="addSp delSp modSp mod">
          <pc:chgData name="Maximiliano Ortiz" userId="90727fd8e92db46b" providerId="LiveId" clId="{9BC7EBD1-E6C7-40E2-9BE0-E69EBE0B6810}" dt="2026-07-28T21:45:19.148" v="2081" actId="299"/>
          <pc:sldLayoutMkLst>
            <pc:docMk/>
            <pc:sldMasterMk cId="2645903162" sldId="2147483650"/>
            <pc:sldLayoutMk cId="2151582656" sldId="2147483651"/>
          </pc:sldLayoutMkLst>
          <pc:spChg chg="del">
            <ac:chgData name="Maximiliano Ortiz" userId="90727fd8e92db46b" providerId="LiveId" clId="{9BC7EBD1-E6C7-40E2-9BE0-E69EBE0B6810}" dt="2026-07-28T21:45:19.026" v="2023"/>
            <ac:spMkLst>
              <pc:docMk/>
              <pc:sldMasterMk cId="2645903162" sldId="2147483650"/>
              <pc:sldLayoutMk cId="2151582656" sldId="2147483651"/>
              <ac:spMk id="2" creationId="{75AFDCBF-8A6C-8486-CFEC-C94E97085FFC}"/>
            </ac:spMkLst>
          </pc:spChg>
          <pc:spChg chg="del">
            <ac:chgData name="Maximiliano Ortiz" userId="90727fd8e92db46b" providerId="LiveId" clId="{9BC7EBD1-E6C7-40E2-9BE0-E69EBE0B6810}" dt="2026-07-28T21:45:19.024" v="2021"/>
            <ac:spMkLst>
              <pc:docMk/>
              <pc:sldMasterMk cId="2645903162" sldId="2147483650"/>
              <pc:sldLayoutMk cId="2151582656" sldId="2147483651"/>
              <ac:spMk id="3" creationId="{2F6EA6DC-8B93-19C3-CE70-8D5A5DA3E928}"/>
            </ac:spMkLst>
          </pc:spChg>
          <pc:spChg chg="del mod">
            <ac:chgData name="Maximiliano Ortiz" userId="90727fd8e92db46b" providerId="LiveId" clId="{9BC7EBD1-E6C7-40E2-9BE0-E69EBE0B6810}" dt="2026-07-28T21:45:19.015" v="2019"/>
            <ac:spMkLst>
              <pc:docMk/>
              <pc:sldMasterMk cId="2645903162" sldId="2147483650"/>
              <pc:sldLayoutMk cId="2151582656" sldId="2147483651"/>
              <ac:spMk id="4" creationId="{2DAD666A-F440-5F64-C698-6BAAFCE121D2}"/>
            </ac:spMkLst>
          </pc:spChg>
          <pc:spChg chg="del mod">
            <ac:chgData name="Maximiliano Ortiz" userId="90727fd8e92db46b" providerId="LiveId" clId="{9BC7EBD1-E6C7-40E2-9BE0-E69EBE0B6810}" dt="2026-07-28T21:45:19.015" v="2017"/>
            <ac:spMkLst>
              <pc:docMk/>
              <pc:sldMasterMk cId="2645903162" sldId="2147483650"/>
              <pc:sldLayoutMk cId="2151582656" sldId="2147483651"/>
              <ac:spMk id="5" creationId="{04D5242B-B806-B4F0-B133-EF854F56A04C}"/>
            </ac:spMkLst>
          </pc:spChg>
          <pc:spChg chg="del mod">
            <ac:chgData name="Maximiliano Ortiz" userId="90727fd8e92db46b" providerId="LiveId" clId="{9BC7EBD1-E6C7-40E2-9BE0-E69EBE0B6810}" dt="2026-07-28T21:45:19.015" v="2015"/>
            <ac:spMkLst>
              <pc:docMk/>
              <pc:sldMasterMk cId="2645903162" sldId="2147483650"/>
              <pc:sldLayoutMk cId="2151582656" sldId="2147483651"/>
              <ac:spMk id="6" creationId="{3F3E67B7-D1F9-64C0-0445-41CA139B8843}"/>
            </ac:spMkLst>
          </pc:spChg>
          <pc:spChg chg="add mod">
            <ac:chgData name="Maximiliano Ortiz" userId="90727fd8e92db46b" providerId="LiveId" clId="{9BC7EBD1-E6C7-40E2-9BE0-E69EBE0B6810}" dt="2026-07-28T21:45:19.066" v="2042" actId="299"/>
            <ac:spMkLst>
              <pc:docMk/>
              <pc:sldMasterMk cId="2645903162" sldId="2147483650"/>
              <pc:sldLayoutMk cId="2151582656" sldId="2147483651"/>
              <ac:spMk id="7" creationId="{BBF699B4-1B17-0944-8A64-D6854D8D6D1E}"/>
            </ac:spMkLst>
          </pc:spChg>
          <pc:spChg chg="add mod">
            <ac:chgData name="Maximiliano Ortiz" userId="90727fd8e92db46b" providerId="LiveId" clId="{9BC7EBD1-E6C7-40E2-9BE0-E69EBE0B6810}" dt="2026-07-28T21:45:19.101" v="2061" actId="299"/>
            <ac:spMkLst>
              <pc:docMk/>
              <pc:sldMasterMk cId="2645903162" sldId="2147483650"/>
              <pc:sldLayoutMk cId="2151582656" sldId="2147483651"/>
              <ac:spMk id="8" creationId="{5EEB7C2E-BFEB-6726-9C51-28E1E3242D9B}"/>
            </ac:spMkLst>
          </pc:spChg>
          <pc:spChg chg="add mod">
            <ac:chgData name="Maximiliano Ortiz" userId="90727fd8e92db46b" providerId="LiveId" clId="{9BC7EBD1-E6C7-40E2-9BE0-E69EBE0B6810}" dt="2026-07-28T21:45:19.148" v="2081" actId="299"/>
            <ac:spMkLst>
              <pc:docMk/>
              <pc:sldMasterMk cId="2645903162" sldId="2147483650"/>
              <pc:sldLayoutMk cId="2151582656" sldId="2147483651"/>
              <ac:spMk id="9" creationId="{F9094F21-F8D4-117E-6486-B4FB78DA574E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8" v="50"/>
          <pc:sldLayoutMkLst>
            <pc:docMk/>
            <pc:sldMasterMk cId="2645903162" sldId="2147483650"/>
            <pc:sldLayoutMk cId="1907223609" sldId="2147483652"/>
          </pc:sldLayoutMkLst>
          <pc:spChg chg="mod">
            <ac:chgData name="Maximiliano Ortiz" userId="90727fd8e92db46b" providerId="LiveId" clId="{9BC7EBD1-E6C7-40E2-9BE0-E69EBE0B6810}" dt="2026-07-28T21:45:15.038" v="50"/>
            <ac:spMkLst>
              <pc:docMk/>
              <pc:sldMasterMk cId="2645903162" sldId="2147483650"/>
              <pc:sldLayoutMk cId="1907223609" sldId="2147483652"/>
              <ac:spMk id="2" creationId="{608E7DBF-C177-C1A8-2186-D43CE0C16152}"/>
            </ac:spMkLst>
          </pc:spChg>
          <pc:spChg chg="mod">
            <ac:chgData name="Maximiliano Ortiz" userId="90727fd8e92db46b" providerId="LiveId" clId="{9BC7EBD1-E6C7-40E2-9BE0-E69EBE0B6810}" dt="2026-07-28T21:45:15.036" v="48"/>
            <ac:spMkLst>
              <pc:docMk/>
              <pc:sldMasterMk cId="2645903162" sldId="2147483650"/>
              <pc:sldLayoutMk cId="1907223609" sldId="2147483652"/>
              <ac:spMk id="3" creationId="{5C684024-C04D-AE1B-18D2-93D49EDF9EAA}"/>
            </ac:spMkLst>
          </pc:spChg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1907223609" sldId="2147483652"/>
              <ac:spMk id="4" creationId="{B94E3994-4D9C-4C18-04D3-08FA7B60FC0F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1907223609" sldId="2147483652"/>
              <ac:spMk id="5" creationId="{C37FB57D-9868-7DBE-EF18-241F515627FC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1907223609" sldId="2147483652"/>
              <ac:spMk id="6" creationId="{ADFBE3D3-DBCA-50B8-0079-9B31749E0347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2339171637" sldId="2147483653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2339171637" sldId="2147483653"/>
              <ac:spMk id="4" creationId="{B4179D29-1FAA-24C7-AF7E-A9EAF66988E4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2339171637" sldId="2147483653"/>
              <ac:spMk id="5" creationId="{4271C27C-5554-B44C-C866-C3FB2BEEE725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2339171637" sldId="2147483653"/>
              <ac:spMk id="6" creationId="{9C428B34-31B3-0523-5168-DFEED1E0BD11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8" v="50"/>
          <pc:sldLayoutMkLst>
            <pc:docMk/>
            <pc:sldMasterMk cId="2645903162" sldId="2147483650"/>
            <pc:sldLayoutMk cId="849211671" sldId="2147483654"/>
          </pc:sldLayoutMkLst>
          <pc:spChg chg="mod">
            <ac:chgData name="Maximiliano Ortiz" userId="90727fd8e92db46b" providerId="LiveId" clId="{9BC7EBD1-E6C7-40E2-9BE0-E69EBE0B6810}" dt="2026-07-28T21:45:15.038" v="50"/>
            <ac:spMkLst>
              <pc:docMk/>
              <pc:sldMasterMk cId="2645903162" sldId="2147483650"/>
              <pc:sldLayoutMk cId="849211671" sldId="2147483654"/>
              <ac:spMk id="2" creationId="{2D028D86-5697-A2B7-49B0-6893AD3C4C4E}"/>
            </ac:spMkLst>
          </pc:spChg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849211671" sldId="2147483654"/>
              <ac:spMk id="5" creationId="{37EDECAA-A437-DCB4-D5FF-9C431649D635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849211671" sldId="2147483654"/>
              <ac:spMk id="6" creationId="{D043032F-E786-7279-7064-D91CB5839CAB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849211671" sldId="2147483654"/>
              <ac:spMk id="7" creationId="{7F3886E9-11B5-6815-2D99-E1A5E8CF5025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525080492" sldId="2147483655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525080492" sldId="2147483655"/>
              <ac:spMk id="7" creationId="{33C1048A-E5E3-E9D9-7662-141E47840370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525080492" sldId="2147483655"/>
              <ac:spMk id="8" creationId="{65FEC848-1A5A-B639-E13E-1AE8BDEB69A8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525080492" sldId="2147483655"/>
              <ac:spMk id="9" creationId="{CE8D7951-8824-CB28-0008-8989E0E9B526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8" v="50"/>
          <pc:sldLayoutMkLst>
            <pc:docMk/>
            <pc:sldMasterMk cId="2645903162" sldId="2147483650"/>
            <pc:sldLayoutMk cId="2765461766" sldId="2147483656"/>
          </pc:sldLayoutMkLst>
          <pc:spChg chg="mod">
            <ac:chgData name="Maximiliano Ortiz" userId="90727fd8e92db46b" providerId="LiveId" clId="{9BC7EBD1-E6C7-40E2-9BE0-E69EBE0B6810}" dt="2026-07-28T21:45:15.038" v="50"/>
            <ac:spMkLst>
              <pc:docMk/>
              <pc:sldMasterMk cId="2645903162" sldId="2147483650"/>
              <pc:sldLayoutMk cId="2765461766" sldId="2147483656"/>
              <ac:spMk id="2" creationId="{14E68A4C-F874-E5ED-94B7-E103E84F2A3E}"/>
            </ac:spMkLst>
          </pc:spChg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2765461766" sldId="2147483656"/>
              <ac:spMk id="3" creationId="{727383B5-952B-C5B6-E1A2-6FF72876F3AB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2765461766" sldId="2147483656"/>
              <ac:spMk id="4" creationId="{B5AA8EBF-62A4-2C89-50C6-396632E8E560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2765461766" sldId="2147483656"/>
              <ac:spMk id="5" creationId="{6A7903C8-33A1-0A32-A9F4-7D5A49E75415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2149650955" sldId="2147483657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2149650955" sldId="2147483657"/>
              <ac:spMk id="2" creationId="{370A5D0F-E061-3E72-4CBD-9D1FC101780C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2149650955" sldId="2147483657"/>
              <ac:spMk id="3" creationId="{0B799239-534F-AECA-CB8E-BF2467E1E086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2149650955" sldId="2147483657"/>
              <ac:spMk id="4" creationId="{7F571344-FE62-7638-31B8-D019E03A4DE4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1765585096" sldId="2147483658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1765585096" sldId="2147483658"/>
              <ac:spMk id="5" creationId="{216F03BF-ECA6-23D9-3A1E-321F90C52A04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1765585096" sldId="2147483658"/>
              <ac:spMk id="6" creationId="{A915C8CD-3EAB-62D0-7284-FC2D342FB66A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1765585096" sldId="2147483658"/>
              <ac:spMk id="7" creationId="{CBCEE333-A195-F802-5D78-A4A817F6D50B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4202128752" sldId="2147483659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4202128752" sldId="2147483659"/>
              <ac:spMk id="5" creationId="{EEB1A2A4-188B-2915-FB3D-0E1647A67383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4202128752" sldId="2147483659"/>
              <ac:spMk id="6" creationId="{09AC9BF7-1F1C-BC9C-DF8A-F71DBB14182B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4202128752" sldId="2147483659"/>
              <ac:spMk id="7" creationId="{04AFBBA5-2DF9-7DDA-A123-1C70F236314F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8" v="50"/>
          <pc:sldLayoutMkLst>
            <pc:docMk/>
            <pc:sldMasterMk cId="2645903162" sldId="2147483650"/>
            <pc:sldLayoutMk cId="38836277" sldId="2147483660"/>
          </pc:sldLayoutMkLst>
          <pc:spChg chg="mod">
            <ac:chgData name="Maximiliano Ortiz" userId="90727fd8e92db46b" providerId="LiveId" clId="{9BC7EBD1-E6C7-40E2-9BE0-E69EBE0B6810}" dt="2026-07-28T21:45:15.038" v="50"/>
            <ac:spMkLst>
              <pc:docMk/>
              <pc:sldMasterMk cId="2645903162" sldId="2147483650"/>
              <pc:sldLayoutMk cId="38836277" sldId="2147483660"/>
              <ac:spMk id="2" creationId="{846BAFBC-FDAA-534C-F219-2B362B156268}"/>
            </ac:spMkLst>
          </pc:spChg>
          <pc:spChg chg="mod">
            <ac:chgData name="Maximiliano Ortiz" userId="90727fd8e92db46b" providerId="LiveId" clId="{9BC7EBD1-E6C7-40E2-9BE0-E69EBE0B6810}" dt="2026-07-28T21:45:15.036" v="48"/>
            <ac:spMkLst>
              <pc:docMk/>
              <pc:sldMasterMk cId="2645903162" sldId="2147483650"/>
              <pc:sldLayoutMk cId="38836277" sldId="2147483660"/>
              <ac:spMk id="3" creationId="{2A696AF5-7F44-7636-9DF6-C61374022BFA}"/>
            </ac:spMkLst>
          </pc:spChg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38836277" sldId="2147483660"/>
              <ac:spMk id="4" creationId="{4E9875BD-6D0D-0C70-D141-8F2BA4F2DA2E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38836277" sldId="2147483660"/>
              <ac:spMk id="5" creationId="{52B116A0-E681-53F6-1540-8FD6029FCBE7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38836277" sldId="2147483660"/>
              <ac:spMk id="6" creationId="{A2DA6BC2-AC6F-D3DC-E79F-DB65F304B817}"/>
            </ac:spMkLst>
          </pc:spChg>
        </pc:sldLayoutChg>
        <pc:sldLayoutChg chg="modSp">
          <pc:chgData name="Maximiliano Ortiz" userId="90727fd8e92db46b" providerId="LiveId" clId="{9BC7EBD1-E6C7-40E2-9BE0-E69EBE0B6810}" dt="2026-07-28T21:45:15.033" v="46"/>
          <pc:sldLayoutMkLst>
            <pc:docMk/>
            <pc:sldMasterMk cId="2645903162" sldId="2147483650"/>
            <pc:sldLayoutMk cId="1657998648" sldId="2147483661"/>
          </pc:sldLayoutMkLst>
          <pc:spChg chg="mod">
            <ac:chgData name="Maximiliano Ortiz" userId="90727fd8e92db46b" providerId="LiveId" clId="{9BC7EBD1-E6C7-40E2-9BE0-E69EBE0B6810}" dt="2026-07-28T21:45:15.033" v="46"/>
            <ac:spMkLst>
              <pc:docMk/>
              <pc:sldMasterMk cId="2645903162" sldId="2147483650"/>
              <pc:sldLayoutMk cId="1657998648" sldId="2147483661"/>
              <ac:spMk id="4" creationId="{DF01D01D-F6A5-DFE5-786C-D918A492BD3B}"/>
            </ac:spMkLst>
          </pc:spChg>
          <pc:spChg chg="mod">
            <ac:chgData name="Maximiliano Ortiz" userId="90727fd8e92db46b" providerId="LiveId" clId="{9BC7EBD1-E6C7-40E2-9BE0-E69EBE0B6810}" dt="2026-07-28T21:45:15.029" v="44"/>
            <ac:spMkLst>
              <pc:docMk/>
              <pc:sldMasterMk cId="2645903162" sldId="2147483650"/>
              <pc:sldLayoutMk cId="1657998648" sldId="2147483661"/>
              <ac:spMk id="5" creationId="{01500EA6-4CEA-F400-7741-144144FB0DD4}"/>
            </ac:spMkLst>
          </pc:spChg>
          <pc:spChg chg="mod">
            <ac:chgData name="Maximiliano Ortiz" userId="90727fd8e92db46b" providerId="LiveId" clId="{9BC7EBD1-E6C7-40E2-9BE0-E69EBE0B6810}" dt="2026-07-28T21:45:15.027" v="42"/>
            <ac:spMkLst>
              <pc:docMk/>
              <pc:sldMasterMk cId="2645903162" sldId="2147483650"/>
              <pc:sldLayoutMk cId="1657998648" sldId="2147483661"/>
              <ac:spMk id="6" creationId="{B186BC8E-760D-F7D6-4C8D-B5478577FDA4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9.291" v="2145" actId="299"/>
          <pc:sldLayoutMkLst>
            <pc:docMk/>
            <pc:sldMasterMk cId="2645903162" sldId="2147483650"/>
            <pc:sldLayoutMk cId="2280588747" sldId="2147483686"/>
          </pc:sldLayoutMkLst>
          <pc:spChg chg="add mod">
            <ac:chgData name="Maximiliano Ortiz" userId="90727fd8e92db46b" providerId="LiveId" clId="{9BC7EBD1-E6C7-40E2-9BE0-E69EBE0B6810}" dt="2026-07-28T21:45:19.201" v="2106" actId="299"/>
            <ac:spMkLst>
              <pc:docMk/>
              <pc:sldMasterMk cId="2645903162" sldId="2147483650"/>
              <pc:sldLayoutMk cId="2280588747" sldId="2147483686"/>
              <ac:spMk id="2" creationId="{D1F88028-AD7E-5C80-FCA4-7044C14652DA}"/>
            </ac:spMkLst>
          </pc:spChg>
          <pc:spChg chg="add mod">
            <ac:chgData name="Maximiliano Ortiz" userId="90727fd8e92db46b" providerId="LiveId" clId="{9BC7EBD1-E6C7-40E2-9BE0-E69EBE0B6810}" dt="2026-07-28T21:45:19.239" v="2125" actId="299"/>
            <ac:spMkLst>
              <pc:docMk/>
              <pc:sldMasterMk cId="2645903162" sldId="2147483650"/>
              <pc:sldLayoutMk cId="2280588747" sldId="2147483686"/>
              <ac:spMk id="3" creationId="{8858B713-BB8F-93CF-76E5-B16753D5870D}"/>
            </ac:spMkLst>
          </pc:spChg>
          <pc:spChg chg="add mod">
            <ac:chgData name="Maximiliano Ortiz" userId="90727fd8e92db46b" providerId="LiveId" clId="{9BC7EBD1-E6C7-40E2-9BE0-E69EBE0B6810}" dt="2026-07-28T21:45:19.291" v="2145" actId="299"/>
            <ac:spMkLst>
              <pc:docMk/>
              <pc:sldMasterMk cId="2645903162" sldId="2147483650"/>
              <pc:sldLayoutMk cId="2280588747" sldId="2147483686"/>
              <ac:spMk id="4" creationId="{20025C06-92EB-B9DF-64E7-DAAC9343FA02}"/>
            </ac:spMkLst>
          </pc:spChg>
          <pc:spChg chg="del">
            <ac:chgData name="Maximiliano Ortiz" userId="90727fd8e92db46b" providerId="LiveId" clId="{9BC7EBD1-E6C7-40E2-9BE0-E69EBE0B6810}" dt="2026-07-28T21:45:19.168" v="2087"/>
            <ac:spMkLst>
              <pc:docMk/>
              <pc:sldMasterMk cId="2645903162" sldId="2147483650"/>
              <pc:sldLayoutMk cId="2280588747" sldId="2147483686"/>
              <ac:spMk id="7" creationId="{BBF699B4-1B17-0944-8A64-D6854D8D6D1E}"/>
            </ac:spMkLst>
          </pc:spChg>
          <pc:spChg chg="del">
            <ac:chgData name="Maximiliano Ortiz" userId="90727fd8e92db46b" providerId="LiveId" clId="{9BC7EBD1-E6C7-40E2-9BE0-E69EBE0B6810}" dt="2026-07-28T21:45:19.165" v="2085"/>
            <ac:spMkLst>
              <pc:docMk/>
              <pc:sldMasterMk cId="2645903162" sldId="2147483650"/>
              <pc:sldLayoutMk cId="2280588747" sldId="2147483686"/>
              <ac:spMk id="8" creationId="{5EEB7C2E-BFEB-6726-9C51-28E1E3242D9B}"/>
            </ac:spMkLst>
          </pc:spChg>
          <pc:spChg chg="del">
            <ac:chgData name="Maximiliano Ortiz" userId="90727fd8e92db46b" providerId="LiveId" clId="{9BC7EBD1-E6C7-40E2-9BE0-E69EBE0B6810}" dt="2026-07-28T21:45:19.163" v="2083"/>
            <ac:spMkLst>
              <pc:docMk/>
              <pc:sldMasterMk cId="2645903162" sldId="2147483650"/>
              <pc:sldLayoutMk cId="2280588747" sldId="2147483686"/>
              <ac:spMk id="9" creationId="{F9094F21-F8D4-117E-6486-B4FB78DA574E}"/>
            </ac:spMkLst>
          </pc:spChg>
        </pc:sldLayoutChg>
        <pc:sldLayoutChg chg="addSp delSp modSp mod">
          <pc:chgData name="Maximiliano Ortiz" userId="90727fd8e92db46b" providerId="LiveId" clId="{9BC7EBD1-E6C7-40E2-9BE0-E69EBE0B6810}" dt="2026-07-28T21:45:19.404" v="2209" actId="299"/>
          <pc:sldLayoutMkLst>
            <pc:docMk/>
            <pc:sldMasterMk cId="2645903162" sldId="2147483650"/>
            <pc:sldLayoutMk cId="3550132237" sldId="2147483687"/>
          </pc:sldLayoutMkLst>
          <pc:spChg chg="add mod">
            <ac:chgData name="Maximiliano Ortiz" userId="90727fd8e92db46b" providerId="LiveId" clId="{9BC7EBD1-E6C7-40E2-9BE0-E69EBE0B6810}" dt="2026-07-28T21:45:19.328" v="2170" actId="299"/>
            <ac:spMkLst>
              <pc:docMk/>
              <pc:sldMasterMk cId="2645903162" sldId="2147483650"/>
              <pc:sldLayoutMk cId="3550132237" sldId="2147483687"/>
              <ac:spMk id="2" creationId="{08E6C8A6-F9D3-7926-25DF-ED045F3A4CCD}"/>
            </ac:spMkLst>
          </pc:spChg>
          <pc:spChg chg="add mod">
            <ac:chgData name="Maximiliano Ortiz" userId="90727fd8e92db46b" providerId="LiveId" clId="{9BC7EBD1-E6C7-40E2-9BE0-E69EBE0B6810}" dt="2026-07-28T21:45:19.363" v="2189" actId="299"/>
            <ac:spMkLst>
              <pc:docMk/>
              <pc:sldMasterMk cId="2645903162" sldId="2147483650"/>
              <pc:sldLayoutMk cId="3550132237" sldId="2147483687"/>
              <ac:spMk id="3" creationId="{7DB56B4A-8D9F-CA11-B9D5-A6125863F28F}"/>
            </ac:spMkLst>
          </pc:spChg>
          <pc:spChg chg="add mod">
            <ac:chgData name="Maximiliano Ortiz" userId="90727fd8e92db46b" providerId="LiveId" clId="{9BC7EBD1-E6C7-40E2-9BE0-E69EBE0B6810}" dt="2026-07-28T21:45:19.404" v="2209" actId="299"/>
            <ac:spMkLst>
              <pc:docMk/>
              <pc:sldMasterMk cId="2645903162" sldId="2147483650"/>
              <pc:sldLayoutMk cId="3550132237" sldId="2147483687"/>
              <ac:spMk id="4" creationId="{62762AF0-3B86-E082-1D9F-E94F6C836E6F}"/>
            </ac:spMkLst>
          </pc:spChg>
          <pc:spChg chg="del">
            <ac:chgData name="Maximiliano Ortiz" userId="90727fd8e92db46b" providerId="LiveId" clId="{9BC7EBD1-E6C7-40E2-9BE0-E69EBE0B6810}" dt="2026-07-28T21:45:19.296" v="2151"/>
            <ac:spMkLst>
              <pc:docMk/>
              <pc:sldMasterMk cId="2645903162" sldId="2147483650"/>
              <pc:sldLayoutMk cId="3550132237" sldId="2147483687"/>
              <ac:spMk id="7" creationId="{BBF699B4-1B17-0944-8A64-D6854D8D6D1E}"/>
            </ac:spMkLst>
          </pc:spChg>
          <pc:spChg chg="del">
            <ac:chgData name="Maximiliano Ortiz" userId="90727fd8e92db46b" providerId="LiveId" clId="{9BC7EBD1-E6C7-40E2-9BE0-E69EBE0B6810}" dt="2026-07-28T21:45:19.296" v="2149"/>
            <ac:spMkLst>
              <pc:docMk/>
              <pc:sldMasterMk cId="2645903162" sldId="2147483650"/>
              <pc:sldLayoutMk cId="3550132237" sldId="2147483687"/>
              <ac:spMk id="8" creationId="{5EEB7C2E-BFEB-6726-9C51-28E1E3242D9B}"/>
            </ac:spMkLst>
          </pc:spChg>
          <pc:spChg chg="del">
            <ac:chgData name="Maximiliano Ortiz" userId="90727fd8e92db46b" providerId="LiveId" clId="{9BC7EBD1-E6C7-40E2-9BE0-E69EBE0B6810}" dt="2026-07-28T21:45:19.296" v="2147"/>
            <ac:spMkLst>
              <pc:docMk/>
              <pc:sldMasterMk cId="2645903162" sldId="2147483650"/>
              <pc:sldLayoutMk cId="3550132237" sldId="2147483687"/>
              <ac:spMk id="9" creationId="{F9094F21-F8D4-117E-6486-B4FB78DA574E}"/>
            </ac:spMkLst>
          </pc:spChg>
        </pc:sldLayoutChg>
      </pc:sldMaster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Señal A</c:v>
          </c:tx>
          <c:spPr>
            <a:ln w="28575">
              <a:solidFill>
                <a:srgbClr val="2F7E83"/>
              </a:solidFill>
              <a:prstDash val="solid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0</c:v>
              </c:pt>
              <c:pt idx="3">
                <c:v>-1</c:v>
              </c:pt>
              <c:pt idx="4">
                <c:v>0</c:v>
              </c:pt>
              <c:pt idx="5">
                <c:v>1</c:v>
              </c:pt>
              <c:pt idx="6">
                <c:v>0</c:v>
              </c:pt>
              <c:pt idx="7">
                <c:v>-1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6AE3-4875-BCD1-4014E1194139}"/>
            </c:ext>
          </c:extLst>
        </c:ser>
        <c:ser>
          <c:idx val="1"/>
          <c:order val="1"/>
          <c:tx>
            <c:v>Señal B</c:v>
          </c:tx>
          <c:spPr>
            <a:ln w="14288">
              <a:solidFill>
                <a:srgbClr val="969FA7"/>
              </a:solidFill>
              <a:prstDash val="dash"/>
            </a:ln>
          </c:spPr>
          <c:marker>
            <c:symbol val="none"/>
          </c:marker>
          <c:cat>
            <c:strLit>
              <c:ptCount val="9"/>
              <c:pt idx="0">
                <c:v>0</c:v>
              </c:pt>
              <c:pt idx="1">
                <c:v>0,5</c:v>
              </c:pt>
              <c:pt idx="2">
                <c:v>1,0</c:v>
              </c:pt>
              <c:pt idx="3">
                <c:v>1,5</c:v>
              </c:pt>
              <c:pt idx="4">
                <c:v>2,0</c:v>
              </c:pt>
              <c:pt idx="5">
                <c:v>2,5</c:v>
              </c:pt>
              <c:pt idx="6">
                <c:v>3,0</c:v>
              </c:pt>
              <c:pt idx="7">
                <c:v>3,5</c:v>
              </c:pt>
              <c:pt idx="8">
                <c:v>4,0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6AE3-4875-BCD1-4014E1194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tiempo (ms)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w="9525">
              <a:solidFill>
                <a:srgbClr val="D9DC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050">
                    <a:solidFill>
                      <a:srgbClr val="667079"/>
                    </a:solidFill>
                  </a:rPr>
                  <a:t>amplitud relativa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7079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7079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solidFill>
            <a:srgbClr val="000000">
              <a:alpha val="0"/>
            </a:srgbClr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000000">
          <a:alpha val="0"/>
        </a:srgbClr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Portada de unidad. Mantener el título descriptivo y evitar bajadas publicitarias.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para objetivos observables. Idealmente entre tres y cinco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explícito para recuperar prerrequisitos sin convertir la slide en un 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Mapa breve para anticipar la secuencia de la clase y facilitar la orientación en decks extensos.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Separador de bloque. Reaparece cuando cambia la pregunta guía, no por cantidad fija 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base para una idea principal con explicación suficiente y legible desde el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visual sostiene la explicación; no funciona como decoración.</a:t>
            </a:r>
          </a:p>
          <a:p>
            <a:endParaRPr/>
          </a:p>
          <a:p>
            <a:r>
              <a:t>[Sources]</a:t>
            </a:r>
          </a:p>
          <a:p>
            <a:r>
              <a:t>- Activo interno: context/referencias_visuales/Unidad 1 - Nociones básicas e introducción a la acústica.pptx (imagen incorporada por el docente).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Variante espejo: primero se observa el visual y luego se organiza la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de gráfico nativo y editable. Los datos son ilustrativos; cada deck debe registrar la fuente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columnas para relaciones simétricas; no usar cuando una columna requiera mucha más explicación que la otra.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definición conserva precisión terminológica y separa unidades e implicaciones.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fórmula se mantiene como texto editable con Cambria Math; la slide define símbolos, unidades y significado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resuelto con pasos explícitos y conversión de unidades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simétrica con escalas explícitamente equivalentes.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Proceso secuencial; las flechas son formas editables y expresan una relación causal o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conexión clínica debe ser específica y verificable, no una mención ornamental.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esperada: no; si T es igual, 1/T también lo es. Permitir una breve discusión antes de mostrar la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Solución: f = 2 Hz; T = 0,5 s. El espacio de resolución permanece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error se formula de manera reconocible y se corrige con una explicación física, no solo con una marca roja.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recapitulaciones parciales cuando un bloque introduce varias relaciones nuevas.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conceptual: relaciona los bloques sin intentar repetir todas las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Tabla nativa editable. Evitar tablas extensas; resaltar solo la lectura necesaria.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Reproducir el GIF y pausar después de dos ciclos. El marco y la consigna permanecen editables.</a:t>
            </a:r>
          </a:p>
          <a:p>
            <a:endParaRPr/>
          </a:p>
          <a:p>
            <a:r>
              <a:t>[Sources]</a:t>
            </a:r>
          </a:p>
          <a:p>
            <a:r>
              <a:t>- Activo interno: context/referencias_visuales/Unidad 1 - Nociones básicas e introducción a la acústica.pptx (GIF incorporado por el docente).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completas y trazables. Evitar una lista de URLs sin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sobrio con puente real hacia la unidad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 dominante. Adecuado cuando la figura concentra la explicación y el texto funciona como guía de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para material de respaldo, derivaciones o tablas auxiliares.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493598C6-FC0D-4EB0-AFF4-EF34A482731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89BA0A7D-AABB-4192-B838-2BA5BB3178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0254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DBBF5632-20E4-4D54-B3A4-92C990DA26E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2522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E8732B64-9C97-4971-8B5F-42781D28760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320026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076EB7A8-105E-44D9-AF9B-E4B002172AD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785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4FEE56A1-BB6C-438D-8886-FF44760C7C6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193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456A0307-F779-4344-B886-D9280EB668B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2208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A33687D1-4041-4057-AFDA-E8313599D52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83857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BDAFD395-8463-4588-B260-79B86AAD3E5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55771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81336448-9F7A-438A-9B1D-8F6491D8747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02978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1CFE78DF-3976-48C8-961D-AA1C8CA99F0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74325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A330D82D-5740-4471-AF56-8696EEE2E4B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39575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9CA5DB51-531C-4AFB-9FB5-87CA9A3111B8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6306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5DBCCD25-7213-4B32-B316-993301A5099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78362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1685110A-6086-4FE8-8F00-9DEAECCAACB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64116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D4E3DF21-1703-4AF3-A758-2190B581AEE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95983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EF7231C5-674D-43AF-A7BF-A95F7B1AC02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293519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F56D38C4-B1D5-4C8E-BE72-930FD8BDBC8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58432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602F4707-DF6D-4294-BB93-51F5AE61332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127446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BA6B0A21-BCB8-4A3F-B261-5C6ED3AE2361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151359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/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1060B985-A0D6-43B6-9BE3-5D6CD61324B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31237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1113A982-D864-4714-BC0D-F64786B8C006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925244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defRPr sz="1650" b="0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A4F5DA17-0689-46E4-8362-81AB21D9139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52504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4D1434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defRPr sz="2250" b="0">
                <a:solidFill>
                  <a:srgbClr val="3D3D3D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s-ES"/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667079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C017E5F8-CA14-4AD9-9C34-2654E5F0D86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56449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sz="quarter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BFBD13B0-F1EE-46B2-9204-54BDCC94E2F7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158265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sz="quarter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MX"/>
              <a:t>Puente hacia la próxima clase</a:t>
            </a:r>
            <a:endParaRPr lang="es-ES"/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1551B1DD-AE22-4797-A41E-B58F85D9714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13223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3600" b="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es-ES"/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sz="quarter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1050" b="1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pPr algn="r"/>
            <a:fld id="{60E8974C-1134-48A5-94B6-2428CCBD93A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0588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/>
          <p:nvPr userDrawn="1"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/>
          <p:nvPr userDrawn="1"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/>
          <p:nvPr userDrawn="1"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/>
          <p:nvPr userDrawn="1"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ucasal_logo_master_light" descr="Logotipo de la Universidad Católica de Salta.">
            <a:extLst>
              <a:ext uri="{FF2B5EF4-FFF2-40B4-BE49-F238E27FC236}">
                <a16:creationId xmlns:a16="http://schemas.microsoft.com/office/drawing/2014/main" id="{5BBDDA18-D8BC-21FE-3A21-3E15416A530F}"/>
              </a:ext>
            </a:extLst>
          </p:cNvPr>
          <p:cNvPicPr>
            <a:picLocks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 txBox="1"/>
          <p:nvPr userDrawn="1"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050" b="0">
                <a:solidFill>
                  <a:srgbClr val="667079"/>
                </a:solidFill>
                <a:latin typeface="Calibri" panose="020F0502020204030204" pitchFamily="34" charset="0"/>
              </a:rPr>
              <a:t>Física Acústica · Licenciatura en Fonoaudiología</a:t>
            </a:r>
            <a:endParaRPr lang="es-ES" sz="1050" b="0">
              <a:solidFill>
                <a:srgbClr val="667079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4" r:id="rId3"/>
    <p:sldLayoutId id="2147483683" r:id="rId4"/>
    <p:sldLayoutId id="2147483682" r:id="rId5"/>
    <p:sldLayoutId id="2147483681" r:id="rId6"/>
    <p:sldLayoutId id="2147483680" r:id="rId7"/>
    <p:sldLayoutId id="2147483679" r:id="rId8"/>
    <p:sldLayoutId id="2147483678" r:id="rId9"/>
    <p:sldLayoutId id="2147483677" r:id="rId10"/>
    <p:sldLayoutId id="2147483676" r:id="rId11"/>
    <p:sldLayoutId id="2147483675" r:id="rId12"/>
    <p:sldLayoutId id="2147483674" r:id="rId13"/>
    <p:sldLayoutId id="2147483673" r:id="rId14"/>
    <p:sldLayoutId id="2147483672" r:id="rId15"/>
    <p:sldLayoutId id="2147483671" r:id="rId16"/>
    <p:sldLayoutId id="2147483670" r:id="rId17"/>
    <p:sldLayoutId id="2147483669" r:id="rId18"/>
    <p:sldLayoutId id="2147483668" r:id="rId19"/>
    <p:sldLayoutId id="2147483667" r:id="rId20"/>
    <p:sldLayoutId id="2147483666" r:id="rId21"/>
    <p:sldLayoutId id="2147483665" r:id="rId22"/>
    <p:sldLayoutId id="2147483664" r:id="rId23"/>
    <p:sldLayoutId id="2147483663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/>
          <p:nvPr userDrawn="1"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/>
          <p:nvPr userDrawn="1"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/>
          <p:nvPr userDrawn="1"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/>
          <p:nvPr userDrawn="1"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/>
          <p:nvPr userDrawn="1"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ucasal_logo_master_dark" descr="Logotipo de la Universidad Católica de Salta.">
            <a:extLst>
              <a:ext uri="{FF2B5EF4-FFF2-40B4-BE49-F238E27FC236}">
                <a16:creationId xmlns:a16="http://schemas.microsoft.com/office/drawing/2014/main" id="{56AD2D9E-25D7-185A-E4BF-1ECF5E43AE7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 txBox="1"/>
          <p:nvPr userDrawn="1"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r>
              <a:rPr lang="es-MX" sz="1050" b="0">
                <a:solidFill>
                  <a:srgbClr val="FFFFFF"/>
                </a:solidFill>
                <a:latin typeface="Calibri" panose="020F0502020204030204" pitchFamily="34" charset="0"/>
              </a:rPr>
              <a:t>Física Acústica · Licenciatura en Fonoaudiología</a:t>
            </a:r>
            <a:endParaRPr lang="es-ES" sz="1050" b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0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87" r:id="rId2"/>
    <p:sldLayoutId id="214748368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1 · FÍSICA ACÚSTICA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Magnitudes, representaciones y primeras preguntas sobre el sonido</a:t>
            </a:r>
          </a:p>
        </p:txBody>
      </p:sp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" name="cover_version">
            <a:extLst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Plantilla académica editable · v01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6209043E-FF99-0424-F0A1-6DD300A34E4B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D87FD449-A608-9EC9-BE8C-850EE9907EE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0B44733C-D931-3240-C8D6-A74952D4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FBD13B0-F1EE-46B2-9204-54BDCC94E2F7}" type="slidenum">
              <a:rPr lang="es-ES" smtClean="0"/>
              <a:pPr algn="r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INICIO DE UNIDAD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Objetivos de aprendizaje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noGrp="1"/>
          </p:cNvSpPr>
          <p:nvPr/>
        </p:nvSpPr>
        <p:spPr>
          <a:xfrm>
            <a:off x="1200150" y="19526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Reconocer las magnitudes físicas básicas que aparecen en acústica.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unidades, prefijos y órdenes de magnitud.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noGrp="1"/>
          </p:cNvSpPr>
          <p:nvPr/>
        </p:nvSpPr>
        <p:spPr>
          <a:xfrm>
            <a:off x="1200150" y="37814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Leer una representación simple de una señal periódica.</a:t>
            </a:r>
          </a:p>
        </p:txBody>
      </p:sp>
      <p:sp>
        <p:nvSpPr>
          <p:cNvPr id="10" name="objective_observation_box">
            <a:extLst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57175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</p:sp>
      <p:sp>
        <p:nvSpPr>
          <p:cNvPr id="11" name="objective_observation_accent">
            <a:extLst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66675" cy="23812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bjective_observation_label">
            <a:extLst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OBSERVACIÓN</a:t>
            </a:r>
          </a:p>
        </p:txBody>
      </p:sp>
      <p:sp>
        <p:nvSpPr>
          <p:cNvPr id="13" name="objective_observation_text">
            <a:extLst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noGrp="1"/>
          </p:cNvSpPr>
          <p:nvPr/>
        </p:nvSpPr>
        <p:spPr>
          <a:xfrm>
            <a:off x="9067800" y="2447925"/>
            <a:ext cx="2171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verbos describen acciones que podrán verificarse durante la clase.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FE1B20C0-2CF5-2A6D-C1F9-26F0F97A354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5285023-CD06-F386-4C22-2C5D61FF66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92A78427-EEF4-96EB-81EE-2B99FC193CE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2DADB7A0-DAED-ABD0-4D66-5338725183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493598C6-FC0D-4EB0-AFF4-EF34A4827315}" type="slidenum">
              <a:rPr lang="es-ES" smtClean="0"/>
              <a:pPr algn="r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PUENTE DESDE LO CONOCIDO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5" name="prior_known_accent">
            <a:extLst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66675" cy="29527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prior_known_label">
            <a:extLst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YA CONOCEMOS</a:t>
            </a:r>
          </a:p>
        </p:txBody>
      </p:sp>
      <p:sp>
        <p:nvSpPr>
          <p:cNvPr id="7" name="prior_known_text">
            <a:extLst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noGrp="1"/>
          </p:cNvSpPr>
          <p:nvPr/>
        </p:nvSpPr>
        <p:spPr>
          <a:xfrm>
            <a:off x="971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medir una longitud y un tiempo</a:t>
            </a:r>
          </a:p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reconocer una unidad</a:t>
            </a:r>
          </a:p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ubicar un punto en un eje</a:t>
            </a:r>
          </a:p>
        </p:txBody>
      </p:sp>
      <p:sp>
        <p:nvSpPr>
          <p:cNvPr id="8" name="prior_recover_box">
            <a:extLst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9" name="prior_recover_accent">
            <a:extLst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66675" cy="2952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rior_recover_label">
            <a:extLst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NECESITAMOS RECUPERAR</a:t>
            </a:r>
          </a:p>
        </p:txBody>
      </p:sp>
      <p:sp>
        <p:nvSpPr>
          <p:cNvPr id="11" name="prior_recover_text">
            <a:extLst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notación científica</a:t>
            </a:r>
          </a:p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lectura de gráficos</a:t>
            </a:r>
          </a:p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• proporcionalidad</a:t>
            </a:r>
          </a:p>
        </p:txBody>
      </p:sp>
      <p:sp>
        <p:nvSpPr>
          <p:cNvPr id="12" name="prior_note">
            <a:extLst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pregunta breve permite detectar qué conviene explicar antes de avanzar.</a:t>
            </a: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6DF98B29-4297-833F-4CD1-3B25C070F83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E56975FB-BAB4-AC08-7128-82AC4B98B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671AF7A2-9205-7101-4D3E-9A7D44060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D0D35EE8-11B1-606B-8714-EAD8DAF8D3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C017E5F8-CA14-4AD9-9C34-2654E5F0D860}" type="slidenum">
              <a:rPr lang="es-ES" smtClean="0"/>
              <a:pPr algn="r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ORIENTACIÓN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Mapa de la clase</a:t>
            </a:r>
          </a:p>
        </p:txBody>
      </p:sp>
      <p:sp>
        <p:nvSpPr>
          <p:cNvPr id="4" name="map_step_1">
            <a:extLst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magnitudes y unidades</a:t>
            </a:r>
          </a:p>
        </p:txBody>
      </p:sp>
      <p:sp>
        <p:nvSpPr>
          <p:cNvPr id="8" name="map_arrow_1">
            <a:extLst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map_step_2">
            <a:extLst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noGrp="1"/>
          </p:cNvSpPr>
          <p:nvPr/>
        </p:nvSpPr>
        <p:spPr>
          <a:xfrm>
            <a:off x="36004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noGrp="1"/>
          </p:cNvSpPr>
          <p:nvPr/>
        </p:nvSpPr>
        <p:spPr>
          <a:xfrm>
            <a:off x="37909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Representar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funciones y gráficos</a:t>
            </a:r>
          </a:p>
        </p:txBody>
      </p:sp>
      <p:sp>
        <p:nvSpPr>
          <p:cNvPr id="13" name="map_arrow_2">
            <a:extLst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ap_step_3">
            <a:extLst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Relacionar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y período</a:t>
            </a:r>
          </a:p>
        </p:txBody>
      </p:sp>
      <p:sp>
        <p:nvSpPr>
          <p:cNvPr id="18" name="map_arrow_3">
            <a:extLst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map_step_4">
            <a:extLst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Aplicar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noGrp="1"/>
          </p:cNvSpPr>
          <p:nvPr/>
        </p:nvSpPr>
        <p:spPr>
          <a:xfrm>
            <a:off x="92392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audición y voz</a:t>
            </a:r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328DB21-AD69-BA7D-188D-F8CF0A67A58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5" name="Marcador de contenido 24">
            <a:extLst>
              <a:ext uri="{FF2B5EF4-FFF2-40B4-BE49-F238E27FC236}">
                <a16:creationId xmlns:a16="http://schemas.microsoft.com/office/drawing/2014/main" id="{CF6283AD-26FA-2A3D-21A5-98CF1E8F091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4F5DA17-0689-46E4-8362-81AB21D91399}" type="slidenum">
              <a:rPr lang="es-ES" smtClean="0"/>
              <a:pPr algn="r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BLOQUE 1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8376"/>
          </a:bodyPr>
          <a:lstStyle/>
          <a:p>
            <a:pPr algn="l">
              <a:def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2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fenómeno cotidiano a la magnitud física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necesitamos medir para describir un sonido?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9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69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60E8974C-1134-48A5-94B6-2428CCBD93A5}" type="slidenum">
              <a:rPr lang="es-ES" smtClean="0"/>
              <a:pPr algn="r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38312E-D8A8-456F-8696-FEEBE8189DD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CONCEPTO INICIAL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67F617EE-27DA-4DC9-86C3-0B5B6BDB226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acústica conecta fenómeno, medida y percepción</a:t>
            </a:r>
          </a:p>
        </p:txBody>
      </p:sp>
      <p:sp>
        <p:nvSpPr>
          <p:cNvPr id="4" name="main_statement">
            <a:extLst>
              <a:ext uri="{FF2B5EF4-FFF2-40B4-BE49-F238E27FC236}">
                <a16:creationId xmlns:a16="http://schemas.microsoft.com/office/drawing/2014/main" id="{D8FB79E6-B130-4751-B087-F79057EEF62F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100965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acústica estudia cómo se generan, se propagan y se perciben las perturbaciones mecánicas que llamamos sonido.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D5F45BAA-31EA-4A60-A06D-2DCB81CEED01}"/>
              </a:ext>
            </a:extLst>
          </p:cNvPr>
          <p:cNvSpPr>
            <a:spLocks noGrp="1"/>
          </p:cNvSpPr>
          <p:nvPr/>
        </p:nvSpPr>
        <p:spPr>
          <a:xfrm>
            <a:off x="1104900" y="34385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E12213C7-1CB8-4689-999F-0BA65EEC8A1B}"/>
              </a:ext>
            </a:extLst>
          </p:cNvPr>
          <p:cNvSpPr>
            <a:spLocks noGrp="1"/>
          </p:cNvSpPr>
          <p:nvPr/>
        </p:nvSpPr>
        <p:spPr>
          <a:xfrm>
            <a:off x="1371600" y="3314700"/>
            <a:ext cx="9353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Fenómeno físico: una perturbación se produce y se propaga.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BDF363AB-5B6D-4BF1-8582-1473BB8A281E}"/>
              </a:ext>
            </a:extLst>
          </p:cNvPr>
          <p:cNvSpPr>
            <a:spLocks noGrp="1"/>
          </p:cNvSpPr>
          <p:nvPr/>
        </p:nvSpPr>
        <p:spPr>
          <a:xfrm>
            <a:off x="1104900" y="4181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FEFADF8-8B4F-45F7-A8CC-3ED3719FDA08}"/>
              </a:ext>
            </a:extLst>
          </p:cNvPr>
          <p:cNvSpPr>
            <a:spLocks noGrp="1"/>
          </p:cNvSpPr>
          <p:nvPr/>
        </p:nvSpPr>
        <p:spPr>
          <a:xfrm>
            <a:off x="1371600" y="4057650"/>
            <a:ext cx="9353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Descripción cuantitativa: medimos magnitudes y usamos modelos.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456C8B-4EF7-4E1E-9F8F-C957AB14C232}"/>
              </a:ext>
            </a:extLst>
          </p:cNvPr>
          <p:cNvSpPr>
            <a:spLocks noGrp="1"/>
          </p:cNvSpPr>
          <p:nvPr/>
        </p:nvSpPr>
        <p:spPr>
          <a:xfrm>
            <a:off x="1104900" y="4924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C23D5702-DD9D-4E53-BEAF-1AE49F25F9CC}"/>
              </a:ext>
            </a:extLst>
          </p:cNvPr>
          <p:cNvSpPr>
            <a:spLocks noGrp="1"/>
          </p:cNvSpPr>
          <p:nvPr/>
        </p:nvSpPr>
        <p:spPr>
          <a:xfrm>
            <a:off x="1371600" y="4800600"/>
            <a:ext cx="9353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Experiencia auditiva: el sistema humano interpreta esa información.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37E44580-3439-F23A-F3A9-F99D1716294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30815F7C-80F5-07A0-8F68-F583960140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C55D9E09-4588-53C4-B8A7-85414136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113A982-D864-4714-BC0D-F64786B8C006}" type="slidenum">
              <a:rPr lang="es-ES" smtClean="0"/>
              <a:pPr algn="r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87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REPRESENTACIONES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periódica repite su forma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gráfico permite reconocer regularidades que no siempre son evidentes al escuchar.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eje horizontal representa tiempo o posición.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eje vertical representa una magnitud.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repetición define un período.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26" name="Imagen 25" descr="Gráfico de seno y coseno tomado de la presentación de referencia del doc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4750" y="2481114"/>
            <a:ext cx="3714750" cy="1648121"/>
          </a:xfrm>
          <a:prstGeom prst="rect">
            <a:avLst/>
          </a:prstGeom>
        </p:spPr>
      </p:pic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409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 fontScale="82272"/>
          </a:bodyPr>
          <a:lstStyle/>
          <a:p>
            <a:pPr algn="l"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eje y sus unidades deben explicitarse incluso cuando la forma parezca familiar.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Fuente: presentación original del docente.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53A7E32D-E9D3-CD27-D20F-F7494F6CCA2B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085061F-AC7D-949A-882F-CC682CA1CD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5EC7835F-8835-A7E9-A4FB-1B316C8187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1060B985-A0D6-43B6-9BE3-5D6CD61324BB}" type="slidenum">
              <a:rPr lang="es-ES" smtClean="0"/>
              <a:pPr algn="r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E6F7B2FC-5F9A-48AD-A85A-DE770F61A6C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 GUIADA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6486B3A5-5691-487A-BD6A-D9A54FDC78F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gráfico admite varias preguntas</a:t>
            </a:r>
          </a:p>
        </p:txBody>
      </p:sp>
      <p:sp>
        <p:nvSpPr>
          <p:cNvPr id="4" name="signal_axes">
            <a:extLst>
              <a:ext uri="{FF2B5EF4-FFF2-40B4-BE49-F238E27FC236}">
                <a16:creationId xmlns:a16="http://schemas.microsoft.com/office/drawing/2014/main" id="{61B9A204-3916-4FCA-80D7-027ED39A61CD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3429000" cy="190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ignal_wave">
            <a:extLst>
              <a:ext uri="{FF2B5EF4-FFF2-40B4-BE49-F238E27FC236}">
                <a16:creationId xmlns:a16="http://schemas.microsoft.com/office/drawing/2014/main" id="{4FAB8A55-898C-4E93-B99C-FB26ABC2DCFE}"/>
              </a:ext>
            </a:extLst>
          </p:cNvPr>
          <p:cNvSpPr>
            <a:spLocks noGrp="1"/>
          </p:cNvSpPr>
          <p:nvPr/>
        </p:nvSpPr>
        <p:spPr>
          <a:xfrm>
            <a:off x="1123950" y="1733550"/>
            <a:ext cx="3200400" cy="1371600"/>
          </a:xfrm>
          <a:prstGeom prst="wave">
            <a:avLst/>
          </a:prstGeom>
          <a:solidFill>
            <a:srgbClr val="000000">
              <a:alpha val="0"/>
            </a:srgbClr>
          </a:solidFill>
          <a:ln w="38100">
            <a:solidFill>
              <a:srgbClr val="2F7E83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B50028-B622-4475-A901-9615192C09D0}"/>
              </a:ext>
            </a:extLst>
          </p:cNvPr>
          <p:cNvSpPr>
            <a:spLocks noGrp="1"/>
          </p:cNvSpPr>
          <p:nvPr/>
        </p:nvSpPr>
        <p:spPr>
          <a:xfrm>
            <a:off x="3562350" y="25146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7" name="fa_caption">
            <a:extLst>
              <a:ext uri="{FF2B5EF4-FFF2-40B4-BE49-F238E27FC236}">
                <a16:creationId xmlns:a16="http://schemas.microsoft.com/office/drawing/2014/main" id="{FEB05DDC-9A1B-4A94-A2C5-1EB75150826A}"/>
              </a:ext>
            </a:extLst>
          </p:cNvPr>
          <p:cNvSpPr>
            <a:spLocks noGrp="1"/>
          </p:cNvSpPr>
          <p:nvPr/>
        </p:nvSpPr>
        <p:spPr>
          <a:xfrm>
            <a:off x="971550" y="3219450"/>
            <a:ext cx="3486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Diagrama esquemático editable.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44B432-4E67-4A65-966A-F4CBD5E54DC7}"/>
              </a:ext>
            </a:extLst>
          </p:cNvPr>
          <p:cNvSpPr>
            <a:spLocks noGrp="1"/>
          </p:cNvSpPr>
          <p:nvPr/>
        </p:nvSpPr>
        <p:spPr>
          <a:xfrm>
            <a:off x="5238750" y="18669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Preguntas que guían la lectura</a:t>
            </a:r>
          </a:p>
        </p:txBody>
      </p:sp>
      <p:sp>
        <p:nvSpPr>
          <p:cNvPr id="9" name="bullet_1">
            <a:extLst>
              <a:ext uri="{FF2B5EF4-FFF2-40B4-BE49-F238E27FC236}">
                <a16:creationId xmlns:a16="http://schemas.microsoft.com/office/drawing/2014/main" id="{FB18D5BD-5C56-4D0D-AE6F-D2A13018A97E}"/>
              </a:ext>
            </a:extLst>
          </p:cNvPr>
          <p:cNvSpPr>
            <a:spLocks noGrp="1"/>
          </p:cNvSpPr>
          <p:nvPr/>
        </p:nvSpPr>
        <p:spPr>
          <a:xfrm>
            <a:off x="5467350" y="2695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_text_1">
            <a:extLst>
              <a:ext uri="{FF2B5EF4-FFF2-40B4-BE49-F238E27FC236}">
                <a16:creationId xmlns:a16="http://schemas.microsoft.com/office/drawing/2014/main" id="{E6ED412B-9A93-4A16-8373-9A769354D4EE}"/>
              </a:ext>
            </a:extLst>
          </p:cNvPr>
          <p:cNvSpPr>
            <a:spLocks noGrp="1"/>
          </p:cNvSpPr>
          <p:nvPr/>
        </p:nvSpPr>
        <p:spPr>
          <a:xfrm>
            <a:off x="5734050" y="2571750"/>
            <a:ext cx="525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representa cada eje?</a:t>
            </a:r>
          </a:p>
        </p:txBody>
      </p:sp>
      <p:sp>
        <p:nvSpPr>
          <p:cNvPr id="11" name="bullet_2">
            <a:extLst>
              <a:ext uri="{FF2B5EF4-FFF2-40B4-BE49-F238E27FC236}">
                <a16:creationId xmlns:a16="http://schemas.microsoft.com/office/drawing/2014/main" id="{B5E82BBA-A3BC-4E6D-A31D-B4418EFCC6C6}"/>
              </a:ext>
            </a:extLst>
          </p:cNvPr>
          <p:cNvSpPr>
            <a:spLocks noGrp="1"/>
          </p:cNvSpPr>
          <p:nvPr/>
        </p:nvSpPr>
        <p:spPr>
          <a:xfrm>
            <a:off x="546735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ullet_text_2">
            <a:extLst>
              <a:ext uri="{FF2B5EF4-FFF2-40B4-BE49-F238E27FC236}">
                <a16:creationId xmlns:a16="http://schemas.microsoft.com/office/drawing/2014/main" id="{66541F6F-605A-4291-9CEC-47F590A4720F}"/>
              </a:ext>
            </a:extLst>
          </p:cNvPr>
          <p:cNvSpPr>
            <a:spLocks noGrp="1"/>
          </p:cNvSpPr>
          <p:nvPr/>
        </p:nvSpPr>
        <p:spPr>
          <a:xfrm>
            <a:off x="5734050" y="3219450"/>
            <a:ext cx="525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¿Cuál es el valor máximo?</a:t>
            </a:r>
          </a:p>
        </p:txBody>
      </p:sp>
      <p:sp>
        <p:nvSpPr>
          <p:cNvPr id="13" name="bullet_3">
            <a:extLst>
              <a:ext uri="{FF2B5EF4-FFF2-40B4-BE49-F238E27FC236}">
                <a16:creationId xmlns:a16="http://schemas.microsoft.com/office/drawing/2014/main" id="{849D4441-4EC4-4F70-BF8D-E5AF98FFDE0F}"/>
              </a:ext>
            </a:extLst>
          </p:cNvPr>
          <p:cNvSpPr>
            <a:spLocks noGrp="1"/>
          </p:cNvSpPr>
          <p:nvPr/>
        </p:nvSpPr>
        <p:spPr>
          <a:xfrm>
            <a:off x="5467350" y="39909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bullet_text_3">
            <a:extLst>
              <a:ext uri="{FF2B5EF4-FFF2-40B4-BE49-F238E27FC236}">
                <a16:creationId xmlns:a16="http://schemas.microsoft.com/office/drawing/2014/main" id="{4881721A-209B-445A-A0AD-D646DDAC52E9}"/>
              </a:ext>
            </a:extLst>
          </p:cNvPr>
          <p:cNvSpPr>
            <a:spLocks noGrp="1"/>
          </p:cNvSpPr>
          <p:nvPr/>
        </p:nvSpPr>
        <p:spPr>
          <a:xfrm>
            <a:off x="5734050" y="3867150"/>
            <a:ext cx="525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¿Cuánto tarda en repetirse la forma?</a:t>
            </a:r>
          </a:p>
        </p:txBody>
      </p:sp>
      <p:sp>
        <p:nvSpPr>
          <p:cNvPr id="15" name="bullet_4">
            <a:extLst>
              <a:ext uri="{FF2B5EF4-FFF2-40B4-BE49-F238E27FC236}">
                <a16:creationId xmlns:a16="http://schemas.microsoft.com/office/drawing/2014/main" id="{92EE378A-B1E2-4EB7-8984-BB7547460756}"/>
              </a:ext>
            </a:extLst>
          </p:cNvPr>
          <p:cNvSpPr>
            <a:spLocks noGrp="1"/>
          </p:cNvSpPr>
          <p:nvPr/>
        </p:nvSpPr>
        <p:spPr>
          <a:xfrm>
            <a:off x="5467350" y="46386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ullet_text_4">
            <a:extLst>
              <a:ext uri="{FF2B5EF4-FFF2-40B4-BE49-F238E27FC236}">
                <a16:creationId xmlns:a16="http://schemas.microsoft.com/office/drawing/2014/main" id="{1CADF45A-9A2C-434F-AAB7-10818B28BDA3}"/>
              </a:ext>
            </a:extLst>
          </p:cNvPr>
          <p:cNvSpPr>
            <a:spLocks noGrp="1"/>
          </p:cNvSpPr>
          <p:nvPr/>
        </p:nvSpPr>
        <p:spPr>
          <a:xfrm>
            <a:off x="5734050" y="4514850"/>
            <a:ext cx="5257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cambia si aumenta la frecuencia?</a:t>
            </a:r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AEA52868-81D7-67C5-184E-F64FC5EE5E5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8450FB6A-E2D2-9A1A-9B4B-70DC38F484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834DD1CD-B3F9-DA27-07FD-2E45F682D4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9CA9596E-D94D-48D7-199C-CC38FBB01E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BA6B0A21-BCB8-4A3F-B261-5C6ED3AE2361}" type="slidenum">
              <a:rPr lang="es-ES" smtClean="0"/>
              <a:pPr algn="r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GRÁFICO EDITABLE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frecuencia: más ciclos en el mismo tiempo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800100" y="1790700"/>
          <a:ext cx="681990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OBSERVACIÓN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período se mide entre dos puntos equivalentes de ciclos consecutivos.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1 / T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ilustrativos.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gráfico 14">
            <a:extLst>
              <a:ext uri="{FF2B5EF4-FFF2-40B4-BE49-F238E27FC236}">
                <a16:creationId xmlns:a16="http://schemas.microsoft.com/office/drawing/2014/main" id="{037E51DA-6697-7984-784B-648406DB471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/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1944AD0-DF54-E6F8-4A89-FB4704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56D38C4-B1D5-4C8E-BE72-930FD8BDBC8E}" type="slidenum">
              <a:rPr lang="es-ES" smtClean="0"/>
              <a:pPr algn="r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DOS IDEAS RELACIONADAS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no es lo mismo que interpretar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Descripción física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Trabaja con magnitudes medibles: tiempo, presión, frecuencia, nivel y distancia.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Experiencia perceptiva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Describe cómo una persona percibe e interpreta esa señal en un contexto.</a:t>
            </a:r>
          </a:p>
        </p:txBody>
      </p:sp>
      <p:sp>
        <p:nvSpPr>
          <p:cNvPr id="8" name="columns_divider">
            <a:extLst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19050" cy="3048000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lumns_recap_box">
            <a:extLst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10" name="columns_recap_accent">
            <a:extLst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66675" cy="9906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olumns_recap_label">
            <a:extLst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702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12" name="columns_recap_text">
            <a:extLst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noGrp="1"/>
          </p:cNvSpPr>
          <p:nvPr/>
        </p:nvSpPr>
        <p:spPr>
          <a:xfrm>
            <a:off x="2590800" y="4886325"/>
            <a:ext cx="702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acústica vincula ambos niveles sin confundirlos.</a:t>
            </a: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6785EA90-6BDE-36BA-3227-574E33B9BB7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AE0CBC14-698B-D30C-405B-0905C06A4A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812DB09B-4126-BEDD-75A6-549B499110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B759C1D2-CD91-24D9-818D-3BEDD1F548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602F4707-DF6D-4294-BB93-51F5AE613322}" type="slidenum">
              <a:rPr lang="es-ES" smtClean="0"/>
              <a:pPr algn="r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Período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950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95059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período T es el intervalo de tiempo que tarda una señal periódica en completar un ciclo.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expresa en segundos (s) o en submúltiplos adecuados, como milisegundos (ms).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F2010E50-074D-E1AB-592C-526472EEDD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8521844B-5D07-F6A3-3105-CD6C627D97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EF7231C5-674D-43AF-A7BF-A95F7B1AC02E}" type="slidenum">
              <a:rPr lang="es-ES" smtClean="0"/>
              <a:pPr algn="r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 ENTRE MAGNITUDES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período son magnitudes inversas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1 / T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SÍMBOLOS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frecuencia (Hz)</a:t>
            </a:r>
          </a:p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T: período (s)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el período disminuye, caben más ciclos en el mismo segundo.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9A5618CF-586B-8F30-0B3A-764D8EE73E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DFA4AEA-C2E6-B3DD-894D-EFB31AD881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4E3DF21-1703-4AF3-A758-2190B581AEE3}" type="slidenum">
              <a:rPr lang="es-ES" smtClean="0"/>
              <a:pPr algn="r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período a frecuencia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señal repite su forma cada 2 ms.</a:t>
            </a:r>
          </a:p>
          <a:p>
            <a:endParaRPr sz="2100" b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¿Cuál es su frecuencia?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la unidad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ms = 0,002 s</a:t>
            </a:r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Aplicar la relación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 = 1 / 0,002 s</a:t>
            </a:r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Expresar el resultado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500 Hz</a:t>
            </a:r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6F82152-2122-6ED7-12A5-128BBB8F4D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01361ED7-7DE1-C9F5-4850-6DE3AD68BB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1685110A-6086-4FE8-8F00-9DEAECCAACBB}" type="slidenum">
              <a:rPr lang="es-ES" smtClean="0"/>
              <a:pPr algn="r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baja y frecuencia alta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Frecuencia baja</a:t>
            </a:r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solidFill>
            <a:srgbClr val="000000">
              <a:alpha val="0"/>
            </a:srgbClr>
          </a:solidFill>
          <a:ln w="38100">
            <a:solidFill>
              <a:srgbClr val="2F7E83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menos ciclos por segundo</a:t>
            </a:r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Frecuencia alta</a:t>
            </a:r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9F541A"/>
            </a:solidFill>
            <a:prstDash val="solid"/>
          </a:ln>
        </p:spPr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9F541A"/>
            </a:solidFill>
            <a:prstDash val="solid"/>
          </a:ln>
        </p:spPr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9F541A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más ciclos por segundo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476500" y="53530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comparación mantiene la misma escala temporal.</a:t>
            </a:r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E3FCF120-F729-FCB4-BDB0-D698581F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58E99E8A-B81B-7D7D-41FF-39B456224D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5DBCCD25-7213-4B32-B316-993301A50991}" type="slidenum">
              <a:rPr lang="es-ES" smtClean="0"/>
              <a:pPr algn="r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SECUENCIA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evento físico a la respuesta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vibra</a:t>
            </a:r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transmite</a:t>
            </a:r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Oído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transforma</a:t>
            </a:r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800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etapa usa un tipo diferente de modelo y evidencia.</a:t>
            </a:r>
          </a:p>
        </p:txBody>
      </p:sp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6" name="Marcador de contenido 25">
            <a:extLst>
              <a:ext uri="{FF2B5EF4-FFF2-40B4-BE49-F238E27FC236}">
                <a16:creationId xmlns:a16="http://schemas.microsoft.com/office/drawing/2014/main" id="{6127EE90-FB13-61BA-9B22-9A6F41CF56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4B950AAB-16B5-A0EC-07A6-DD101176DA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9CA5DB51-531C-4AFB-9FB5-87CA9A3111B8}" type="slidenum">
              <a:rPr lang="es-ES" smtClean="0"/>
              <a:pPr algn="r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CONEXIÓN CON FONOAUDIOLOGÍA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una señal ayuda a interpretar una respuesta auditiva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Concepto físico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Frecuencia, duración y nivel describen aspectos distintos de una señal acústica.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CONEXIÓN CON FONOAUDIOLOGÍA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audiometría, la frecuencia del estímulo y el nivel de presentación deben registrarse con unidades explícitas.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aplicación aparece después de que el concepto quedó definido.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A3D5C02-CF5F-109D-0229-4AE66B4EB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6E8F6E6F-88A0-B6F3-1A55-4ECB44E5284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A330D82D-5740-4471-AF56-8696EEE2E4B5}" type="slidenum">
              <a:rPr lang="es-ES" smtClean="0"/>
              <a:pPr algn="r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Pregunta al curso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91249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dos señales tienen el mismo período, ¿pueden tener frecuencias distintas?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Justificar la respuesta usando la relación f = 1 / T.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Pausa sugerida: 45 s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F6F9A28D-F37A-E720-673A-0CEFF70C991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4D006D8-E83F-D9C3-8B8D-B6D599E1FE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1CFE78DF-3976-48C8-961D-AA1C8CA99F09}" type="slidenum">
              <a:rPr lang="es-ES" smtClean="0"/>
              <a:pPr algn="r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PRÁCTICA BREVE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Mini ejercicio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señal completa 8 ciclos en 4 segundos.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la frecuencia.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el período.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Indicar las unidades.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RESOLUCIÓN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________</a:t>
            </a:r>
          </a:p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________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Comparar el resultado con un compañero antes de la puesta en común.</a:t>
            </a:r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94D641CE-A947-4811-218C-A98DA148A98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E26C62D-9337-AF8B-40C2-2A4702217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FA59FE3F-4350-D2A7-82BC-96F5B231B23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B71E6959-ACF4-0436-802C-200F793D53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81336448-9F7A-438A-9B1D-8F6491D87475}" type="slidenum">
              <a:rPr lang="es-ES" smtClean="0"/>
              <a:pPr algn="r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3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37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Confundir frecuencia con rapidez de propagación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0">
                <a:solidFill>
                  <a:srgbClr val="A33A3A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A33A3A"/>
                </a:solidFill>
                <a:latin typeface="Calibri"/>
                <a:ea typeface="Calibri"/>
                <a:cs typeface="Calibri"/>
              </a:rPr>
              <a:t>“Si la frecuencia aumenta, el sonido viaja más rápido.”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F6F5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F6F55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 mismo medio y bajo las mismas condiciones, la rapidez de propagación no se determina solo por la frecuencia.</a:t>
            </a:r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336DB3A1-9D14-58B9-FC36-85FE733C20C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6CCF4192-21E4-27D0-9527-E24A4FE7AB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BDAFD395-8463-4588-B260-79B86AAD3E51}" type="slidenum">
              <a:rPr lang="es-ES" smtClean="0"/>
              <a:pPr algn="r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PAUSA DE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Resumen parcial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Toda magnitud necesita un valor y una unidad.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período describe cuánto dura un ciclo.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frecuencia indica cuántos ciclos ocurren por segundo.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y período son magnitudes inversas.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RECAPITULACIÓN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seguir:</a:t>
            </a:r>
          </a:p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¿podemos explicar f = 1/T con palabras?</a:t>
            </a:r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AC51B1F-33D2-6ACE-5EFB-BA49785A52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B154B8B5-2BCC-014B-420F-1BEB377999A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A33687D1-4041-4057-AFDA-E8313599D529}" type="slidenum">
              <a:rPr lang="es-ES" smtClean="0"/>
              <a:pPr algn="r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CIERRE DE UNIDAD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Recapitulación final</a:t>
            </a:r>
          </a:p>
        </p:txBody>
      </p:sp>
      <p:sp>
        <p:nvSpPr>
          <p:cNvPr id="4" name="recap_node_1">
            <a:extLst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Fenómeno</a:t>
            </a:r>
          </a:p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acústico</a:t>
            </a:r>
          </a:p>
        </p:txBody>
      </p:sp>
      <p:sp>
        <p:nvSpPr>
          <p:cNvPr id="6" name="recap_node_2">
            <a:extLst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noGrp="1"/>
          </p:cNvSpPr>
          <p:nvPr/>
        </p:nvSpPr>
        <p:spPr>
          <a:xfrm>
            <a:off x="3962400" y="20383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Magnitudes</a:t>
            </a:r>
          </a:p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unidades</a:t>
            </a:r>
          </a:p>
        </p:txBody>
      </p:sp>
      <p:sp>
        <p:nvSpPr>
          <p:cNvPr id="8" name="recap_node_3">
            <a:extLst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noGrp="1"/>
          </p:cNvSpPr>
          <p:nvPr/>
        </p:nvSpPr>
        <p:spPr>
          <a:xfrm>
            <a:off x="3962400" y="38290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Gráficos</a:t>
            </a:r>
          </a:p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funciones</a:t>
            </a:r>
          </a:p>
        </p:txBody>
      </p:sp>
      <p:sp>
        <p:nvSpPr>
          <p:cNvPr id="10" name="recap_node_4">
            <a:extLst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noGrp="1"/>
          </p:cNvSpPr>
          <p:nvPr/>
        </p:nvSpPr>
        <p:spPr>
          <a:xfrm>
            <a:off x="67056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Modelos</a:t>
            </a:r>
          </a:p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y relaciones</a:t>
            </a:r>
          </a:p>
        </p:txBody>
      </p:sp>
      <p:sp>
        <p:nvSpPr>
          <p:cNvPr id="12" name="recap_node_5">
            <a:extLst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847850" cy="1123950"/>
          </a:xfrm>
          <a:prstGeom prst="roundRect">
            <a:avLst>
              <a:gd name="adj" fmla="val 6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Aplicación</a:t>
            </a:r>
          </a:p>
          <a:p>
            <a:pPr algn="ctr">
              <a:defRPr sz="1875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audiológica</a:t>
            </a:r>
          </a:p>
        </p:txBody>
      </p:sp>
      <p:cxnSp>
        <p:nvCxnSpPr>
          <p:cNvPr id="33" name="Conector: angular 32"/>
          <p:cNvCxnSpPr>
            <a:stCxn id="4" idx="3"/>
            <a:endCxn id="6" idx="1"/>
          </p:cNvCxnSpPr>
          <p:nvPr/>
        </p:nvCxnSpPr>
        <p:spPr>
          <a:xfrm flipV="1">
            <a:off x="3333750" y="2447925"/>
            <a:ext cx="4953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4" name="Conector: angular 33"/>
          <p:cNvCxnSpPr>
            <a:stCxn id="4" idx="2"/>
            <a:endCxn id="8" idx="1"/>
          </p:cNvCxnSpPr>
          <p:nvPr/>
        </p:nvCxnSpPr>
        <p:spPr>
          <a:xfrm>
            <a:off x="2143125" y="3638550"/>
            <a:ext cx="1685925" cy="600075"/>
          </a:xfrm>
          <a:prstGeom prst="bentConnector5">
            <a:avLst>
              <a:gd name="adj1" fmla="val 0"/>
              <a:gd name="adj2" fmla="val 38095"/>
              <a:gd name="adj3" fmla="val 86441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5" name="Conector: angular 34"/>
          <p:cNvCxnSpPr>
            <a:stCxn id="6" idx="3"/>
            <a:endCxn id="10" idx="0"/>
          </p:cNvCxnSpPr>
          <p:nvPr/>
        </p:nvCxnSpPr>
        <p:spPr>
          <a:xfrm>
            <a:off x="6210300" y="2286000"/>
            <a:ext cx="1685925" cy="228600"/>
          </a:xfrm>
          <a:prstGeom prst="bentConnector4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6" name="Conector: angular 35"/>
          <p:cNvCxnSpPr>
            <a:stCxn id="8" idx="3"/>
            <a:endCxn id="10" idx="2"/>
          </p:cNvCxnSpPr>
          <p:nvPr/>
        </p:nvCxnSpPr>
        <p:spPr>
          <a:xfrm flipV="1">
            <a:off x="6210300" y="3638550"/>
            <a:ext cx="1685925" cy="600075"/>
          </a:xfrm>
          <a:prstGeom prst="bentConnector2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7" name="Conector recto de flecha 36"/>
          <p:cNvCxnSpPr>
            <a:stCxn id="10" idx="3"/>
            <a:endCxn id="12" idx="1"/>
          </p:cNvCxnSpPr>
          <p:nvPr/>
        </p:nvCxnSpPr>
        <p:spPr>
          <a:xfrm>
            <a:off x="9086850" y="3076575"/>
            <a:ext cx="4953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matemática organiza el fenómeno; la aplicación le devuelve contexto.</a:t>
            </a: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9CD2C2F8-E628-CA76-D686-BB4806CA840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E6FC8F9-C0C4-6476-20CA-F8BB562DA71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48DCF458-710D-5FD6-E1A6-D16CA392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456A0307-F779-4344-B886-D9280EB668B3}" type="slidenum">
              <a:rPr lang="es-ES" smtClean="0"/>
              <a:pPr algn="r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DATOS EDITABLES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útiles en acústica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1143000" y="1885950"/>
          <a:ext cx="9906000" cy="29527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Prefijo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kHz = 1000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mili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10⁻³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ms = 0,001 s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10⁻⁶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µs = 0,000001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mega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a:t>10⁶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1 MHz = 1 000 000 Hz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219700"/>
            <a:ext cx="876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mayúscula importa: m y M representan factores muy diferentes.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56E61ED-0FD4-2C09-6E12-1D1CB336653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abla 6">
            <a:extLst>
              <a:ext uri="{FF2B5EF4-FFF2-40B4-BE49-F238E27FC236}">
                <a16:creationId xmlns:a16="http://schemas.microsoft.com/office/drawing/2014/main" id="{3E0641FC-7532-A427-1590-9BE2BA261B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/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75C1E51-4091-924B-8217-FE4C5CE23A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35371791-CC55-AC21-40A2-17827BAE70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4FEE56A1-BB6C-438D-8886-FF44760C7C6B}" type="slidenum">
              <a:rPr lang="es-ES" smtClean="0"/>
              <a:pPr algn="r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RECURSO MULTIMEDIA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4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Observar una perturbación que se propaga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</p:sp>
      <p:pic>
        <p:nvPicPr>
          <p:cNvPr id="16" name="Imagen 15" descr="GIF didáctico que muestra una perturbación propagándose sobre una grill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06411" y="1962150"/>
            <a:ext cx="4150179" cy="3143250"/>
          </a:xfrm>
          <a:prstGeom prst="rect">
            <a:avLst/>
          </a:prstGeom>
        </p:spPr>
      </p:pic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VIDEO O AUDIO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Mirar un punto de la grilla:</a:t>
            </a:r>
          </a:p>
          <a:p>
            <a:endParaRPr sz="1800" b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  <a:p>
            <a:pPr algn="l"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¿se desplaza con el frente o vuelve cerca de su posición inicial?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GIF se conserva como archivo multimedia; la captura renderizada muestra su primer cuadro.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Fuente: presentación original del docente.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DEFA639-BD38-F6AB-B29B-B977F08744D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medios 12">
            <a:extLst>
              <a:ext uri="{FF2B5EF4-FFF2-40B4-BE49-F238E27FC236}">
                <a16:creationId xmlns:a16="http://schemas.microsoft.com/office/drawing/2014/main" id="{E7F4D2DE-E8DF-2AB9-1516-7EBA4ED5B23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5E51ADE-AD57-0371-D573-88B566E2BB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076EB7A8-105E-44D9-AF9B-E4B002172AD7}" type="slidenum">
              <a:rPr lang="es-ES" smtClean="0"/>
              <a:pPr algn="r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FUENTES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Bibliografía y recursos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Libro del curso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Capítulo correspondiente a la Unidad 1.</a:t>
            </a:r>
          </a:p>
        </p:txBody>
      </p:sp>
      <p:sp>
        <p:nvSpPr>
          <p:cNvPr id="6" name="reference_rule_1">
            <a:extLst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Programa oficial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Alcance mínimo y organización de contenidos.</a:t>
            </a:r>
          </a:p>
        </p:txBody>
      </p:sp>
      <p:sp>
        <p:nvSpPr>
          <p:cNvPr id="9" name="reference_rule_2">
            <a:extLst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Material complementario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Normas, artículos o recursos audiovisuales registrados en el manifiesto.</a:t>
            </a:r>
          </a:p>
        </p:txBody>
      </p:sp>
      <p:sp>
        <p:nvSpPr>
          <p:cNvPr id="12" name="reference_rule_3">
            <a:extLst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Para enlaces externos, incluir organización, URL, fecha de acceso y licencia conocida.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D93D457B-A092-5BC9-06E0-5FA99CC63C9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FF2A9378-84B1-5FC4-D476-4C5E0A9A25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E8732B64-9C97-4971-8B5F-42781D287601}" type="slidenum">
              <a:rPr lang="es-ES" smtClean="0"/>
              <a:pPr algn="r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8953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394"/>
          </a:bodyPr>
          <a:lstStyle/>
          <a:p>
            <a:pPr algn="l">
              <a:def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1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8191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Próxima clase: fuerzas, energía y leyes que describen el movimiento.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de salida: ¿qué magnitud de esta unidad te resulta todavía menos intuitiva?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C75C1836-AD8F-B1B2-2E21-85E743D6B8C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A4E332E6-ECA1-6D49-09AD-EDA7C7F20FE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2046D0-504B-93BA-A56B-3D44A8F3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551B1DD-AE22-4797-A41E-B58F85D9714A}" type="slidenum">
              <a:rPr lang="es-ES" smtClean="0"/>
              <a:pPr algn="r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SÍNTESIS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leer una señal: cuatro preguntas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2705100" y="2647950"/>
            <a:ext cx="1428750" cy="11430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2F7E83"/>
            </a:solidFill>
            <a:prstDash val="solid"/>
          </a:ln>
        </p:spPr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1428750" cy="11430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2F7E83"/>
            </a:solidFill>
            <a:prstDash val="solid"/>
          </a:ln>
        </p:spPr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1428750" cy="11430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2F7E83"/>
            </a:solidFill>
            <a:prstDash val="solid"/>
          </a:ln>
        </p:spPr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solidFill>
            <a:srgbClr val="000000">
              <a:alpha val="0"/>
            </a:srgbClr>
          </a:solidFill>
          <a:ln w="33338">
            <a:solidFill>
              <a:srgbClr val="2F7E83"/>
            </a:solidFill>
            <a:prstDash val="solid"/>
          </a:ln>
        </p:spPr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5111"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representan los ejes?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0575"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valor máximo alcanza?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¿Cuándo se repite?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5148"/>
          </a:bodyPr>
          <a:lstStyle/>
          <a:p>
            <a:pPr algn="l"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unidad corresponde?</a:t>
            </a:r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428750" y="5314950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Diagrama esquemático editable; reemplazar por datos reales cuando corresponda.</a:t>
            </a:r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F5E928F7-129F-F9F5-4876-10F9C558E2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BBF5632-20E4-4D54-B3A4-92C990DA26EE}" type="slidenum">
              <a:rPr lang="es-ES" smtClean="0"/>
              <a:pPr algn="r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MATERIAL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Apéndice: notación y unidades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Convenciones del curso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variables se escriben en cursiva cuando corresponde.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unidades se escriben sin cursiva: s, Hz, Pa, m.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Todo resultado numérico incluye unidad y precisión razonable.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escalas logarítmicas se identifican de forma explícita.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95900"/>
            <a:ext cx="512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OBSERVACIÓN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5924550" y="5534025"/>
            <a:ext cx="512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3467"/>
          </a:bodyPr>
          <a:lstStyle/>
          <a:p>
            <a:pPr algn="l">
              <a:defRPr sz="15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apéndice sirve para consulta; no reemplaza la explicación durante la secuencia principal.</a:t>
            </a:r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80BD6D4E-5B2F-9C42-41A3-436310161F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89BA0A7D-AABB-4192-B838-2BA5BB3178BC}" type="slidenum">
              <a:rPr lang="es-ES" smtClean="0"/>
              <a:pPr algn="r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atGPT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D9DCE0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</Words>
  <Application>Microsoft Office PowerPoint</Application>
  <DocSecurity>0</DocSecurity>
  <PresentationFormat>Panorámica</PresentationFormat>
  <Paragraphs>305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2026-07-28T21:44:53Z</dcterms:created>
  <dcterms:modified xsi:type="dcterms:W3CDTF">2026-07-28T21:49:36Z</dcterms:modified>
</cp:coreProperties>
</file>