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80" r:id="rId4"/>
    <p:sldId id="279" r:id="rId5"/>
    <p:sldId id="281" r:id="rId6"/>
    <p:sldId id="282" r:id="rId7"/>
    <p:sldId id="283" r:id="rId8"/>
    <p:sldId id="295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6" r:id="rId17"/>
    <p:sldId id="291" r:id="rId18"/>
    <p:sldId id="293" r:id="rId19"/>
    <p:sldId id="29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56806-A6E9-42AC-9F35-80256F1A68F4}" v="9" dt="2025-08-15T15:49:52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BBA1E9F9-AF54-4E3D-ACDD-0AA34071093B}"/>
    <pc:docChg chg="undo custSel addSld delSld modSld sldOrd">
      <pc:chgData name="Maximiliano Ortiz" userId="90727fd8e92db46b" providerId="LiveId" clId="{BBA1E9F9-AF54-4E3D-ACDD-0AA34071093B}" dt="2024-09-02T14:10:36.562" v="4442" actId="167"/>
      <pc:docMkLst>
        <pc:docMk/>
      </pc:docMkLst>
      <pc:sldChg chg="addSp delSp modSp new mod setBg delDesignElem">
        <pc:chgData name="Maximiliano Ortiz" userId="90727fd8e92db46b" providerId="LiveId" clId="{BBA1E9F9-AF54-4E3D-ACDD-0AA34071093B}" dt="2024-08-30T14:50:50.087" v="248" actId="1076"/>
        <pc:sldMkLst>
          <pc:docMk/>
          <pc:sldMk cId="2539292964" sldId="256"/>
        </pc:sldMkLst>
      </pc:sldChg>
      <pc:sldChg chg="addSp modSp new mod">
        <pc:chgData name="Maximiliano Ortiz" userId="90727fd8e92db46b" providerId="LiveId" clId="{BBA1E9F9-AF54-4E3D-ACDD-0AA34071093B}" dt="2024-09-02T13:17:48.987" v="4435" actId="20577"/>
        <pc:sldMkLst>
          <pc:docMk/>
          <pc:sldMk cId="4112069243" sldId="257"/>
        </pc:sldMkLst>
      </pc:sldChg>
      <pc:sldChg chg="addSp delSp modSp add mod">
        <pc:chgData name="Maximiliano Ortiz" userId="90727fd8e92db46b" providerId="LiveId" clId="{BBA1E9F9-AF54-4E3D-ACDD-0AA34071093B}" dt="2024-09-02T13:17:44.190" v="4433" actId="20577"/>
        <pc:sldMkLst>
          <pc:docMk/>
          <pc:sldMk cId="3313060980" sldId="258"/>
        </pc:sldMkLst>
      </pc:sldChg>
      <pc:sldChg chg="addSp modSp add del ord">
        <pc:chgData name="Maximiliano Ortiz" userId="90727fd8e92db46b" providerId="LiveId" clId="{BBA1E9F9-AF54-4E3D-ACDD-0AA34071093B}" dt="2024-08-30T17:38:45.147" v="257" actId="2696"/>
        <pc:sldMkLst>
          <pc:docMk/>
          <pc:sldMk cId="2263933884" sldId="259"/>
        </pc:sldMkLst>
      </pc:sldChg>
      <pc:sldChg chg="addSp delSp modSp add mod">
        <pc:chgData name="Maximiliano Ortiz" userId="90727fd8e92db46b" providerId="LiveId" clId="{BBA1E9F9-AF54-4E3D-ACDD-0AA34071093B}" dt="2024-09-02T13:17:39.771" v="4431" actId="20577"/>
        <pc:sldMkLst>
          <pc:docMk/>
          <pc:sldMk cId="3996677481" sldId="259"/>
        </pc:sldMkLst>
      </pc:sldChg>
      <pc:sldChg chg="addSp delSp modSp add mod">
        <pc:chgData name="Maximiliano Ortiz" userId="90727fd8e92db46b" providerId="LiveId" clId="{BBA1E9F9-AF54-4E3D-ACDD-0AA34071093B}" dt="2024-09-02T13:16:30.884" v="4405" actId="20577"/>
        <pc:sldMkLst>
          <pc:docMk/>
          <pc:sldMk cId="638531152" sldId="260"/>
        </pc:sldMkLst>
      </pc:sldChg>
      <pc:sldChg chg="delSp add del mod ord">
        <pc:chgData name="Maximiliano Ortiz" userId="90727fd8e92db46b" providerId="LiveId" clId="{BBA1E9F9-AF54-4E3D-ACDD-0AA34071093B}" dt="2024-08-30T18:00:51.379" v="729" actId="47"/>
        <pc:sldMkLst>
          <pc:docMk/>
          <pc:sldMk cId="1283494660" sldId="260"/>
        </pc:sldMkLst>
      </pc:sldChg>
      <pc:sldChg chg="addSp delSp modSp add mod">
        <pc:chgData name="Maximiliano Ortiz" userId="90727fd8e92db46b" providerId="LiveId" clId="{BBA1E9F9-AF54-4E3D-ACDD-0AA34071093B}" dt="2024-09-02T13:17:34.423" v="4429" actId="20577"/>
        <pc:sldMkLst>
          <pc:docMk/>
          <pc:sldMk cId="529032530" sldId="261"/>
        </pc:sldMkLst>
      </pc:sldChg>
      <pc:sldChg chg="addSp delSp modSp add mod">
        <pc:chgData name="Maximiliano Ortiz" userId="90727fd8e92db46b" providerId="LiveId" clId="{BBA1E9F9-AF54-4E3D-ACDD-0AA34071093B}" dt="2024-09-02T13:17:27.929" v="4427" actId="20577"/>
        <pc:sldMkLst>
          <pc:docMk/>
          <pc:sldMk cId="4257080269" sldId="262"/>
        </pc:sldMkLst>
      </pc:sldChg>
      <pc:sldChg chg="addSp delSp modSp new mod delAnim modAnim">
        <pc:chgData name="Maximiliano Ortiz" userId="90727fd8e92db46b" providerId="LiveId" clId="{BBA1E9F9-AF54-4E3D-ACDD-0AA34071093B}" dt="2024-09-02T13:17:22.296" v="4425" actId="20577"/>
        <pc:sldMkLst>
          <pc:docMk/>
          <pc:sldMk cId="4130917665" sldId="263"/>
        </pc:sldMkLst>
      </pc:sldChg>
      <pc:sldChg chg="addSp delSp modSp add mod ord">
        <pc:chgData name="Maximiliano Ortiz" userId="90727fd8e92db46b" providerId="LiveId" clId="{BBA1E9F9-AF54-4E3D-ACDD-0AA34071093B}" dt="2024-09-02T14:10:36.562" v="4442" actId="167"/>
        <pc:sldMkLst>
          <pc:docMk/>
          <pc:sldMk cId="3131623288" sldId="264"/>
        </pc:sldMkLst>
      </pc:sldChg>
      <pc:sldChg chg="addSp modSp add mod">
        <pc:chgData name="Maximiliano Ortiz" userId="90727fd8e92db46b" providerId="LiveId" clId="{BBA1E9F9-AF54-4E3D-ACDD-0AA34071093B}" dt="2024-09-02T13:17:11.268" v="4421" actId="20577"/>
        <pc:sldMkLst>
          <pc:docMk/>
          <pc:sldMk cId="2731673417" sldId="265"/>
        </pc:sldMkLst>
      </pc:sldChg>
      <pc:sldChg chg="addSp delSp modSp add mod">
        <pc:chgData name="Maximiliano Ortiz" userId="90727fd8e92db46b" providerId="LiveId" clId="{BBA1E9F9-AF54-4E3D-ACDD-0AA34071093B}" dt="2024-09-02T13:17:05.913" v="4419" actId="20577"/>
        <pc:sldMkLst>
          <pc:docMk/>
          <pc:sldMk cId="1821807299" sldId="266"/>
        </pc:sldMkLst>
      </pc:sldChg>
      <pc:sldChg chg="addSp delSp modSp add mod">
        <pc:chgData name="Maximiliano Ortiz" userId="90727fd8e92db46b" providerId="LiveId" clId="{BBA1E9F9-AF54-4E3D-ACDD-0AA34071093B}" dt="2024-09-02T13:17:01.421" v="4417" actId="20577"/>
        <pc:sldMkLst>
          <pc:docMk/>
          <pc:sldMk cId="798815619" sldId="267"/>
        </pc:sldMkLst>
      </pc:sldChg>
      <pc:sldChg chg="addSp delSp modSp new mod">
        <pc:chgData name="Maximiliano Ortiz" userId="90727fd8e92db46b" providerId="LiveId" clId="{BBA1E9F9-AF54-4E3D-ACDD-0AA34071093B}" dt="2024-09-02T13:16:53.813" v="4415" actId="20577"/>
        <pc:sldMkLst>
          <pc:docMk/>
          <pc:sldMk cId="1138688640" sldId="268"/>
        </pc:sldMkLst>
      </pc:sldChg>
      <pc:sldChg chg="addSp delSp modSp new mod setBg">
        <pc:chgData name="Maximiliano Ortiz" userId="90727fd8e92db46b" providerId="LiveId" clId="{BBA1E9F9-AF54-4E3D-ACDD-0AA34071093B}" dt="2024-09-02T13:16:49.439" v="4413" actId="20577"/>
        <pc:sldMkLst>
          <pc:docMk/>
          <pc:sldMk cId="1407711151" sldId="269"/>
        </pc:sldMkLst>
      </pc:sldChg>
      <pc:sldChg chg="addSp delSp modSp new mod">
        <pc:chgData name="Maximiliano Ortiz" userId="90727fd8e92db46b" providerId="LiveId" clId="{BBA1E9F9-AF54-4E3D-ACDD-0AA34071093B}" dt="2024-09-02T13:16:37.123" v="4407" actId="20577"/>
        <pc:sldMkLst>
          <pc:docMk/>
          <pc:sldMk cId="1935614348" sldId="270"/>
        </pc:sldMkLst>
      </pc:sldChg>
      <pc:sldChg chg="addSp delSp modSp add mod ord">
        <pc:chgData name="Maximiliano Ortiz" userId="90727fd8e92db46b" providerId="LiveId" clId="{BBA1E9F9-AF54-4E3D-ACDD-0AA34071093B}" dt="2024-09-02T13:16:45.875" v="4411" actId="20577"/>
        <pc:sldMkLst>
          <pc:docMk/>
          <pc:sldMk cId="1431617985" sldId="271"/>
        </pc:sldMkLst>
      </pc:sldChg>
      <pc:sldChg chg="addSp delSp modSp add mod">
        <pc:chgData name="Maximiliano Ortiz" userId="90727fd8e92db46b" providerId="LiveId" clId="{BBA1E9F9-AF54-4E3D-ACDD-0AA34071093B}" dt="2024-09-02T13:16:41.481" v="4409" actId="20577"/>
        <pc:sldMkLst>
          <pc:docMk/>
          <pc:sldMk cId="2791213413" sldId="272"/>
        </pc:sldMkLst>
      </pc:sldChg>
      <pc:sldChg chg="addSp delSp modSp add mod">
        <pc:chgData name="Maximiliano Ortiz" userId="90727fd8e92db46b" providerId="LiveId" clId="{BBA1E9F9-AF54-4E3D-ACDD-0AA34071093B}" dt="2024-09-02T13:16:26.842" v="4403" actId="20577"/>
        <pc:sldMkLst>
          <pc:docMk/>
          <pc:sldMk cId="3711315888" sldId="273"/>
        </pc:sldMkLst>
      </pc:sldChg>
      <pc:sldChg chg="addSp delSp modSp add mod ord">
        <pc:chgData name="Maximiliano Ortiz" userId="90727fd8e92db46b" providerId="LiveId" clId="{BBA1E9F9-AF54-4E3D-ACDD-0AA34071093B}" dt="2024-09-02T13:16:21.959" v="4401" actId="20577"/>
        <pc:sldMkLst>
          <pc:docMk/>
          <pc:sldMk cId="3622249763" sldId="274"/>
        </pc:sldMkLst>
      </pc:sldChg>
      <pc:sldChg chg="addSp delSp modSp add mod">
        <pc:chgData name="Maximiliano Ortiz" userId="90727fd8e92db46b" providerId="LiveId" clId="{BBA1E9F9-AF54-4E3D-ACDD-0AA34071093B}" dt="2024-09-02T13:16:18.097" v="4399" actId="20577"/>
        <pc:sldMkLst>
          <pc:docMk/>
          <pc:sldMk cId="2854179172" sldId="275"/>
        </pc:sldMkLst>
      </pc:sldChg>
      <pc:sldChg chg="addSp modSp new mod">
        <pc:chgData name="Maximiliano Ortiz" userId="90727fd8e92db46b" providerId="LiveId" clId="{BBA1E9F9-AF54-4E3D-ACDD-0AA34071093B}" dt="2024-09-02T13:15:58.401" v="4393" actId="20577"/>
        <pc:sldMkLst>
          <pc:docMk/>
          <pc:sldMk cId="1469485309" sldId="276"/>
        </pc:sldMkLst>
      </pc:sldChg>
      <pc:sldChg chg="addSp delSp modSp add mod">
        <pc:chgData name="Maximiliano Ortiz" userId="90727fd8e92db46b" providerId="LiveId" clId="{BBA1E9F9-AF54-4E3D-ACDD-0AA34071093B}" dt="2024-09-02T13:16:12.912" v="4397" actId="20577"/>
        <pc:sldMkLst>
          <pc:docMk/>
          <pc:sldMk cId="1432806670" sldId="277"/>
        </pc:sldMkLst>
      </pc:sldChg>
      <pc:sldChg chg="addSp delSp modSp add mod">
        <pc:chgData name="Maximiliano Ortiz" userId="90727fd8e92db46b" providerId="LiveId" clId="{BBA1E9F9-AF54-4E3D-ACDD-0AA34071093B}" dt="2024-09-02T13:16:09.412" v="4395" actId="20577"/>
        <pc:sldMkLst>
          <pc:docMk/>
          <pc:sldMk cId="2440656323" sldId="278"/>
        </pc:sldMkLst>
      </pc:sldChg>
    </pc:docChg>
  </pc:docChgLst>
  <pc:docChgLst>
    <pc:chgData name="Maximiliano Ortiz" userId="90727fd8e92db46b" providerId="LiveId" clId="{44C56806-A6E9-42AC-9F35-80256F1A68F4}"/>
    <pc:docChg chg="modSld">
      <pc:chgData name="Maximiliano Ortiz" userId="90727fd8e92db46b" providerId="LiveId" clId="{44C56806-A6E9-42AC-9F35-80256F1A68F4}" dt="2025-08-15T15:49:52.600" v="7" actId="20577"/>
      <pc:docMkLst>
        <pc:docMk/>
      </pc:docMkLst>
      <pc:sldChg chg="modSp">
        <pc:chgData name="Maximiliano Ortiz" userId="90727fd8e92db46b" providerId="LiveId" clId="{44C56806-A6E9-42AC-9F35-80256F1A68F4}" dt="2025-08-15T15:49:52.600" v="7" actId="20577"/>
        <pc:sldMkLst>
          <pc:docMk/>
          <pc:sldMk cId="1764661166" sldId="286"/>
        </pc:sldMkLst>
        <pc:spChg chg="mod">
          <ac:chgData name="Maximiliano Ortiz" userId="90727fd8e92db46b" providerId="LiveId" clId="{44C56806-A6E9-42AC-9F35-80256F1A68F4}" dt="2025-08-15T15:49:52.600" v="7" actId="20577"/>
          <ac:spMkLst>
            <pc:docMk/>
            <pc:sldMk cId="1764661166" sldId="286"/>
            <ac:spMk id="3" creationId="{29A5AE80-2D01-81A4-CFE4-94CB45C6B431}"/>
          </ac:spMkLst>
        </pc:spChg>
      </pc:sldChg>
    </pc:docChg>
  </pc:docChgLst>
  <pc:docChgLst>
    <pc:chgData name="Maximiliano Ortiz" userId="90727fd8e92db46b" providerId="LiveId" clId="{C3A49548-9890-4003-B8AB-8CD31140C2B6}"/>
    <pc:docChg chg="undo custSel addSld delSld modSld sldOrd">
      <pc:chgData name="Maximiliano Ortiz" userId="90727fd8e92db46b" providerId="LiveId" clId="{C3A49548-9890-4003-B8AB-8CD31140C2B6}" dt="2024-10-14T19:27:26.999" v="1508" actId="20577"/>
      <pc:docMkLst>
        <pc:docMk/>
      </pc:docMkLst>
      <pc:sldChg chg="modSp mod">
        <pc:chgData name="Maximiliano Ortiz" userId="90727fd8e92db46b" providerId="LiveId" clId="{C3A49548-9890-4003-B8AB-8CD31140C2B6}" dt="2024-10-02T22:24:00.625" v="21" actId="20577"/>
        <pc:sldMkLst>
          <pc:docMk/>
          <pc:sldMk cId="2539292964" sldId="256"/>
        </pc:sldMkLst>
      </pc:sldChg>
      <pc:sldChg chg="modSp mod">
        <pc:chgData name="Maximiliano Ortiz" userId="90727fd8e92db46b" providerId="LiveId" clId="{C3A49548-9890-4003-B8AB-8CD31140C2B6}" dt="2024-10-14T19:27:26.999" v="1508" actId="20577"/>
        <pc:sldMkLst>
          <pc:docMk/>
          <pc:sldMk cId="4112069243" sldId="257"/>
        </pc:sldMkLst>
      </pc:sldChg>
      <pc:sldChg chg="del">
        <pc:chgData name="Maximiliano Ortiz" userId="90727fd8e92db46b" providerId="LiveId" clId="{C3A49548-9890-4003-B8AB-8CD31140C2B6}" dt="2024-10-03T00:06:01.059" v="1297" actId="47"/>
        <pc:sldMkLst>
          <pc:docMk/>
          <pc:sldMk cId="3313060980" sldId="258"/>
        </pc:sldMkLst>
      </pc:sldChg>
      <pc:sldChg chg="del">
        <pc:chgData name="Maximiliano Ortiz" userId="90727fd8e92db46b" providerId="LiveId" clId="{C3A49548-9890-4003-B8AB-8CD31140C2B6}" dt="2024-10-03T00:05:59.859" v="1296" actId="47"/>
        <pc:sldMkLst>
          <pc:docMk/>
          <pc:sldMk cId="3996677481" sldId="259"/>
        </pc:sldMkLst>
      </pc:sldChg>
      <pc:sldChg chg="del">
        <pc:chgData name="Maximiliano Ortiz" userId="90727fd8e92db46b" providerId="LiveId" clId="{C3A49548-9890-4003-B8AB-8CD31140C2B6}" dt="2024-10-03T00:05:46.740" v="1285" actId="47"/>
        <pc:sldMkLst>
          <pc:docMk/>
          <pc:sldMk cId="638531152" sldId="260"/>
        </pc:sldMkLst>
      </pc:sldChg>
      <pc:sldChg chg="del">
        <pc:chgData name="Maximiliano Ortiz" userId="90727fd8e92db46b" providerId="LiveId" clId="{C3A49548-9890-4003-B8AB-8CD31140C2B6}" dt="2024-10-03T00:06:04.236" v="1299" actId="47"/>
        <pc:sldMkLst>
          <pc:docMk/>
          <pc:sldMk cId="529032530" sldId="261"/>
        </pc:sldMkLst>
      </pc:sldChg>
      <pc:sldChg chg="del">
        <pc:chgData name="Maximiliano Ortiz" userId="90727fd8e92db46b" providerId="LiveId" clId="{C3A49548-9890-4003-B8AB-8CD31140C2B6}" dt="2024-10-03T00:05:58.902" v="1295" actId="47"/>
        <pc:sldMkLst>
          <pc:docMk/>
          <pc:sldMk cId="4257080269" sldId="262"/>
        </pc:sldMkLst>
      </pc:sldChg>
      <pc:sldChg chg="del">
        <pc:chgData name="Maximiliano Ortiz" userId="90727fd8e92db46b" providerId="LiveId" clId="{C3A49548-9890-4003-B8AB-8CD31140C2B6}" dt="2024-10-03T00:06:03.303" v="1298" actId="47"/>
        <pc:sldMkLst>
          <pc:docMk/>
          <pc:sldMk cId="4130917665" sldId="263"/>
        </pc:sldMkLst>
      </pc:sldChg>
      <pc:sldChg chg="del">
        <pc:chgData name="Maximiliano Ortiz" userId="90727fd8e92db46b" providerId="LiveId" clId="{C3A49548-9890-4003-B8AB-8CD31140C2B6}" dt="2024-10-03T00:05:57.899" v="1294" actId="47"/>
        <pc:sldMkLst>
          <pc:docMk/>
          <pc:sldMk cId="3131623288" sldId="264"/>
        </pc:sldMkLst>
      </pc:sldChg>
      <pc:sldChg chg="del">
        <pc:chgData name="Maximiliano Ortiz" userId="90727fd8e92db46b" providerId="LiveId" clId="{C3A49548-9890-4003-B8AB-8CD31140C2B6}" dt="2024-10-03T00:05:56.946" v="1293" actId="47"/>
        <pc:sldMkLst>
          <pc:docMk/>
          <pc:sldMk cId="2731673417" sldId="265"/>
        </pc:sldMkLst>
      </pc:sldChg>
      <pc:sldChg chg="del">
        <pc:chgData name="Maximiliano Ortiz" userId="90727fd8e92db46b" providerId="LiveId" clId="{C3A49548-9890-4003-B8AB-8CD31140C2B6}" dt="2024-10-03T00:05:55.766" v="1292" actId="47"/>
        <pc:sldMkLst>
          <pc:docMk/>
          <pc:sldMk cId="1821807299" sldId="266"/>
        </pc:sldMkLst>
      </pc:sldChg>
      <pc:sldChg chg="del">
        <pc:chgData name="Maximiliano Ortiz" userId="90727fd8e92db46b" providerId="LiveId" clId="{C3A49548-9890-4003-B8AB-8CD31140C2B6}" dt="2024-10-03T00:05:53.064" v="1291" actId="47"/>
        <pc:sldMkLst>
          <pc:docMk/>
          <pc:sldMk cId="798815619" sldId="267"/>
        </pc:sldMkLst>
      </pc:sldChg>
      <pc:sldChg chg="del">
        <pc:chgData name="Maximiliano Ortiz" userId="90727fd8e92db46b" providerId="LiveId" clId="{C3A49548-9890-4003-B8AB-8CD31140C2B6}" dt="2024-10-03T00:05:50.408" v="1290" actId="47"/>
        <pc:sldMkLst>
          <pc:docMk/>
          <pc:sldMk cId="1138688640" sldId="268"/>
        </pc:sldMkLst>
      </pc:sldChg>
      <pc:sldChg chg="del">
        <pc:chgData name="Maximiliano Ortiz" userId="90727fd8e92db46b" providerId="LiveId" clId="{C3A49548-9890-4003-B8AB-8CD31140C2B6}" dt="2024-10-03T00:05:49.595" v="1289" actId="47"/>
        <pc:sldMkLst>
          <pc:docMk/>
          <pc:sldMk cId="1407711151" sldId="269"/>
        </pc:sldMkLst>
      </pc:sldChg>
      <pc:sldChg chg="del">
        <pc:chgData name="Maximiliano Ortiz" userId="90727fd8e92db46b" providerId="LiveId" clId="{C3A49548-9890-4003-B8AB-8CD31140C2B6}" dt="2024-10-03T00:05:47.470" v="1286" actId="47"/>
        <pc:sldMkLst>
          <pc:docMk/>
          <pc:sldMk cId="1935614348" sldId="270"/>
        </pc:sldMkLst>
      </pc:sldChg>
      <pc:sldChg chg="del">
        <pc:chgData name="Maximiliano Ortiz" userId="90727fd8e92db46b" providerId="LiveId" clId="{C3A49548-9890-4003-B8AB-8CD31140C2B6}" dt="2024-10-03T00:05:48.871" v="1288" actId="47"/>
        <pc:sldMkLst>
          <pc:docMk/>
          <pc:sldMk cId="1431617985" sldId="271"/>
        </pc:sldMkLst>
      </pc:sldChg>
      <pc:sldChg chg="del">
        <pc:chgData name="Maximiliano Ortiz" userId="90727fd8e92db46b" providerId="LiveId" clId="{C3A49548-9890-4003-B8AB-8CD31140C2B6}" dt="2024-10-03T00:05:48.172" v="1287" actId="47"/>
        <pc:sldMkLst>
          <pc:docMk/>
          <pc:sldMk cId="2791213413" sldId="272"/>
        </pc:sldMkLst>
      </pc:sldChg>
      <pc:sldChg chg="del">
        <pc:chgData name="Maximiliano Ortiz" userId="90727fd8e92db46b" providerId="LiveId" clId="{C3A49548-9890-4003-B8AB-8CD31140C2B6}" dt="2024-10-03T00:05:45.982" v="1284" actId="47"/>
        <pc:sldMkLst>
          <pc:docMk/>
          <pc:sldMk cId="3711315888" sldId="273"/>
        </pc:sldMkLst>
      </pc:sldChg>
      <pc:sldChg chg="del">
        <pc:chgData name="Maximiliano Ortiz" userId="90727fd8e92db46b" providerId="LiveId" clId="{C3A49548-9890-4003-B8AB-8CD31140C2B6}" dt="2024-10-03T00:05:45.226" v="1283" actId="47"/>
        <pc:sldMkLst>
          <pc:docMk/>
          <pc:sldMk cId="3622249763" sldId="274"/>
        </pc:sldMkLst>
      </pc:sldChg>
      <pc:sldChg chg="del">
        <pc:chgData name="Maximiliano Ortiz" userId="90727fd8e92db46b" providerId="LiveId" clId="{C3A49548-9890-4003-B8AB-8CD31140C2B6}" dt="2024-10-03T00:05:44.317" v="1282" actId="47"/>
        <pc:sldMkLst>
          <pc:docMk/>
          <pc:sldMk cId="2854179172" sldId="275"/>
        </pc:sldMkLst>
      </pc:sldChg>
      <pc:sldChg chg="modSp mod">
        <pc:chgData name="Maximiliano Ortiz" userId="90727fd8e92db46b" providerId="LiveId" clId="{C3A49548-9890-4003-B8AB-8CD31140C2B6}" dt="2024-10-14T19:25:49.664" v="1436" actId="20577"/>
        <pc:sldMkLst>
          <pc:docMk/>
          <pc:sldMk cId="1469485309" sldId="276"/>
        </pc:sldMkLst>
      </pc:sldChg>
      <pc:sldChg chg="del">
        <pc:chgData name="Maximiliano Ortiz" userId="90727fd8e92db46b" providerId="LiveId" clId="{C3A49548-9890-4003-B8AB-8CD31140C2B6}" dt="2024-10-03T00:05:40.078" v="1281" actId="47"/>
        <pc:sldMkLst>
          <pc:docMk/>
          <pc:sldMk cId="1432806670" sldId="277"/>
        </pc:sldMkLst>
      </pc:sldChg>
      <pc:sldChg chg="del">
        <pc:chgData name="Maximiliano Ortiz" userId="90727fd8e92db46b" providerId="LiveId" clId="{C3A49548-9890-4003-B8AB-8CD31140C2B6}" dt="2024-10-03T00:05:36.860" v="1280" actId="47"/>
        <pc:sldMkLst>
          <pc:docMk/>
          <pc:sldMk cId="2440656323" sldId="278"/>
        </pc:sldMkLst>
      </pc:sldChg>
      <pc:sldChg chg="addSp delSp modSp add mod">
        <pc:chgData name="Maximiliano Ortiz" userId="90727fd8e92db46b" providerId="LiveId" clId="{C3A49548-9890-4003-B8AB-8CD31140C2B6}" dt="2024-10-14T19:27:16.119" v="1500" actId="20577"/>
        <pc:sldMkLst>
          <pc:docMk/>
          <pc:sldMk cId="1707317155" sldId="279"/>
        </pc:sldMkLst>
      </pc:sldChg>
      <pc:sldChg chg="addSp delSp modSp add mod">
        <pc:chgData name="Maximiliano Ortiz" userId="90727fd8e92db46b" providerId="LiveId" clId="{C3A49548-9890-4003-B8AB-8CD31140C2B6}" dt="2024-10-14T19:27:21.784" v="1504" actId="20577"/>
        <pc:sldMkLst>
          <pc:docMk/>
          <pc:sldMk cId="1496049837" sldId="280"/>
        </pc:sldMkLst>
      </pc:sldChg>
      <pc:sldChg chg="addSp delSp modSp add del mod setBg">
        <pc:chgData name="Maximiliano Ortiz" userId="90727fd8e92db46b" providerId="LiveId" clId="{C3A49548-9890-4003-B8AB-8CD31140C2B6}" dt="2024-10-02T22:43:10.249" v="141" actId="2696"/>
        <pc:sldMkLst>
          <pc:docMk/>
          <pc:sldMk cId="2374206943" sldId="281"/>
        </pc:sldMkLst>
      </pc:sldChg>
      <pc:sldChg chg="modSp add mod">
        <pc:chgData name="Maximiliano Ortiz" userId="90727fd8e92db46b" providerId="LiveId" clId="{C3A49548-9890-4003-B8AB-8CD31140C2B6}" dt="2024-10-14T19:27:10.400" v="1496" actId="20577"/>
        <pc:sldMkLst>
          <pc:docMk/>
          <pc:sldMk cId="2600018166" sldId="281"/>
        </pc:sldMkLst>
      </pc:sldChg>
      <pc:sldChg chg="addSp delSp modSp add mod ord">
        <pc:chgData name="Maximiliano Ortiz" userId="90727fd8e92db46b" providerId="LiveId" clId="{C3A49548-9890-4003-B8AB-8CD31140C2B6}" dt="2024-10-14T19:27:05.235" v="1492" actId="20577"/>
        <pc:sldMkLst>
          <pc:docMk/>
          <pc:sldMk cId="451703088" sldId="282"/>
        </pc:sldMkLst>
      </pc:sldChg>
      <pc:sldChg chg="addSp delSp modSp add del mod">
        <pc:chgData name="Maximiliano Ortiz" userId="90727fd8e92db46b" providerId="LiveId" clId="{C3A49548-9890-4003-B8AB-8CD31140C2B6}" dt="2024-10-02T22:43:15.817" v="142" actId="2696"/>
        <pc:sldMkLst>
          <pc:docMk/>
          <pc:sldMk cId="1968438947" sldId="282"/>
        </pc:sldMkLst>
      </pc:sldChg>
      <pc:sldChg chg="addSp delSp modSp add mod ord setBg">
        <pc:chgData name="Maximiliano Ortiz" userId="90727fd8e92db46b" providerId="LiveId" clId="{C3A49548-9890-4003-B8AB-8CD31140C2B6}" dt="2024-10-14T19:26:59.763" v="1488" actId="20577"/>
        <pc:sldMkLst>
          <pc:docMk/>
          <pc:sldMk cId="309688225" sldId="283"/>
        </pc:sldMkLst>
      </pc:sldChg>
      <pc:sldChg chg="addSp modSp add del mod ord">
        <pc:chgData name="Maximiliano Ortiz" userId="90727fd8e92db46b" providerId="LiveId" clId="{C3A49548-9890-4003-B8AB-8CD31140C2B6}" dt="2024-10-02T22:43:18.162" v="143" actId="2696"/>
        <pc:sldMkLst>
          <pc:docMk/>
          <pc:sldMk cId="2893741587" sldId="283"/>
        </pc:sldMkLst>
      </pc:sldChg>
      <pc:sldChg chg="modSp add mod">
        <pc:chgData name="Maximiliano Ortiz" userId="90727fd8e92db46b" providerId="LiveId" clId="{C3A49548-9890-4003-B8AB-8CD31140C2B6}" dt="2024-10-14T19:26:49.787" v="1480" actId="20577"/>
        <pc:sldMkLst>
          <pc:docMk/>
          <pc:sldMk cId="2990858378" sldId="284"/>
        </pc:sldMkLst>
      </pc:sldChg>
      <pc:sldChg chg="modSp new del mod">
        <pc:chgData name="Maximiliano Ortiz" userId="90727fd8e92db46b" providerId="LiveId" clId="{C3A49548-9890-4003-B8AB-8CD31140C2B6}" dt="2024-10-02T23:09:16.983" v="606" actId="2696"/>
        <pc:sldMkLst>
          <pc:docMk/>
          <pc:sldMk cId="2463520331" sldId="285"/>
        </pc:sldMkLst>
      </pc:sldChg>
      <pc:sldChg chg="addSp modSp add mod">
        <pc:chgData name="Maximiliano Ortiz" userId="90727fd8e92db46b" providerId="LiveId" clId="{C3A49548-9890-4003-B8AB-8CD31140C2B6}" dt="2024-10-14T19:26:44.328" v="1476" actId="20577"/>
        <pc:sldMkLst>
          <pc:docMk/>
          <pc:sldMk cId="3298680182" sldId="285"/>
        </pc:sldMkLst>
      </pc:sldChg>
      <pc:sldChg chg="addSp delSp modSp add mod">
        <pc:chgData name="Maximiliano Ortiz" userId="90727fd8e92db46b" providerId="LiveId" clId="{C3A49548-9890-4003-B8AB-8CD31140C2B6}" dt="2024-10-14T19:26:39.425" v="1472" actId="20577"/>
        <pc:sldMkLst>
          <pc:docMk/>
          <pc:sldMk cId="1764661166" sldId="286"/>
        </pc:sldMkLst>
      </pc:sldChg>
      <pc:sldChg chg="addSp delSp modSp add mod setBg">
        <pc:chgData name="Maximiliano Ortiz" userId="90727fd8e92db46b" providerId="LiveId" clId="{C3A49548-9890-4003-B8AB-8CD31140C2B6}" dt="2024-10-14T19:26:33.904" v="1468" actId="20577"/>
        <pc:sldMkLst>
          <pc:docMk/>
          <pc:sldMk cId="2339491763" sldId="287"/>
        </pc:sldMkLst>
      </pc:sldChg>
      <pc:sldChg chg="delSp modSp add mod ord">
        <pc:chgData name="Maximiliano Ortiz" userId="90727fd8e92db46b" providerId="LiveId" clId="{C3A49548-9890-4003-B8AB-8CD31140C2B6}" dt="2024-10-14T19:26:28.168" v="1464" actId="20577"/>
        <pc:sldMkLst>
          <pc:docMk/>
          <pc:sldMk cId="619125740" sldId="288"/>
        </pc:sldMkLst>
      </pc:sldChg>
      <pc:sldChg chg="modSp add mod">
        <pc:chgData name="Maximiliano Ortiz" userId="90727fd8e92db46b" providerId="LiveId" clId="{C3A49548-9890-4003-B8AB-8CD31140C2B6}" dt="2024-10-14T19:26:22.365" v="1460" actId="20577"/>
        <pc:sldMkLst>
          <pc:docMk/>
          <pc:sldMk cId="4035987124" sldId="289"/>
        </pc:sldMkLst>
      </pc:sldChg>
      <pc:sldChg chg="addSp delSp modSp add mod">
        <pc:chgData name="Maximiliano Ortiz" userId="90727fd8e92db46b" providerId="LiveId" clId="{C3A49548-9890-4003-B8AB-8CD31140C2B6}" dt="2024-10-14T19:26:17.392" v="1456" actId="20577"/>
        <pc:sldMkLst>
          <pc:docMk/>
          <pc:sldMk cId="3913260206" sldId="290"/>
        </pc:sldMkLst>
      </pc:sldChg>
      <pc:sldChg chg="addSp modSp add mod ord setBg">
        <pc:chgData name="Maximiliano Ortiz" userId="90727fd8e92db46b" providerId="LiveId" clId="{C3A49548-9890-4003-B8AB-8CD31140C2B6}" dt="2024-10-14T19:26:05.928" v="1448" actId="20577"/>
        <pc:sldMkLst>
          <pc:docMk/>
          <pc:sldMk cId="197658623" sldId="291"/>
        </pc:sldMkLst>
      </pc:sldChg>
      <pc:sldChg chg="addSp delSp modSp add del mod">
        <pc:chgData name="Maximiliano Ortiz" userId="90727fd8e92db46b" providerId="LiveId" clId="{C3A49548-9890-4003-B8AB-8CD31140C2B6}" dt="2024-10-02T23:56:15.654" v="1220" actId="47"/>
        <pc:sldMkLst>
          <pc:docMk/>
          <pc:sldMk cId="1222504957" sldId="292"/>
        </pc:sldMkLst>
      </pc:sldChg>
      <pc:sldChg chg="addSp delSp modSp add mod ord">
        <pc:chgData name="Maximiliano Ortiz" userId="90727fd8e92db46b" providerId="LiveId" clId="{C3A49548-9890-4003-B8AB-8CD31140C2B6}" dt="2024-10-14T19:26:00.952" v="1444" actId="20577"/>
        <pc:sldMkLst>
          <pc:docMk/>
          <pc:sldMk cId="98158280" sldId="293"/>
        </pc:sldMkLst>
      </pc:sldChg>
      <pc:sldChg chg="addSp delSp modSp add mod">
        <pc:chgData name="Maximiliano Ortiz" userId="90727fd8e92db46b" providerId="LiveId" clId="{C3A49548-9890-4003-B8AB-8CD31140C2B6}" dt="2024-10-14T19:25:55.843" v="1440" actId="20577"/>
        <pc:sldMkLst>
          <pc:docMk/>
          <pc:sldMk cId="231045396" sldId="294"/>
        </pc:sldMkLst>
      </pc:sldChg>
      <pc:sldChg chg="addSp delSp modSp add mod">
        <pc:chgData name="Maximiliano Ortiz" userId="90727fd8e92db46b" providerId="LiveId" clId="{C3A49548-9890-4003-B8AB-8CD31140C2B6}" dt="2024-10-14T19:26:54.512" v="1484" actId="20577"/>
        <pc:sldMkLst>
          <pc:docMk/>
          <pc:sldMk cId="327342906" sldId="295"/>
        </pc:sldMkLst>
      </pc:sldChg>
      <pc:sldChg chg="addSp delSp modSp add mod">
        <pc:chgData name="Maximiliano Ortiz" userId="90727fd8e92db46b" providerId="LiveId" clId="{C3A49548-9890-4003-B8AB-8CD31140C2B6}" dt="2024-10-14T19:26:10.627" v="1452" actId="20577"/>
        <pc:sldMkLst>
          <pc:docMk/>
          <pc:sldMk cId="676966255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0D225-5C62-4705-AD0B-6889976E6FDB}" type="datetimeFigureOut">
              <a:rPr lang="es-AR" smtClean="0"/>
              <a:t>15/8/2025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5068E-E4C2-4DF2-8842-75CF9D3AB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3227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8B314E8-8DF5-4DC3-B979-EAD11DCA19A7}" type="datetime1">
              <a:rPr lang="es-AR" smtClean="0"/>
              <a:t>15/8/2025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348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F0A7-3AC8-4C25-9D8B-F8D01D3AA432}" type="datetime1">
              <a:rPr lang="es-AR" smtClean="0"/>
              <a:t>15/8/2025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925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A9FBAE0-7618-4CDB-AF34-09EB715EAA22}" type="datetime1">
              <a:rPr lang="es-AR" smtClean="0"/>
              <a:t>15/8/2025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435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A9BD-F447-460A-9FB7-E93AE35878AF}" type="datetime1">
              <a:rPr lang="es-AR" smtClean="0"/>
              <a:t>15/8/2025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074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1E8B-72AA-4C4A-BE8F-D5C3B9E165FC}" type="datetime1">
              <a:rPr lang="es-AR" smtClean="0"/>
              <a:t>15/8/2025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26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6E7B9-C163-4109-8A25-0E2CCF01BF47}" type="datetime1">
              <a:rPr lang="es-AR" smtClean="0"/>
              <a:t>15/8/2025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589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89E8B-4DBB-4433-966C-DD1E774B74F6}" type="datetime1">
              <a:rPr lang="es-AR" smtClean="0"/>
              <a:t>15/8/2025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582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7150301-D69D-496F-8D4A-BBDAD43933AD}" type="datetime1">
              <a:rPr lang="es-AR" smtClean="0"/>
              <a:t>15/8/2025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392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99A76-4D7D-4BCA-A566-75B11B289869}" type="datetime1">
              <a:rPr lang="es-AR" smtClean="0"/>
              <a:t>15/8/2025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332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9049E-ACB4-4B14-8696-DF42387B2A0B}" type="datetime1">
              <a:rPr lang="es-AR" smtClean="0"/>
              <a:t>15/8/2025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744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404AB5-5759-4431-8C5B-D5D842158102}" type="datetime1">
              <a:rPr lang="es-AR" smtClean="0"/>
              <a:t>15/8/2025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7607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A688C90-7164-456F-BD62-CBE8982307D7}" type="datetime1">
              <a:rPr lang="es-AR" smtClean="0"/>
              <a:t>15/8/2025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B85E469-618E-4BAC-AEBC-5DD5C601E96A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411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68AF9-5F6F-FD5D-3C91-F2EB72EF3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847" y="3118734"/>
            <a:ext cx="8394306" cy="1396053"/>
          </a:xfrm>
        </p:spPr>
        <p:txBody>
          <a:bodyPr anchor="b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Unidad 1: Nociones básicas e introducción a la acústica</a:t>
            </a:r>
            <a:endParaRPr lang="es-AR" dirty="0">
              <a:solidFill>
                <a:schemeClr val="bg1"/>
              </a:solidFill>
            </a:endParaRPr>
          </a:p>
        </p:txBody>
      </p:sp>
      <p:pic>
        <p:nvPicPr>
          <p:cNvPr id="5" name="Imagen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0A87DE2-66D6-966E-900B-0F563A409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872" y="687510"/>
            <a:ext cx="6296256" cy="188233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946C28A-8287-F1B6-6E40-91915CDD6D35}"/>
              </a:ext>
            </a:extLst>
          </p:cNvPr>
          <p:cNvSpPr txBox="1"/>
          <p:nvPr/>
        </p:nvSpPr>
        <p:spPr>
          <a:xfrm>
            <a:off x="1898847" y="5063677"/>
            <a:ext cx="6089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Ing. Maximiliano Ortiz (maortiz@ucasal.edu.ar)</a:t>
            </a:r>
            <a:endParaRPr lang="es-A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292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Acústica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5AE80-2D01-81A4-CFE4-94CB45C6B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s-E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es la acústica?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la parte de la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física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se dedica a estudiar todas las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ondas mecánicas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los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gases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líquidos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sólidos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desde su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nacimiento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propagación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sus efectos sobre estos mismos medios hasta un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receptor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s-A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oogle Shape;93;p14" descr="https://upload.wikimedia.org/wikipedia/commons/9/9b/Ondes_compression_2d_20_petit.gif">
            <a:extLst>
              <a:ext uri="{FF2B5EF4-FFF2-40B4-BE49-F238E27FC236}">
                <a16:creationId xmlns:a16="http://schemas.microsoft.com/office/drawing/2014/main" id="{F12000A6-0E87-C100-B05A-5EA9B5542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7919" y="3666929"/>
            <a:ext cx="3456161" cy="27908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2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411206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Acústica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5AE80-2D01-81A4-CFE4-94CB45C6B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s-E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es el sonido?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una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perturbación mecánica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se propaga en un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medio elástico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(aire, agua, sólidos) en forma de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ondas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Estas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ondas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pueden ser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longitudinales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(como en el aire) o 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transversales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(en sólidos).</a:t>
            </a:r>
            <a:r>
              <a:rPr lang="es-A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3</a:t>
            </a:fld>
            <a:r>
              <a:rPr lang="es-AR" sz="1600" dirty="0"/>
              <a:t>/20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CB5045-9CA7-1F1D-DB12-C22CB6791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560" y="3727981"/>
            <a:ext cx="5144879" cy="249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04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Acústica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5AE80-2D01-81A4-CFE4-94CB45C6B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Aplicaciones en audiología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AR" sz="2000" b="1" u="sng" dirty="0"/>
              <a:t>Acústica en Fonoaudiología</a:t>
            </a:r>
            <a:r>
              <a:rPr lang="es-AR" sz="2000" u="sng" dirty="0"/>
              <a:t>:</a:t>
            </a:r>
          </a:p>
          <a:p>
            <a:r>
              <a:rPr lang="es-ES" sz="2000" dirty="0"/>
              <a:t>La </a:t>
            </a:r>
            <a:r>
              <a:rPr lang="es-ES" sz="2000" b="1" dirty="0"/>
              <a:t>acústica</a:t>
            </a:r>
            <a:r>
              <a:rPr lang="es-ES" sz="2000" dirty="0"/>
              <a:t> es fundamental en el campo de la </a:t>
            </a:r>
            <a:r>
              <a:rPr lang="es-ES" sz="2000" b="1" dirty="0"/>
              <a:t>fonoaudiología</a:t>
            </a:r>
            <a:r>
              <a:rPr lang="es-ES" sz="2000" dirty="0"/>
              <a:t> porque permite analizar cómo las </a:t>
            </a:r>
            <a:r>
              <a:rPr lang="es-ES" sz="2000" b="1" dirty="0"/>
              <a:t>ondas sonoras</a:t>
            </a:r>
            <a:r>
              <a:rPr lang="es-ES" sz="2000" dirty="0"/>
              <a:t> </a:t>
            </a:r>
            <a:r>
              <a:rPr lang="es-ES" sz="2000" b="1" dirty="0"/>
              <a:t>interactúan</a:t>
            </a:r>
            <a:r>
              <a:rPr lang="es-ES" sz="2000" dirty="0"/>
              <a:t> con el </a:t>
            </a:r>
            <a:r>
              <a:rPr lang="es-ES" sz="2000" b="1" dirty="0"/>
              <a:t>oído humano</a:t>
            </a:r>
            <a:r>
              <a:rPr lang="es-ES" sz="2000" dirty="0"/>
              <a:t>. Esto es esencial para la comprensión y el </a:t>
            </a:r>
            <a:r>
              <a:rPr lang="es-ES" sz="2000" b="1" dirty="0"/>
              <a:t>diagnóstico</a:t>
            </a:r>
            <a:r>
              <a:rPr lang="es-ES" sz="2000" dirty="0"/>
              <a:t> de </a:t>
            </a:r>
            <a:r>
              <a:rPr lang="es-ES" sz="2000" b="1" dirty="0"/>
              <a:t>trastornos auditivos</a:t>
            </a:r>
            <a:r>
              <a:rPr lang="es-ES" sz="2000" dirty="0"/>
              <a:t> y del </a:t>
            </a:r>
            <a:r>
              <a:rPr lang="es-ES" sz="2000" b="1" dirty="0"/>
              <a:t>habla</a:t>
            </a:r>
            <a:r>
              <a:rPr lang="es-ES" sz="2000" dirty="0"/>
              <a:t>.</a:t>
            </a:r>
            <a:endParaRPr lang="es-AR" sz="2000" dirty="0"/>
          </a:p>
          <a:p>
            <a:pPr marL="0" indent="0">
              <a:buNone/>
            </a:pPr>
            <a:r>
              <a:rPr lang="es-ES" sz="2000" b="1" u="sng" dirty="0"/>
              <a:t>Relevancia en la Evaluación y Diagnóstico</a:t>
            </a:r>
            <a:r>
              <a:rPr lang="es-ES" sz="2000" u="sng" dirty="0"/>
              <a:t>:</a:t>
            </a:r>
            <a:endParaRPr lang="es-AR" sz="2000" u="sng" dirty="0"/>
          </a:p>
          <a:p>
            <a:r>
              <a:rPr lang="es-ES" sz="2000" dirty="0"/>
              <a:t>La acústica ayuda a entender el comportamiento del sonido en diferentes ambientes, lo cual es crucial para el diseño de ambientes acústicamente favorables para personas con pérdida auditiva.</a:t>
            </a:r>
            <a:endParaRPr lang="es-AR" sz="2000" dirty="0"/>
          </a:p>
          <a:p>
            <a:r>
              <a:rPr lang="es-ES" sz="2000" dirty="0"/>
              <a:t>Se utiliza para evaluar la capacidad auditiva mediante estudios como las audiometrías y los potenciales evocados auditivos (PEAT).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4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70731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Acústica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5AE80-2D01-81A4-CFE4-94CB45C6B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ES" sz="4000" dirty="0"/>
              <a:t>Aplicaciones de la Acústica en Audiología y Terapia del Habla</a:t>
            </a:r>
          </a:p>
          <a:p>
            <a:pPr marL="0" indent="0">
              <a:buNone/>
            </a:pPr>
            <a:endParaRPr lang="es-AR" sz="2000" b="1" dirty="0"/>
          </a:p>
          <a:p>
            <a:pPr marL="0" indent="0">
              <a:buNone/>
            </a:pPr>
            <a:r>
              <a:rPr lang="es-AR" sz="2600" b="1" u="sng" dirty="0"/>
              <a:t>Audiología</a:t>
            </a:r>
            <a:r>
              <a:rPr lang="es-AR" sz="2600" u="sng" dirty="0"/>
              <a:t>:</a:t>
            </a:r>
          </a:p>
          <a:p>
            <a:r>
              <a:rPr lang="es-ES" sz="2000" b="1" dirty="0"/>
              <a:t>Audífonos y dispositivos de asistencia auditiva</a:t>
            </a:r>
            <a:r>
              <a:rPr lang="es-ES" sz="2000" dirty="0"/>
              <a:t>: Diseño y ajuste para amplificar ciertas frecuencias, basados en los principios de la acústica.</a:t>
            </a:r>
          </a:p>
          <a:p>
            <a:r>
              <a:rPr lang="es-AR" sz="2000" b="1" dirty="0"/>
              <a:t>Implantes cocleares</a:t>
            </a:r>
            <a:r>
              <a:rPr lang="es-AR" sz="2000" dirty="0"/>
              <a:t>: Uso de ondas eléctricas para estimular el nervio auditivo.</a:t>
            </a:r>
          </a:p>
          <a:p>
            <a:r>
              <a:rPr lang="es-ES" sz="2000" b="1" dirty="0"/>
              <a:t>Evaluación auditiva</a:t>
            </a:r>
            <a:r>
              <a:rPr lang="es-ES" sz="2000" dirty="0"/>
              <a:t>: Uso de pruebas acústicas para determinar el umbral de audición y el estado de la cóclea.</a:t>
            </a:r>
          </a:p>
          <a:p>
            <a:pPr marL="0" indent="0">
              <a:buNone/>
            </a:pPr>
            <a:r>
              <a:rPr lang="es-AR" sz="2600" b="1" u="sng" dirty="0"/>
              <a:t>Terapia del Habla</a:t>
            </a:r>
            <a:r>
              <a:rPr lang="es-AR" sz="2600" u="sng" dirty="0"/>
              <a:t>:</a:t>
            </a:r>
          </a:p>
          <a:p>
            <a:r>
              <a:rPr lang="es-ES" sz="2000" b="1" dirty="0"/>
              <a:t>Corrección de problemas de pronunciación</a:t>
            </a:r>
            <a:r>
              <a:rPr lang="es-ES" sz="2000" dirty="0"/>
              <a:t>: Análisis acústico de la voz para ajustar el timbre y tono.</a:t>
            </a:r>
          </a:p>
          <a:p>
            <a:r>
              <a:rPr lang="es-ES" sz="2000" b="1" dirty="0"/>
              <a:t>Tratamiento del tartamudeo</a:t>
            </a:r>
            <a:r>
              <a:rPr lang="es-ES" sz="2000" dirty="0"/>
              <a:t>: Modificación de patrones acústicos en la terapia del habla.</a:t>
            </a:r>
          </a:p>
          <a:p>
            <a:r>
              <a:rPr lang="es-ES" sz="2000" b="1" dirty="0"/>
              <a:t>Percepción auditiva</a:t>
            </a:r>
            <a:r>
              <a:rPr lang="es-ES" sz="2000" dirty="0"/>
              <a:t>: Comprender cómo los sonidos se perciben y procesan en personas con trastornos del lenguaje.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5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260001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internacional de unidades (SI)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5AE80-2D01-81A4-CFE4-94CB45C6B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 b="0" i="0" dirty="0">
                <a:solidFill>
                  <a:schemeClr val="tx1"/>
                </a:solidFill>
                <a:effectLst/>
                <a:latin typeface="Google Sans"/>
              </a:rPr>
              <a:t>El Sistema Internacional de Unidades (SI) </a:t>
            </a:r>
            <a:r>
              <a:rPr lang="es-ES" sz="2000" dirty="0">
                <a:solidFill>
                  <a:schemeClr val="tx1"/>
                </a:solidFill>
              </a:rPr>
              <a:t>es el sistema de unidades de medida más utilizado en el mundo y se basa en el sistema métrico decimal</a:t>
            </a:r>
            <a:r>
              <a:rPr lang="es-ES" sz="2000" b="0" i="0" dirty="0"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 las unidades más comunes encontramos:</a:t>
            </a:r>
          </a:p>
          <a:p>
            <a:pPr marL="0" indent="0">
              <a:buNone/>
            </a:pPr>
            <a:endParaRPr lang="es-ES" sz="2000" dirty="0">
              <a:solidFill>
                <a:schemeClr val="tx1"/>
              </a:solidFill>
              <a:latin typeface="Google Sans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6</a:t>
            </a:fld>
            <a:r>
              <a:rPr lang="es-AR" sz="1600" dirty="0"/>
              <a:t>/20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9AC1307-678B-E43B-3851-1D8A7F21B9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807110" y="3429000"/>
            <a:ext cx="457777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Velocidad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metros por segundo (m/s).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Distancia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metros (m).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Masa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kilogramos (kg).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Peso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newtons (N).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segundos (s).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Presión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pascales (</a:t>
            </a:r>
            <a:r>
              <a:rPr kumimoji="0" lang="es-AR" altLang="es-A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Densidad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kg/m³.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Fuerza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newtons (N). </a:t>
            </a:r>
          </a:p>
        </p:txBody>
      </p:sp>
    </p:spTree>
    <p:extLst>
      <p:ext uri="{BB962C8B-B14F-4D97-AF65-F5344CB8AC3E}">
        <p14:creationId xmlns:p14="http://schemas.microsoft.com/office/powerpoint/2010/main" val="45170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internacional de unidades (SI)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5AE80-2D01-81A4-CFE4-94CB45C6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8138"/>
            <a:ext cx="11029615" cy="4294647"/>
          </a:xfrm>
        </p:spPr>
        <p:txBody>
          <a:bodyPr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AR" sz="4000" dirty="0"/>
              <a:t>Magnitudes fundamentales vs. Magnitudes derivadas</a:t>
            </a:r>
            <a:endParaRPr lang="es-AR" sz="2000" b="1" dirty="0"/>
          </a:p>
          <a:p>
            <a:pPr marL="0" indent="0">
              <a:buNone/>
            </a:pPr>
            <a:r>
              <a:rPr lang="es-AR" sz="2800" b="1" u="sng" dirty="0"/>
              <a:t>Magnitudes fundamentales</a:t>
            </a:r>
            <a:r>
              <a:rPr lang="es-AR" sz="2800" dirty="0"/>
              <a:t>:</a:t>
            </a:r>
          </a:p>
          <a:p>
            <a:pPr marL="0" indent="0">
              <a:buNone/>
            </a:pPr>
            <a:r>
              <a:rPr lang="es-ES" sz="2300" dirty="0"/>
              <a:t>Son aquellas que no dependen de otras magnitudes para su definición. Son la base del Sistema Internacional de Unidades (SI).</a:t>
            </a:r>
          </a:p>
          <a:p>
            <a:r>
              <a:rPr lang="es-AR" sz="2300" dirty="0"/>
              <a:t>Longitud (metro, m)</a:t>
            </a:r>
          </a:p>
          <a:p>
            <a:r>
              <a:rPr lang="es-AR" sz="2300" dirty="0"/>
              <a:t>Masa (kilogramo, kg)</a:t>
            </a:r>
          </a:p>
          <a:p>
            <a:r>
              <a:rPr lang="es-AR" sz="2300" dirty="0"/>
              <a:t>Tiempo (segundo, s)</a:t>
            </a:r>
          </a:p>
          <a:p>
            <a:r>
              <a:rPr lang="es-AR" sz="2300" dirty="0"/>
              <a:t>Temperatura (grados </a:t>
            </a:r>
            <a:r>
              <a:rPr lang="es-AR" sz="2300" dirty="0" err="1"/>
              <a:t>celsius</a:t>
            </a:r>
            <a:r>
              <a:rPr lang="es-AR" sz="2300" dirty="0"/>
              <a:t>, </a:t>
            </a:r>
            <a:r>
              <a:rPr lang="es-AR" sz="2300" dirty="0" err="1"/>
              <a:t>°c</a:t>
            </a:r>
            <a:r>
              <a:rPr lang="es-AR" sz="2300" dirty="0"/>
              <a:t>)</a:t>
            </a:r>
            <a:endParaRPr lang="es-ES" sz="2300" dirty="0"/>
          </a:p>
          <a:p>
            <a:pPr marL="0" indent="0">
              <a:buNone/>
            </a:pPr>
            <a:r>
              <a:rPr lang="es-AR" sz="2800" b="1" u="sng" dirty="0"/>
              <a:t>Magnitudes derivadas</a:t>
            </a:r>
            <a:r>
              <a:rPr lang="es-AR" sz="2800" u="sng" dirty="0"/>
              <a:t>:</a:t>
            </a:r>
          </a:p>
          <a:p>
            <a:pPr marL="0" indent="0">
              <a:buNone/>
            </a:pPr>
            <a:r>
              <a:rPr lang="es-ES" sz="2600" dirty="0"/>
              <a:t>Son aquellas que se obtienen a partir de magnitudes fundamentales. Se definen mediante relaciones matemáticas.</a:t>
            </a:r>
          </a:p>
          <a:p>
            <a:r>
              <a:rPr lang="es-AR" sz="2600" dirty="0"/>
              <a:t>Velocidad (m/s)</a:t>
            </a:r>
          </a:p>
          <a:p>
            <a:r>
              <a:rPr lang="es-AR" sz="2600" dirty="0"/>
              <a:t>Fuerza (newton, N)</a:t>
            </a:r>
          </a:p>
          <a:p>
            <a:r>
              <a:rPr lang="es-AR" sz="2600" dirty="0"/>
              <a:t>Presión (pascal, </a:t>
            </a:r>
            <a:r>
              <a:rPr lang="es-AR" sz="2600" dirty="0" err="1"/>
              <a:t>Pa</a:t>
            </a:r>
            <a:r>
              <a:rPr lang="es-AR" sz="2600" dirty="0"/>
              <a:t>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7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0968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internacional de unidades (SI)</a:t>
            </a:r>
            <a:endParaRPr lang="es-A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8</a:t>
            </a:fld>
            <a:r>
              <a:rPr lang="es-AR" sz="1600" dirty="0"/>
              <a:t>/20</a:t>
            </a:r>
          </a:p>
        </p:txBody>
      </p:sp>
      <p:pic>
        <p:nvPicPr>
          <p:cNvPr id="11266" name="Picture 2" descr="Gratis: Conversiones – Física Linda, el lugar para aprender física!">
            <a:extLst>
              <a:ext uri="{FF2B5EF4-FFF2-40B4-BE49-F238E27FC236}">
                <a16:creationId xmlns:a16="http://schemas.microsoft.com/office/drawing/2014/main" id="{21212B0B-77B9-3A38-7907-4E47A39DF1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000" y="2399647"/>
            <a:ext cx="7380000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4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Velocidad y Distancia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s-ES" sz="2400" b="1" u="sng" dirty="0"/>
                  <a:t>Velocidad</a:t>
                </a:r>
                <a:r>
                  <a:rPr lang="es-ES" sz="2400" dirty="0"/>
                  <a:t>: Relación entre la distancia recorrida y el tiempo empleado</a:t>
                </a:r>
              </a:p>
              <a:p>
                <a:pPr marL="0" indent="0">
                  <a:buNone/>
                </a:pPr>
                <a:endParaRPr lang="es-ES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𝒅𝒊𝒔𝒕𝒂𝒏𝒄𝒊𝒂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𝒕𝒊𝒆𝒎𝒑𝒐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400" b="1" dirty="0"/>
              </a:p>
              <a:p>
                <a:pPr marL="0" indent="0">
                  <a:buNone/>
                </a:pPr>
                <a:endParaRPr lang="es-ES" sz="2400" b="1" dirty="0"/>
              </a:p>
              <a:p>
                <a:pPr marL="0" indent="0">
                  <a:buNone/>
                </a:pPr>
                <a:r>
                  <a:rPr lang="es-ES" sz="2400" b="1" dirty="0"/>
                  <a:t>Ejemplo práctico</a:t>
                </a:r>
                <a:r>
                  <a:rPr lang="es-ES" sz="2400" dirty="0"/>
                  <a:t>: La velocidad del sonido en el aire es aproximadamente 343 m/s a 20 °C.</a:t>
                </a:r>
                <a:r>
                  <a:rPr lang="es-AR" sz="2400" dirty="0"/>
                  <a:t>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  <a:blipFill>
                <a:blip r:embed="rId2"/>
                <a:stretch>
                  <a:fillRect l="-829" t="-113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9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2990858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Masa, Peso y Fuerza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</p:spPr>
            <p:txBody>
              <a:bodyPr anchor="t">
                <a:normAutofit/>
              </a:bodyPr>
              <a:lstStyle/>
              <a:p>
                <a:r>
                  <a:rPr lang="es-ES" sz="2400" b="1" dirty="0"/>
                  <a:t>Masa</a:t>
                </a:r>
                <a:r>
                  <a:rPr lang="es-ES" sz="2400" dirty="0"/>
                  <a:t>: Cantidad de materia en un cuerpo (kg).</a:t>
                </a:r>
              </a:p>
              <a:p>
                <a:r>
                  <a:rPr lang="es-ES" sz="2400" b="1" dirty="0"/>
                  <a:t>Peso</a:t>
                </a:r>
                <a:r>
                  <a:rPr lang="es-ES" sz="2400" dirty="0"/>
                  <a:t>: Fuerza ejercida por la gravedad sobre un objeto: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400">
                        <a:latin typeface="Cambria Math" panose="02040503050406030204" pitchFamily="18" charset="0"/>
                      </a:rPr>
                      <m:t>P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endParaRPr lang="es-AR" sz="2400" dirty="0"/>
              </a:p>
              <a:p>
                <a:r>
                  <a:rPr lang="es-ES" sz="2400" b="1" dirty="0"/>
                  <a:t>Fuerza</a:t>
                </a:r>
                <a:r>
                  <a:rPr lang="es-ES" sz="2400" dirty="0"/>
                  <a:t>: Interacción que cambia el estado de movimiento de un cuerpo</a:t>
                </a:r>
                <a:r>
                  <a:rPr lang="es-AR" sz="2400" dirty="0"/>
                  <a:t>: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𝑚𝑎</m:t>
                    </m:r>
                  </m:oMath>
                </a14:m>
                <a:endParaRPr lang="es-AR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  <a:blipFill>
                <a:blip r:embed="rId2"/>
                <a:stretch>
                  <a:fillRect l="-552" t="-113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10</a:t>
            </a:fld>
            <a:r>
              <a:rPr lang="es-AR" sz="1600" dirty="0"/>
              <a:t>/20</a:t>
            </a:r>
          </a:p>
        </p:txBody>
      </p:sp>
      <p:pic>
        <p:nvPicPr>
          <p:cNvPr id="3078" name="Picture 6" descr="Peso - Wikipedia, la enciclopedia libre">
            <a:extLst>
              <a:ext uri="{FF2B5EF4-FFF2-40B4-BE49-F238E27FC236}">
                <a16:creationId xmlns:a16="http://schemas.microsoft.com/office/drawing/2014/main" id="{E60E26C9-767A-7F94-BD69-8E4033F9C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130" y="3429000"/>
            <a:ext cx="5951738" cy="275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68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Presión, Densidad y Fuerza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026615"/>
                <a:ext cx="11029615" cy="4294647"/>
              </a:xfrm>
            </p:spPr>
            <p:txBody>
              <a:bodyPr anchor="t">
                <a:normAutofit fontScale="70000" lnSpcReduction="20000"/>
              </a:bodyPr>
              <a:lstStyle/>
              <a:p>
                <a:r>
                  <a:rPr lang="es-AR" sz="2400" b="1" u="sng" dirty="0"/>
                  <a:t>Presión</a:t>
                </a:r>
                <a:r>
                  <a:rPr lang="es-AR" sz="2400" dirty="0"/>
                  <a:t>:</a:t>
                </a:r>
              </a:p>
              <a:p>
                <a:pPr marL="0" indent="0">
                  <a:buNone/>
                </a:pPr>
                <a:r>
                  <a:rPr lang="es-ES" sz="2400" dirty="0"/>
                  <a:t>La presión es la fuerza ejercida perpendicularmente sobre una superficie dividida por el área de dicha superficie.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A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𝑷𝒂</m:t>
                          </m:r>
                        </m:e>
                      </m:d>
                    </m:oMath>
                  </m:oMathPara>
                </a14:m>
                <a:endParaRPr lang="es-AR" sz="2400" b="1" dirty="0"/>
              </a:p>
              <a:p>
                <a:r>
                  <a:rPr lang="es-AR" sz="2400" b="1" u="sng" dirty="0"/>
                  <a:t>Densidad</a:t>
                </a:r>
                <a:r>
                  <a:rPr lang="es-AR" sz="2400" dirty="0"/>
                  <a:t>:</a:t>
                </a:r>
              </a:p>
              <a:p>
                <a:pPr marL="0" indent="0">
                  <a:buNone/>
                </a:pPr>
                <a:r>
                  <a:rPr lang="es-ES" sz="2400" dirty="0"/>
                  <a:t>La densidad es la cantidad de masa contenida en un volumen dado.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𝒌𝒈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E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AR" sz="2400" b="1" dirty="0"/>
              </a:p>
              <a:p>
                <a:r>
                  <a:rPr lang="es-AR" sz="2400" b="1" u="sng" dirty="0"/>
                  <a:t>Fuerza</a:t>
                </a:r>
                <a:r>
                  <a:rPr lang="es-AR" sz="2400" dirty="0"/>
                  <a:t>:</a:t>
                </a:r>
              </a:p>
              <a:p>
                <a:pPr marL="0" indent="0">
                  <a:buNone/>
                </a:pPr>
                <a:r>
                  <a:rPr lang="es-ES" sz="2400" dirty="0"/>
                  <a:t>La fuerza es una magnitud que mide la interacción entre objetos que puede modificar el estado de movimiento o la forma de un cuerpo.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026615"/>
                <a:ext cx="11029615" cy="4294647"/>
              </a:xfrm>
              <a:blipFill>
                <a:blip r:embed="rId2"/>
                <a:stretch>
                  <a:fillRect l="-331" t="-156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11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76466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AR">
                <a:solidFill>
                  <a:srgbClr val="FFFFFF"/>
                </a:solidFill>
              </a:rPr>
              <a:t>Funciones Matemáticas</a:t>
            </a:r>
          </a:p>
        </p:txBody>
      </p:sp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Funciones inversas">
            <a:extLst>
              <a:ext uri="{FF2B5EF4-FFF2-40B4-BE49-F238E27FC236}">
                <a16:creationId xmlns:a16="http://schemas.microsoft.com/office/drawing/2014/main" id="{3585595B-BBC4-0526-0FE5-4EBDF444B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3878" y="2361056"/>
            <a:ext cx="3649219" cy="364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35805" y="2180496"/>
                <a:ext cx="5275001" cy="4045683"/>
              </a:xfrm>
            </p:spPr>
            <p:txBody>
              <a:bodyPr>
                <a:normAutofit/>
              </a:bodyPr>
              <a:lstStyle/>
              <a:p>
                <a:r>
                  <a:rPr lang="es-ES" b="1"/>
                  <a:t>Concepto de función</a:t>
                </a:r>
                <a:r>
                  <a:rPr lang="es-ES"/>
                  <a:t>: Relación matemática entre dos variables.</a:t>
                </a:r>
                <a:endParaRPr lang="es-A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A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b="1"/>
              </a:p>
              <a:p>
                <a:r>
                  <a:rPr lang="es-ES" b="1"/>
                  <a:t>Función inversa</a:t>
                </a:r>
                <a:r>
                  <a:rPr lang="es-ES"/>
                  <a:t>: Inversa de una función, deshace su efecto.</a:t>
                </a:r>
                <a:endParaRPr lang="es-AR"/>
              </a:p>
              <a:p>
                <a:pPr marL="0" indent="0">
                  <a:buNone/>
                </a:pPr>
                <a:r>
                  <a:rPr lang="es-AR"/>
                  <a:t>Si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AR"/>
                  <a:t>, la inversa 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s-AR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35805" y="2180496"/>
                <a:ext cx="5275001" cy="4045683"/>
              </a:xfrm>
              <a:blipFill>
                <a:blip r:embed="rId3"/>
                <a:stretch>
                  <a:fillRect l="-924" r="-18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B85E469-618E-4BAC-AEBC-5DD5C601E96A}" type="slidenum">
              <a:rPr lang="es-AR" smtClean="0"/>
              <a:pPr>
                <a:spcAft>
                  <a:spcPts val="600"/>
                </a:spcAft>
              </a:pPr>
              <a:t>12</a:t>
            </a:fld>
            <a:r>
              <a:rPr lang="es-AR" dirty="0"/>
              <a:t>/20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49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Función y Función Inversa (Ejemplo: Exponenciales y Logaritmos)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s-AR" sz="2400" dirty="0"/>
                  <a:t>Función</a:t>
                </a:r>
                <a:endParaRPr lang="es-ES" sz="2400" b="1" dirty="0"/>
              </a:p>
              <a:p>
                <a:r>
                  <a:rPr lang="es-ES" sz="2400" dirty="0"/>
                  <a:t>Una </a:t>
                </a:r>
                <a:r>
                  <a:rPr lang="es-ES" sz="2400" b="1" dirty="0"/>
                  <a:t>función</a:t>
                </a:r>
                <a:r>
                  <a:rPr lang="es-ES" sz="2400" dirty="0"/>
                  <a:t> es una relación entre dos conjuntos, donde a cada valor de entrada (x) le corresponde exactamente un valor de salida (y):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400" dirty="0"/>
              </a:p>
              <a:p>
                <a:r>
                  <a:rPr lang="es-ES" sz="2400" b="1" dirty="0"/>
                  <a:t> </a:t>
                </a:r>
                <a:r>
                  <a:rPr lang="es-ES" sz="2400" dirty="0"/>
                  <a:t>La función exponencial es una función de la forma: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s-AR" sz="2400" dirty="0"/>
              </a:p>
              <a:p>
                <a:r>
                  <a:rPr lang="es-ES" sz="2400" dirty="0"/>
                  <a:t>Donde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" sz="2400" dirty="0"/>
                  <a:t> es una constante (base).</a:t>
                </a:r>
              </a:p>
              <a:p>
                <a:r>
                  <a:rPr lang="es-ES" sz="2400" dirty="0"/>
                  <a:t>Si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s-ES" sz="2400" dirty="0"/>
                  <a:t> (número de Euler, aproximadamente 2.718), la función se convierte en la </a:t>
                </a:r>
                <a:r>
                  <a:rPr lang="es-ES" sz="2400" b="1" dirty="0"/>
                  <a:t>función exponencial natural</a:t>
                </a:r>
                <a:r>
                  <a:rPr lang="es-ES" sz="2400" dirty="0"/>
                  <a:t>: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s-AR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  <a:blipFill>
                <a:blip r:embed="rId2"/>
                <a:stretch>
                  <a:fillRect l="-829" t="-1135" r="-38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13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61912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Función y Función Inversa (Ejemplo: Exponenciales y Logaritmos)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</p:spPr>
            <p:txBody>
              <a:bodyPr anchor="t">
                <a:normAutofit/>
              </a:bodyPr>
              <a:lstStyle/>
              <a:p>
                <a:r>
                  <a:rPr lang="es-ES" sz="2400" dirty="0"/>
                  <a:t>La </a:t>
                </a:r>
                <a:r>
                  <a:rPr lang="es-ES" sz="2400" b="1" dirty="0"/>
                  <a:t>función inversa</a:t>
                </a:r>
                <a:r>
                  <a:rPr lang="es-ES" sz="2400" dirty="0"/>
                  <a:t> de una función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400" dirty="0"/>
                  <a:t> es aquella que "deshace" la operación de la función original. Si 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400" dirty="0"/>
                  <a:t> transforma x en y, la función inversa transforma y nuevamente en x.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2400" dirty="0"/>
              </a:p>
              <a:p>
                <a:r>
                  <a:rPr lang="es-ES" sz="2400" b="1" dirty="0"/>
                  <a:t> </a:t>
                </a:r>
                <a:r>
                  <a:rPr lang="es-ES" sz="2400" dirty="0"/>
                  <a:t>La </a:t>
                </a:r>
                <a:r>
                  <a:rPr lang="es-ES" sz="2400" b="1" dirty="0"/>
                  <a:t>inversa</a:t>
                </a:r>
                <a:r>
                  <a:rPr lang="es-ES" sz="2400" dirty="0"/>
                  <a:t> de la función exponencial es el </a:t>
                </a:r>
                <a:r>
                  <a:rPr lang="es-ES" sz="2400" b="1" dirty="0"/>
                  <a:t>logaritmo</a:t>
                </a:r>
                <a:r>
                  <a:rPr lang="es-ES" sz="2400" dirty="0"/>
                  <a:t>. Si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s-ES" sz="2400" dirty="0"/>
                  <a:t>, entonces su inversa es: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98138"/>
                <a:ext cx="11029615" cy="4294647"/>
              </a:xfrm>
              <a:blipFill>
                <a:blip r:embed="rId2"/>
                <a:stretch>
                  <a:fillRect l="-552" t="-1135" r="-55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14</a:t>
            </a:fld>
            <a:r>
              <a:rPr lang="es-AR" sz="16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4035987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Función y Función Inversa (Ejemplo: Exponenciales y Logaritmos)</a:t>
            </a:r>
            <a:endParaRPr lang="es-A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15</a:t>
            </a:fld>
            <a:r>
              <a:rPr lang="es-AR" sz="1600" dirty="0"/>
              <a:t>/20</a:t>
            </a:r>
          </a:p>
        </p:txBody>
      </p:sp>
      <p:pic>
        <p:nvPicPr>
          <p:cNvPr id="6146" name="Picture 2" descr="Funciones exponenciales">
            <a:extLst>
              <a:ext uri="{FF2B5EF4-FFF2-40B4-BE49-F238E27FC236}">
                <a16:creationId xmlns:a16="http://schemas.microsoft.com/office/drawing/2014/main" id="{B7987C08-13FE-772A-6082-6CD8A9AF06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182" y="1966713"/>
            <a:ext cx="5103861" cy="410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A4173CA-D7B4-AD5C-4D8B-40CA6B5103D6}"/>
                  </a:ext>
                </a:extLst>
              </p:cNvPr>
              <p:cNvSpPr txBox="1"/>
              <p:nvPr/>
            </p:nvSpPr>
            <p:spPr>
              <a:xfrm>
                <a:off x="7341832" y="3060230"/>
                <a:ext cx="3405667" cy="1488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Propiedades importantes:</a:t>
                </a:r>
              </a:p>
              <a:p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A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A4173CA-D7B4-AD5C-4D8B-40CA6B510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832" y="3060230"/>
                <a:ext cx="3405667" cy="1488806"/>
              </a:xfrm>
              <a:prstGeom prst="rect">
                <a:avLst/>
              </a:prstGeom>
              <a:blipFill>
                <a:blip r:embed="rId4"/>
                <a:stretch>
                  <a:fillRect l="-1431" t="-2049" b="-450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260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57F5-3035-4937-095C-03B4A0AB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79E1B-93ED-E7DB-F2F6-D6DD623C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Función y Función Inversa</a:t>
            </a:r>
            <a:endParaRPr lang="es-A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F9EA913-795E-731C-3B8F-F2BE9E9ED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3B8018-47C5-AF53-8DAE-606F55D5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16</a:t>
            </a:fld>
            <a:r>
              <a:rPr lang="es-AR" sz="1600" dirty="0"/>
              <a:t>/20</a:t>
            </a:r>
          </a:p>
        </p:txBody>
      </p:sp>
      <p:pic>
        <p:nvPicPr>
          <p:cNvPr id="1026" name="Picture 2" descr="Imagen">
            <a:extLst>
              <a:ext uri="{FF2B5EF4-FFF2-40B4-BE49-F238E27FC236}">
                <a16:creationId xmlns:a16="http://schemas.microsoft.com/office/drawing/2014/main" id="{27978D64-60A5-D249-8C0A-94EDAFCEE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828" y="2163624"/>
            <a:ext cx="5686344" cy="428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966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AR" dirty="0">
                <a:solidFill>
                  <a:srgbClr val="FFFFFF"/>
                </a:solidFill>
              </a:rPr>
              <a:t>Funciones Trigonométricas</a:t>
            </a:r>
          </a:p>
        </p:txBody>
      </p:sp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De dónde vienen los conceptos de seno, coseno y tangente ...">
            <a:extLst>
              <a:ext uri="{FF2B5EF4-FFF2-40B4-BE49-F238E27FC236}">
                <a16:creationId xmlns:a16="http://schemas.microsoft.com/office/drawing/2014/main" id="{110352CB-523A-518C-7F32-B41F0BA07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4847" y="2361056"/>
            <a:ext cx="4427280" cy="364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35805" y="2180496"/>
                <a:ext cx="5275001" cy="4045683"/>
              </a:xfrm>
            </p:spPr>
            <p:txBody>
              <a:bodyPr>
                <a:normAutofit/>
              </a:bodyPr>
              <a:lstStyle/>
              <a:p>
                <a:r>
                  <a:rPr lang="es-ES" b="1"/>
                  <a:t>Seno, Coseno y Tangente</a:t>
                </a:r>
                <a:r>
                  <a:rPr lang="es-ES"/>
                  <a:t>: Relaciones entre los lados y ángulos de un triángulo rectángulo.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𝑜𝑝𝑢𝑒𝑠𝑡𝑜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h𝑖𝑝𝑜𝑡𝑒𝑛𝑢𝑠𝑎</m:t>
                            </m:r>
                          </m:den>
                        </m:f>
                      </m:e>
                    </m:func>
                  </m:oMath>
                </a14:m>
                <a:endParaRPr lang="es-AR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𝑎𝑑𝑦𝑎𝑐𝑒𝑛𝑡𝑒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h𝑖𝑝𝑜𝑡𝑒𝑛𝑢𝑠𝑎</m:t>
                            </m:r>
                          </m:den>
                        </m:f>
                      </m:e>
                    </m:func>
                  </m:oMath>
                </a14:m>
                <a:endParaRPr lang="es-AR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𝑜𝑝𝑢𝑒𝑠𝑡𝑜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𝑎𝑑𝑦𝑎𝑐𝑒𝑛𝑡𝑒</m:t>
                            </m:r>
                          </m:den>
                        </m:f>
                      </m:e>
                    </m:func>
                  </m:oMath>
                </a14:m>
                <a:endParaRPr lang="es-AR"/>
              </a:p>
              <a:p>
                <a:pPr lvl="1"/>
                <a:endParaRPr lang="es-AR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9A5AE80-2D01-81A4-CFE4-94CB45C6B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35805" y="2180496"/>
                <a:ext cx="5275001" cy="4045683"/>
              </a:xfrm>
              <a:blipFill>
                <a:blip r:embed="rId3"/>
                <a:stretch>
                  <a:fillRect l="-4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B85E469-618E-4BAC-AEBC-5DD5C601E96A}" type="slidenum">
              <a:rPr lang="es-AR" smtClean="0"/>
              <a:pPr>
                <a:spcAft>
                  <a:spcPts val="600"/>
                </a:spcAft>
              </a:pPr>
              <a:t>17</a:t>
            </a:fld>
            <a:r>
              <a:rPr lang="es-AR" dirty="0"/>
              <a:t>/20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58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solidFill>
                  <a:srgbClr val="FFFFFF"/>
                </a:solidFill>
              </a:rPr>
              <a:t>Funciones Trigonométricas</a:t>
            </a:r>
            <a:endParaRPr lang="es-A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18</a:t>
            </a:fld>
            <a:r>
              <a:rPr lang="es-AR" sz="1600" dirty="0"/>
              <a:t>/20</a:t>
            </a:r>
          </a:p>
        </p:txBody>
      </p:sp>
      <p:pic>
        <p:nvPicPr>
          <p:cNvPr id="7" name="Picture 2" descr="Alternating Current (AC) — Phasor and Phase difference ...">
            <a:extLst>
              <a:ext uri="{FF2B5EF4-FFF2-40B4-BE49-F238E27FC236}">
                <a16:creationId xmlns:a16="http://schemas.microsoft.com/office/drawing/2014/main" id="{5ABF3894-F1FA-C8BD-6CC7-CC9D8DA39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217" y="2916336"/>
            <a:ext cx="4528199" cy="265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9160FC5-4329-BC10-8459-5B305FFBA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06" y="2800926"/>
            <a:ext cx="6904371" cy="30632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B13B681-573A-1090-005C-39FC9D700BE6}"/>
                  </a:ext>
                </a:extLst>
              </p:cNvPr>
              <p:cNvSpPr txBox="1"/>
              <p:nvPr/>
            </p:nvSpPr>
            <p:spPr>
              <a:xfrm>
                <a:off x="3091354" y="2071239"/>
                <a:ext cx="2198101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B13B681-573A-1090-005C-39FC9D700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354" y="2071239"/>
                <a:ext cx="2198101" cy="4898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58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CA4F-31D5-4863-FC85-7855B73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solidFill>
                  <a:srgbClr val="FFFFFF"/>
                </a:solidFill>
              </a:rPr>
              <a:t>Funciones Trigonométricas</a:t>
            </a:r>
            <a:endParaRPr lang="es-A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F589FC-F5E1-4538-452B-2C6E4566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A657F-E625-BD40-9748-156143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19</a:t>
            </a:fld>
            <a:r>
              <a:rPr lang="es-AR" sz="1600" dirty="0"/>
              <a:t>/20</a:t>
            </a:r>
          </a:p>
        </p:txBody>
      </p:sp>
      <p:pic>
        <p:nvPicPr>
          <p:cNvPr id="10242" name="Picture 2" descr="Calculadora online pasar de grados a radianes y viceversa">
            <a:extLst>
              <a:ext uri="{FF2B5EF4-FFF2-40B4-BE49-F238E27FC236}">
                <a16:creationId xmlns:a16="http://schemas.microsoft.com/office/drawing/2014/main" id="{6509298B-1446-E7EA-AA2A-E832DF8EC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2481013"/>
            <a:ext cx="360045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45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A37FA-A3CE-59F7-3D02-E2DD344D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B0B8A2-1E53-ADCF-61DC-EE0B5F141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-ES" dirty="0"/>
              <a:t> </a:t>
            </a:r>
            <a:r>
              <a:rPr lang="es-ES" sz="4800" dirty="0"/>
              <a:t>¡Muchas Gracias!</a:t>
            </a:r>
          </a:p>
          <a:p>
            <a:pPr marL="0" indent="0" algn="ctr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3200" dirty="0"/>
              <a:t>¿Alguna consulta?</a:t>
            </a:r>
          </a:p>
          <a:p>
            <a:pPr marL="0" indent="0" algn="ctr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800" dirty="0"/>
              <a:t>maortiz@ucasal.edu.ar</a:t>
            </a:r>
          </a:p>
          <a:p>
            <a:pPr marL="0" indent="0" algn="ctr"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4B0D2-B45A-EAF6-9C35-CEC441D7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E469-618E-4BAC-AEBC-5DD5C601E96A}" type="slidenum">
              <a:rPr lang="es-AR" sz="1600" smtClean="0"/>
              <a:t>20</a:t>
            </a:fld>
            <a:r>
              <a:rPr lang="es-AR" sz="1600" dirty="0"/>
              <a:t>/20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DDE8A90-49A8-6589-7F8F-1329C6CEC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95" y="6323339"/>
            <a:ext cx="1670229" cy="3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48530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1032</TotalTime>
  <Words>1030</Words>
  <Application>Microsoft Office PowerPoint</Application>
  <PresentationFormat>Panorámica</PresentationFormat>
  <Paragraphs>123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Gill Sans MT</vt:lpstr>
      <vt:lpstr>Google Sans</vt:lpstr>
      <vt:lpstr>Wingdings 2</vt:lpstr>
      <vt:lpstr>Dividendo</vt:lpstr>
      <vt:lpstr>Unidad 1: Nociones básicas e introducción a la acústica</vt:lpstr>
      <vt:lpstr>Acústica</vt:lpstr>
      <vt:lpstr>Acústica</vt:lpstr>
      <vt:lpstr>Acústica</vt:lpstr>
      <vt:lpstr>Acústica</vt:lpstr>
      <vt:lpstr>Sistema internacional de unidades (SI)</vt:lpstr>
      <vt:lpstr>Sistema internacional de unidades (SI)</vt:lpstr>
      <vt:lpstr>Sistema internacional de unidades (SI)</vt:lpstr>
      <vt:lpstr>Velocidad y Distancia</vt:lpstr>
      <vt:lpstr>Masa, Peso y Fuerza</vt:lpstr>
      <vt:lpstr>Presión, Densidad y Fuerza</vt:lpstr>
      <vt:lpstr>Funciones Matemáticas</vt:lpstr>
      <vt:lpstr>Función y Función Inversa (Ejemplo: Exponenciales y Logaritmos)</vt:lpstr>
      <vt:lpstr>Función y Función Inversa (Ejemplo: Exponenciales y Logaritmos)</vt:lpstr>
      <vt:lpstr>Función y Función Inversa (Ejemplo: Exponenciales y Logaritmos)</vt:lpstr>
      <vt:lpstr>Función y Función Inversa</vt:lpstr>
      <vt:lpstr>Funciones Trigonométricas</vt:lpstr>
      <vt:lpstr>Funciones Trigonométricas</vt:lpstr>
      <vt:lpstr>Funciones Trigonométricas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 Ortiz</dc:creator>
  <cp:lastModifiedBy>Maximiliano Ortiz</cp:lastModifiedBy>
  <cp:revision>1</cp:revision>
  <dcterms:created xsi:type="dcterms:W3CDTF">2024-08-29T20:22:23Z</dcterms:created>
  <dcterms:modified xsi:type="dcterms:W3CDTF">2025-08-15T15:49:53Z</dcterms:modified>
</cp:coreProperties>
</file>